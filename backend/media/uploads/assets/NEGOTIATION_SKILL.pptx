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4.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7"/>
  </p:notesMasterIdLst>
  <p:sldIdLst>
    <p:sldId id="256" r:id="rId2"/>
    <p:sldId id="257" r:id="rId3"/>
    <p:sldId id="258" r:id="rId4"/>
    <p:sldId id="259" r:id="rId5"/>
    <p:sldId id="262" r:id="rId6"/>
    <p:sldId id="260" r:id="rId7"/>
    <p:sldId id="261" r:id="rId8"/>
    <p:sldId id="263" r:id="rId9"/>
    <p:sldId id="264" r:id="rId10"/>
    <p:sldId id="265" r:id="rId11"/>
    <p:sldId id="266" r:id="rId12"/>
    <p:sldId id="267" r:id="rId13"/>
    <p:sldId id="268" r:id="rId14"/>
    <p:sldId id="269" r:id="rId15"/>
    <p:sldId id="277" r:id="rId16"/>
    <p:sldId id="278" r:id="rId17"/>
    <p:sldId id="270" r:id="rId18"/>
    <p:sldId id="271" r:id="rId19"/>
    <p:sldId id="272" r:id="rId20"/>
    <p:sldId id="273" r:id="rId21"/>
    <p:sldId id="274" r:id="rId22"/>
    <p:sldId id="275" r:id="rId23"/>
    <p:sldId id="276" r:id="rId24"/>
    <p:sldId id="280" r:id="rId25"/>
    <p:sldId id="279"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040" autoAdjust="0"/>
    <p:restoredTop sz="94660"/>
  </p:normalViewPr>
  <p:slideViewPr>
    <p:cSldViewPr snapToGrid="0">
      <p:cViewPr varScale="1">
        <p:scale>
          <a:sx n="59" d="100"/>
          <a:sy n="59" d="100"/>
        </p:scale>
        <p:origin x="884"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diagrams/_rels/data1.xml.rels><?xml version="1.0" encoding="UTF-8" standalone="yes"?>
<Relationships xmlns="http://schemas.openxmlformats.org/package/2006/relationships"><Relationship Id="rId1" Type="http://schemas.openxmlformats.org/officeDocument/2006/relationships/slide" Target="../slides/slide2.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A6F9740-D2CA-47AC-98D9-FABEC618AE19}"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EAFB649D-6EC0-4241-85F1-4D0988C5648A}">
      <dgm:prSet custT="1">
        <dgm:style>
          <a:lnRef idx="3">
            <a:schemeClr val="lt1"/>
          </a:lnRef>
          <a:fillRef idx="1">
            <a:schemeClr val="accent6"/>
          </a:fillRef>
          <a:effectRef idx="1">
            <a:schemeClr val="accent6"/>
          </a:effectRef>
          <a:fontRef idx="minor">
            <a:schemeClr val="lt1"/>
          </a:fontRef>
        </dgm:style>
      </dgm:prSet>
      <dgm:spPr/>
      <dgm:t>
        <a:bodyPr/>
        <a:lstStyle/>
        <a:p>
          <a:pPr algn="ctr"/>
          <a:r>
            <a:rPr lang="en-US" sz="2800" dirty="0">
              <a:hlinkClick xmlns:r="http://schemas.openxmlformats.org/officeDocument/2006/relationships" r:id="rId1" action="ppaction://hlinksldjump"/>
            </a:rPr>
            <a:t>Negotiation</a:t>
          </a:r>
          <a:r>
            <a:rPr lang="en-US" sz="2800" dirty="0"/>
            <a:t> is a method by which people settle differences. It is a process by which compromise or agreement is reached while avoiding argument and dispute.</a:t>
          </a:r>
          <a:br>
            <a:rPr lang="en-US" sz="2800" dirty="0"/>
          </a:br>
          <a:br>
            <a:rPr lang="en-US" sz="2800" dirty="0"/>
          </a:br>
          <a:endParaRPr lang="en-IN" sz="2800" dirty="0"/>
        </a:p>
      </dgm:t>
    </dgm:pt>
    <dgm:pt modelId="{97F25E93-BA92-4EF7-B071-A2FB1AA69D4D}" type="parTrans" cxnId="{1E0AB0C5-3D2E-43FB-8182-83622E2A9410}">
      <dgm:prSet/>
      <dgm:spPr/>
      <dgm:t>
        <a:bodyPr/>
        <a:lstStyle/>
        <a:p>
          <a:endParaRPr lang="en-US"/>
        </a:p>
      </dgm:t>
    </dgm:pt>
    <dgm:pt modelId="{B16CC8D4-F998-453A-95F5-CD2FE8576D66}" type="sibTrans" cxnId="{1E0AB0C5-3D2E-43FB-8182-83622E2A9410}">
      <dgm:prSet/>
      <dgm:spPr/>
      <dgm:t>
        <a:bodyPr/>
        <a:lstStyle/>
        <a:p>
          <a:endParaRPr lang="en-US"/>
        </a:p>
      </dgm:t>
    </dgm:pt>
    <dgm:pt modelId="{56300D13-12F1-47EE-A28B-CCDC92709DD8}" type="pres">
      <dgm:prSet presAssocID="{6A6F9740-D2CA-47AC-98D9-FABEC618AE19}" presName="linear" presStyleCnt="0">
        <dgm:presLayoutVars>
          <dgm:animLvl val="lvl"/>
          <dgm:resizeHandles val="exact"/>
        </dgm:presLayoutVars>
      </dgm:prSet>
      <dgm:spPr/>
    </dgm:pt>
    <dgm:pt modelId="{E327E087-FDCF-40A4-84B9-79245EECAE72}" type="pres">
      <dgm:prSet presAssocID="{EAFB649D-6EC0-4241-85F1-4D0988C5648A}" presName="parentText" presStyleLbl="node1" presStyleIdx="0" presStyleCnt="1" custLinFactNeighborX="1139" custLinFactNeighborY="-13867">
        <dgm:presLayoutVars>
          <dgm:chMax val="0"/>
          <dgm:bulletEnabled val="1"/>
        </dgm:presLayoutVars>
      </dgm:prSet>
      <dgm:spPr/>
    </dgm:pt>
  </dgm:ptLst>
  <dgm:cxnLst>
    <dgm:cxn modelId="{1E0AB0C5-3D2E-43FB-8182-83622E2A9410}" srcId="{6A6F9740-D2CA-47AC-98D9-FABEC618AE19}" destId="{EAFB649D-6EC0-4241-85F1-4D0988C5648A}" srcOrd="0" destOrd="0" parTransId="{97F25E93-BA92-4EF7-B071-A2FB1AA69D4D}" sibTransId="{B16CC8D4-F998-453A-95F5-CD2FE8576D66}"/>
    <dgm:cxn modelId="{55CEFACB-0184-4597-B3FA-8964485A7CEC}" type="presOf" srcId="{EAFB649D-6EC0-4241-85F1-4D0988C5648A}" destId="{E327E087-FDCF-40A4-84B9-79245EECAE72}" srcOrd="0" destOrd="0" presId="urn:microsoft.com/office/officeart/2005/8/layout/vList2"/>
    <dgm:cxn modelId="{9B1EA6CF-7B24-4001-B4A1-C466C56D18BF}" type="presOf" srcId="{6A6F9740-D2CA-47AC-98D9-FABEC618AE19}" destId="{56300D13-12F1-47EE-A28B-CCDC92709DD8}" srcOrd="0" destOrd="0" presId="urn:microsoft.com/office/officeart/2005/8/layout/vList2"/>
    <dgm:cxn modelId="{16CF4178-D91B-4BF2-8AB3-CA08586E0AEC}" type="presParOf" srcId="{56300D13-12F1-47EE-A28B-CCDC92709DD8}" destId="{E327E087-FDCF-40A4-84B9-79245EECAE72}"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C71FB1C-4118-4A7D-89E2-956F9B2B7A50}" type="doc">
      <dgm:prSet loTypeId="urn:microsoft.com/office/officeart/2005/8/layout/cycle3" loCatId="cycle" qsTypeId="urn:microsoft.com/office/officeart/2005/8/quickstyle/simple1" qsCatId="simple" csTypeId="urn:microsoft.com/office/officeart/2005/8/colors/colorful1" csCatId="colorful" phldr="1"/>
      <dgm:spPr/>
      <dgm:t>
        <a:bodyPr/>
        <a:lstStyle/>
        <a:p>
          <a:endParaRPr lang="en-US"/>
        </a:p>
      </dgm:t>
    </dgm:pt>
    <dgm:pt modelId="{1DD0948B-1A5B-40F7-92F7-7089571852B6}">
      <dgm:prSet phldrT="[Text]" custT="1"/>
      <dgm:spPr/>
      <dgm:t>
        <a:bodyPr/>
        <a:lstStyle/>
        <a:p>
          <a:pPr>
            <a:buFont typeface="+mj-lt"/>
            <a:buAutoNum type="arabicPeriod"/>
          </a:pPr>
          <a:r>
            <a:rPr lang="en-IN" sz="2400" b="1" i="0" dirty="0"/>
            <a:t>Preparation</a:t>
          </a:r>
          <a:endParaRPr lang="en-US" sz="2400" dirty="0"/>
        </a:p>
      </dgm:t>
    </dgm:pt>
    <dgm:pt modelId="{B1611FFB-4A8C-423A-A002-208BE6596F05}" type="parTrans" cxnId="{FB05A142-9BBE-4F9D-92BA-154E85FD97C8}">
      <dgm:prSet/>
      <dgm:spPr/>
      <dgm:t>
        <a:bodyPr/>
        <a:lstStyle/>
        <a:p>
          <a:endParaRPr lang="en-US"/>
        </a:p>
      </dgm:t>
    </dgm:pt>
    <dgm:pt modelId="{F5F9B276-F4E4-41F5-B44E-F9585C76B5C3}" type="sibTrans" cxnId="{FB05A142-9BBE-4F9D-92BA-154E85FD97C8}">
      <dgm:prSet/>
      <dgm:spPr/>
      <dgm:t>
        <a:bodyPr/>
        <a:lstStyle/>
        <a:p>
          <a:endParaRPr lang="en-US"/>
        </a:p>
      </dgm:t>
    </dgm:pt>
    <dgm:pt modelId="{173A2787-EB4C-45C7-8CDE-0BC6D08A88D3}">
      <dgm:prSet phldrT="[Text]" custT="1"/>
      <dgm:spPr/>
      <dgm:t>
        <a:bodyPr/>
        <a:lstStyle/>
        <a:p>
          <a:pPr>
            <a:buFont typeface="+mj-lt"/>
            <a:buAutoNum type="arabicPeriod"/>
          </a:pPr>
          <a:r>
            <a:rPr lang="en-IN" sz="2400" b="1" i="0" dirty="0"/>
            <a:t>Discussion</a:t>
          </a:r>
          <a:endParaRPr lang="en-US" sz="2400" dirty="0"/>
        </a:p>
      </dgm:t>
    </dgm:pt>
    <dgm:pt modelId="{67A95F2B-AF9F-4B65-B43D-7D5D0702B7E6}" type="parTrans" cxnId="{D2918EDD-00A6-4916-BAD2-039B26AEA98F}">
      <dgm:prSet/>
      <dgm:spPr/>
      <dgm:t>
        <a:bodyPr/>
        <a:lstStyle/>
        <a:p>
          <a:endParaRPr lang="en-US"/>
        </a:p>
      </dgm:t>
    </dgm:pt>
    <dgm:pt modelId="{D05E315B-2C7A-4918-AEBC-4C579BFB1842}" type="sibTrans" cxnId="{D2918EDD-00A6-4916-BAD2-039B26AEA98F}">
      <dgm:prSet/>
      <dgm:spPr/>
      <dgm:t>
        <a:bodyPr/>
        <a:lstStyle/>
        <a:p>
          <a:endParaRPr lang="en-US"/>
        </a:p>
      </dgm:t>
    </dgm:pt>
    <dgm:pt modelId="{DD32A4E3-820F-492C-BABA-E9DD4A64503C}">
      <dgm:prSet phldrT="[Text]" custT="1"/>
      <dgm:spPr/>
      <dgm:t>
        <a:bodyPr/>
        <a:lstStyle/>
        <a:p>
          <a:pPr>
            <a:buFont typeface="+mj-lt"/>
            <a:buAutoNum type="arabicPeriod"/>
          </a:pPr>
          <a:r>
            <a:rPr lang="en-US" sz="2000" b="1" i="0" dirty="0"/>
            <a:t>Negotiate towards a Win-Win outcome</a:t>
          </a:r>
          <a:endParaRPr lang="en-US" sz="2000" dirty="0"/>
        </a:p>
      </dgm:t>
    </dgm:pt>
    <dgm:pt modelId="{819DC298-4A4F-425B-95D2-D446F49B9F5D}" type="parTrans" cxnId="{BCC18235-F260-41BA-8C84-F8D1D7D506BE}">
      <dgm:prSet/>
      <dgm:spPr/>
      <dgm:t>
        <a:bodyPr/>
        <a:lstStyle/>
        <a:p>
          <a:endParaRPr lang="en-US"/>
        </a:p>
      </dgm:t>
    </dgm:pt>
    <dgm:pt modelId="{9E2D43B3-7270-4A8B-981E-D9F8B9647E19}" type="sibTrans" cxnId="{BCC18235-F260-41BA-8C84-F8D1D7D506BE}">
      <dgm:prSet/>
      <dgm:spPr/>
      <dgm:t>
        <a:bodyPr/>
        <a:lstStyle/>
        <a:p>
          <a:endParaRPr lang="en-US"/>
        </a:p>
      </dgm:t>
    </dgm:pt>
    <dgm:pt modelId="{017A9A27-50D1-4536-8363-311590BD00C2}">
      <dgm:prSet phldrT="[Text]" custT="1"/>
      <dgm:spPr/>
      <dgm:t>
        <a:bodyPr/>
        <a:lstStyle/>
        <a:p>
          <a:pPr>
            <a:buFont typeface="+mj-lt"/>
            <a:buAutoNum type="arabicPeriod"/>
          </a:pPr>
          <a:r>
            <a:rPr lang="en-IN" sz="2400" b="1" i="0" dirty="0"/>
            <a:t>Agreement</a:t>
          </a:r>
          <a:endParaRPr lang="en-US" sz="2400" dirty="0"/>
        </a:p>
      </dgm:t>
    </dgm:pt>
    <dgm:pt modelId="{DB8B32E6-E0E0-4025-9D89-4BF296CF1DC8}" type="parTrans" cxnId="{603AC7E1-FEA6-41E5-A641-2997572E22C1}">
      <dgm:prSet/>
      <dgm:spPr/>
      <dgm:t>
        <a:bodyPr/>
        <a:lstStyle/>
        <a:p>
          <a:endParaRPr lang="en-US"/>
        </a:p>
      </dgm:t>
    </dgm:pt>
    <dgm:pt modelId="{FC65C57E-BBB6-4B3D-A45B-52D4CF1AB3B3}" type="sibTrans" cxnId="{603AC7E1-FEA6-41E5-A641-2997572E22C1}">
      <dgm:prSet/>
      <dgm:spPr/>
      <dgm:t>
        <a:bodyPr/>
        <a:lstStyle/>
        <a:p>
          <a:endParaRPr lang="en-US"/>
        </a:p>
      </dgm:t>
    </dgm:pt>
    <dgm:pt modelId="{4E57598A-67B2-408C-83DC-0FA289F2F757}">
      <dgm:prSet phldrT="[Text]" custT="1"/>
      <dgm:spPr/>
      <dgm:t>
        <a:bodyPr/>
        <a:lstStyle/>
        <a:p>
          <a:pPr>
            <a:buFont typeface="+mj-lt"/>
            <a:buAutoNum type="arabicPeriod"/>
          </a:pPr>
          <a:r>
            <a:rPr lang="en-US" sz="2000" b="1" i="0" dirty="0"/>
            <a:t>Implementation of a course of action</a:t>
          </a:r>
        </a:p>
        <a:p>
          <a:pPr>
            <a:buFont typeface="+mj-lt"/>
            <a:buAutoNum type="arabicPeriod"/>
          </a:pPr>
          <a:endParaRPr lang="en-US" sz="1600" dirty="0"/>
        </a:p>
      </dgm:t>
    </dgm:pt>
    <dgm:pt modelId="{9F448F04-B119-40F8-B1E8-B8F6316AD77A}" type="parTrans" cxnId="{A2D57DB6-5DCD-446A-A7C5-6D9BEE6EB7C6}">
      <dgm:prSet/>
      <dgm:spPr/>
      <dgm:t>
        <a:bodyPr/>
        <a:lstStyle/>
        <a:p>
          <a:endParaRPr lang="en-US"/>
        </a:p>
      </dgm:t>
    </dgm:pt>
    <dgm:pt modelId="{1F5EFFF1-C84D-4DFD-BB49-7FE768687C11}" type="sibTrans" cxnId="{A2D57DB6-5DCD-446A-A7C5-6D9BEE6EB7C6}">
      <dgm:prSet/>
      <dgm:spPr/>
      <dgm:t>
        <a:bodyPr/>
        <a:lstStyle/>
        <a:p>
          <a:endParaRPr lang="en-US"/>
        </a:p>
      </dgm:t>
    </dgm:pt>
    <dgm:pt modelId="{D0DCD60E-71A6-4739-83AE-BE45A197A10D}">
      <dgm:prSet custT="1"/>
      <dgm:spPr/>
      <dgm:t>
        <a:bodyPr/>
        <a:lstStyle/>
        <a:p>
          <a:pPr>
            <a:buFont typeface="+mj-lt"/>
            <a:buAutoNum type="arabicPeriod"/>
          </a:pPr>
          <a:r>
            <a:rPr lang="en-IN" sz="2400" b="1" i="0" dirty="0"/>
            <a:t>Clarification of goals</a:t>
          </a:r>
        </a:p>
      </dgm:t>
    </dgm:pt>
    <dgm:pt modelId="{E27E551F-110F-46CE-BD15-4DC140D0FA96}" type="parTrans" cxnId="{8F541D56-94D0-4DC5-B35F-2F327B8AF14A}">
      <dgm:prSet/>
      <dgm:spPr/>
      <dgm:t>
        <a:bodyPr/>
        <a:lstStyle/>
        <a:p>
          <a:endParaRPr lang="en-US"/>
        </a:p>
      </dgm:t>
    </dgm:pt>
    <dgm:pt modelId="{C177B3AC-A558-45C4-9B0E-8AB3D9B360A3}" type="sibTrans" cxnId="{8F541D56-94D0-4DC5-B35F-2F327B8AF14A}">
      <dgm:prSet/>
      <dgm:spPr/>
      <dgm:t>
        <a:bodyPr/>
        <a:lstStyle/>
        <a:p>
          <a:endParaRPr lang="en-US"/>
        </a:p>
      </dgm:t>
    </dgm:pt>
    <dgm:pt modelId="{FF1370A5-4FB9-4022-B7E2-A5737904E6B1}" type="pres">
      <dgm:prSet presAssocID="{7C71FB1C-4118-4A7D-89E2-956F9B2B7A50}" presName="Name0" presStyleCnt="0">
        <dgm:presLayoutVars>
          <dgm:dir/>
          <dgm:resizeHandles val="exact"/>
        </dgm:presLayoutVars>
      </dgm:prSet>
      <dgm:spPr/>
    </dgm:pt>
    <dgm:pt modelId="{AF27A308-962E-48ED-99D9-9332B9D1285D}" type="pres">
      <dgm:prSet presAssocID="{7C71FB1C-4118-4A7D-89E2-956F9B2B7A50}" presName="cycle" presStyleCnt="0"/>
      <dgm:spPr/>
    </dgm:pt>
    <dgm:pt modelId="{03B44948-225E-4120-A103-C1B426795505}" type="pres">
      <dgm:prSet presAssocID="{1DD0948B-1A5B-40F7-92F7-7089571852B6}" presName="nodeFirstNode" presStyleLbl="node1" presStyleIdx="0" presStyleCnt="6">
        <dgm:presLayoutVars>
          <dgm:bulletEnabled val="1"/>
        </dgm:presLayoutVars>
      </dgm:prSet>
      <dgm:spPr/>
    </dgm:pt>
    <dgm:pt modelId="{F34C0B67-E58C-458C-8E7E-389F98071F62}" type="pres">
      <dgm:prSet presAssocID="{F5F9B276-F4E4-41F5-B44E-F9585C76B5C3}" presName="sibTransFirstNode" presStyleLbl="bgShp" presStyleIdx="0" presStyleCnt="1"/>
      <dgm:spPr/>
    </dgm:pt>
    <dgm:pt modelId="{FA180CD7-B95E-451A-B040-2081CBDFBD10}" type="pres">
      <dgm:prSet presAssocID="{173A2787-EB4C-45C7-8CDE-0BC6D08A88D3}" presName="nodeFollowingNodes" presStyleLbl="node1" presStyleIdx="1" presStyleCnt="6">
        <dgm:presLayoutVars>
          <dgm:bulletEnabled val="1"/>
        </dgm:presLayoutVars>
      </dgm:prSet>
      <dgm:spPr/>
    </dgm:pt>
    <dgm:pt modelId="{CF8C360C-F252-4B2E-A809-D0C817E76E87}" type="pres">
      <dgm:prSet presAssocID="{D0DCD60E-71A6-4739-83AE-BE45A197A10D}" presName="nodeFollowingNodes" presStyleLbl="node1" presStyleIdx="2" presStyleCnt="6" custRadScaleRad="97847" custRadScaleInc="-7571">
        <dgm:presLayoutVars>
          <dgm:bulletEnabled val="1"/>
        </dgm:presLayoutVars>
      </dgm:prSet>
      <dgm:spPr/>
    </dgm:pt>
    <dgm:pt modelId="{4E0D9F40-384F-4EDA-91AB-5D0B72A91BA3}" type="pres">
      <dgm:prSet presAssocID="{DD32A4E3-820F-492C-BABA-E9DD4A64503C}" presName="nodeFollowingNodes" presStyleLbl="node1" presStyleIdx="3" presStyleCnt="6">
        <dgm:presLayoutVars>
          <dgm:bulletEnabled val="1"/>
        </dgm:presLayoutVars>
      </dgm:prSet>
      <dgm:spPr/>
    </dgm:pt>
    <dgm:pt modelId="{592B99C5-3A58-4F93-A755-DF46BB736464}" type="pres">
      <dgm:prSet presAssocID="{017A9A27-50D1-4536-8363-311590BD00C2}" presName="nodeFollowingNodes" presStyleLbl="node1" presStyleIdx="4" presStyleCnt="6" custRadScaleRad="97869" custRadScaleInc="9178">
        <dgm:presLayoutVars>
          <dgm:bulletEnabled val="1"/>
        </dgm:presLayoutVars>
      </dgm:prSet>
      <dgm:spPr/>
    </dgm:pt>
    <dgm:pt modelId="{F8622C14-C9ED-49CB-B95F-BDDBB4CBE003}" type="pres">
      <dgm:prSet presAssocID="{4E57598A-67B2-408C-83DC-0FA289F2F757}" presName="nodeFollowingNodes" presStyleLbl="node1" presStyleIdx="5" presStyleCnt="6" custScaleY="113995">
        <dgm:presLayoutVars>
          <dgm:bulletEnabled val="1"/>
        </dgm:presLayoutVars>
      </dgm:prSet>
      <dgm:spPr/>
    </dgm:pt>
  </dgm:ptLst>
  <dgm:cxnLst>
    <dgm:cxn modelId="{7109BC06-47CB-4C8B-BACD-8DAC7D7A5E8F}" type="presOf" srcId="{1DD0948B-1A5B-40F7-92F7-7089571852B6}" destId="{03B44948-225E-4120-A103-C1B426795505}" srcOrd="0" destOrd="0" presId="urn:microsoft.com/office/officeart/2005/8/layout/cycle3"/>
    <dgm:cxn modelId="{28022515-370B-4FEA-BA67-1CAF1487EEB6}" type="presOf" srcId="{7C71FB1C-4118-4A7D-89E2-956F9B2B7A50}" destId="{FF1370A5-4FB9-4022-B7E2-A5737904E6B1}" srcOrd="0" destOrd="0" presId="urn:microsoft.com/office/officeart/2005/8/layout/cycle3"/>
    <dgm:cxn modelId="{50BB1233-C513-431C-8B18-C403158EA429}" type="presOf" srcId="{4E57598A-67B2-408C-83DC-0FA289F2F757}" destId="{F8622C14-C9ED-49CB-B95F-BDDBB4CBE003}" srcOrd="0" destOrd="0" presId="urn:microsoft.com/office/officeart/2005/8/layout/cycle3"/>
    <dgm:cxn modelId="{BCC18235-F260-41BA-8C84-F8D1D7D506BE}" srcId="{7C71FB1C-4118-4A7D-89E2-956F9B2B7A50}" destId="{DD32A4E3-820F-492C-BABA-E9DD4A64503C}" srcOrd="3" destOrd="0" parTransId="{819DC298-4A4F-425B-95D2-D446F49B9F5D}" sibTransId="{9E2D43B3-7270-4A8B-981E-D9F8B9647E19}"/>
    <dgm:cxn modelId="{FB05A142-9BBE-4F9D-92BA-154E85FD97C8}" srcId="{7C71FB1C-4118-4A7D-89E2-956F9B2B7A50}" destId="{1DD0948B-1A5B-40F7-92F7-7089571852B6}" srcOrd="0" destOrd="0" parTransId="{B1611FFB-4A8C-423A-A002-208BE6596F05}" sibTransId="{F5F9B276-F4E4-41F5-B44E-F9585C76B5C3}"/>
    <dgm:cxn modelId="{C92A7B4A-5B62-4E3F-BFC9-57364D0E27F4}" type="presOf" srcId="{017A9A27-50D1-4536-8363-311590BD00C2}" destId="{592B99C5-3A58-4F93-A755-DF46BB736464}" srcOrd="0" destOrd="0" presId="urn:microsoft.com/office/officeart/2005/8/layout/cycle3"/>
    <dgm:cxn modelId="{77C05B4B-84B9-40D3-ABC1-93CACB58475F}" type="presOf" srcId="{D0DCD60E-71A6-4739-83AE-BE45A197A10D}" destId="{CF8C360C-F252-4B2E-A809-D0C817E76E87}" srcOrd="0" destOrd="0" presId="urn:microsoft.com/office/officeart/2005/8/layout/cycle3"/>
    <dgm:cxn modelId="{8F541D56-94D0-4DC5-B35F-2F327B8AF14A}" srcId="{7C71FB1C-4118-4A7D-89E2-956F9B2B7A50}" destId="{D0DCD60E-71A6-4739-83AE-BE45A197A10D}" srcOrd="2" destOrd="0" parTransId="{E27E551F-110F-46CE-BD15-4DC140D0FA96}" sibTransId="{C177B3AC-A558-45C4-9B0E-8AB3D9B360A3}"/>
    <dgm:cxn modelId="{8EBF0283-1759-448D-9767-05B604BB525E}" type="presOf" srcId="{DD32A4E3-820F-492C-BABA-E9DD4A64503C}" destId="{4E0D9F40-384F-4EDA-91AB-5D0B72A91BA3}" srcOrd="0" destOrd="0" presId="urn:microsoft.com/office/officeart/2005/8/layout/cycle3"/>
    <dgm:cxn modelId="{0DA6D388-9578-46D7-81D5-DEF39E27A15D}" type="presOf" srcId="{F5F9B276-F4E4-41F5-B44E-F9585C76B5C3}" destId="{F34C0B67-E58C-458C-8E7E-389F98071F62}" srcOrd="0" destOrd="0" presId="urn:microsoft.com/office/officeart/2005/8/layout/cycle3"/>
    <dgm:cxn modelId="{A2D57DB6-5DCD-446A-A7C5-6D9BEE6EB7C6}" srcId="{7C71FB1C-4118-4A7D-89E2-956F9B2B7A50}" destId="{4E57598A-67B2-408C-83DC-0FA289F2F757}" srcOrd="5" destOrd="0" parTransId="{9F448F04-B119-40F8-B1E8-B8F6316AD77A}" sibTransId="{1F5EFFF1-C84D-4DFD-BB49-7FE768687C11}"/>
    <dgm:cxn modelId="{91E720D5-C457-4E00-9CF8-650E9A6770C6}" type="presOf" srcId="{173A2787-EB4C-45C7-8CDE-0BC6D08A88D3}" destId="{FA180CD7-B95E-451A-B040-2081CBDFBD10}" srcOrd="0" destOrd="0" presId="urn:microsoft.com/office/officeart/2005/8/layout/cycle3"/>
    <dgm:cxn modelId="{D2918EDD-00A6-4916-BAD2-039B26AEA98F}" srcId="{7C71FB1C-4118-4A7D-89E2-956F9B2B7A50}" destId="{173A2787-EB4C-45C7-8CDE-0BC6D08A88D3}" srcOrd="1" destOrd="0" parTransId="{67A95F2B-AF9F-4B65-B43D-7D5D0702B7E6}" sibTransId="{D05E315B-2C7A-4918-AEBC-4C579BFB1842}"/>
    <dgm:cxn modelId="{603AC7E1-FEA6-41E5-A641-2997572E22C1}" srcId="{7C71FB1C-4118-4A7D-89E2-956F9B2B7A50}" destId="{017A9A27-50D1-4536-8363-311590BD00C2}" srcOrd="4" destOrd="0" parTransId="{DB8B32E6-E0E0-4025-9D89-4BF296CF1DC8}" sibTransId="{FC65C57E-BBB6-4B3D-A45B-52D4CF1AB3B3}"/>
    <dgm:cxn modelId="{2094C402-BFC0-4383-AB14-BA43BE0EA34D}" type="presParOf" srcId="{FF1370A5-4FB9-4022-B7E2-A5737904E6B1}" destId="{AF27A308-962E-48ED-99D9-9332B9D1285D}" srcOrd="0" destOrd="0" presId="urn:microsoft.com/office/officeart/2005/8/layout/cycle3"/>
    <dgm:cxn modelId="{2832DF9B-68E9-4DF2-9A9C-DB385F5F2056}" type="presParOf" srcId="{AF27A308-962E-48ED-99D9-9332B9D1285D}" destId="{03B44948-225E-4120-A103-C1B426795505}" srcOrd="0" destOrd="0" presId="urn:microsoft.com/office/officeart/2005/8/layout/cycle3"/>
    <dgm:cxn modelId="{54AFB1A5-8F79-403F-B787-184CA8B06E14}" type="presParOf" srcId="{AF27A308-962E-48ED-99D9-9332B9D1285D}" destId="{F34C0B67-E58C-458C-8E7E-389F98071F62}" srcOrd="1" destOrd="0" presId="urn:microsoft.com/office/officeart/2005/8/layout/cycle3"/>
    <dgm:cxn modelId="{46247CE8-6393-499B-A6E6-4A70950C3605}" type="presParOf" srcId="{AF27A308-962E-48ED-99D9-9332B9D1285D}" destId="{FA180CD7-B95E-451A-B040-2081CBDFBD10}" srcOrd="2" destOrd="0" presId="urn:microsoft.com/office/officeart/2005/8/layout/cycle3"/>
    <dgm:cxn modelId="{557870B0-12F4-4E02-B140-DD69160DD8F6}" type="presParOf" srcId="{AF27A308-962E-48ED-99D9-9332B9D1285D}" destId="{CF8C360C-F252-4B2E-A809-D0C817E76E87}" srcOrd="3" destOrd="0" presId="urn:microsoft.com/office/officeart/2005/8/layout/cycle3"/>
    <dgm:cxn modelId="{AC204C07-6C02-4BF8-A9CA-8AA6068DB689}" type="presParOf" srcId="{AF27A308-962E-48ED-99D9-9332B9D1285D}" destId="{4E0D9F40-384F-4EDA-91AB-5D0B72A91BA3}" srcOrd="4" destOrd="0" presId="urn:microsoft.com/office/officeart/2005/8/layout/cycle3"/>
    <dgm:cxn modelId="{45F596F8-7532-405D-9483-7F6BE7F1FC9A}" type="presParOf" srcId="{AF27A308-962E-48ED-99D9-9332B9D1285D}" destId="{592B99C5-3A58-4F93-A755-DF46BB736464}" srcOrd="5" destOrd="0" presId="urn:microsoft.com/office/officeart/2005/8/layout/cycle3"/>
    <dgm:cxn modelId="{0AB159D3-6E8C-4995-8C34-23BBCC146532}" type="presParOf" srcId="{AF27A308-962E-48ED-99D9-9332B9D1285D}" destId="{F8622C14-C9ED-49CB-B95F-BDDBB4CBE003}" srcOrd="6" destOrd="0" presId="urn:microsoft.com/office/officeart/2005/8/layout/cycle3"/>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726D0B37-B94E-4DCA-98A2-D75949B3BD4F}" type="doc">
      <dgm:prSet loTypeId="urn:microsoft.com/office/officeart/2005/8/layout/hProcess9" loCatId="process" qsTypeId="urn:microsoft.com/office/officeart/2005/8/quickstyle/simple1" qsCatId="simple" csTypeId="urn:microsoft.com/office/officeart/2005/8/colors/colorful4" csCatId="colorful" phldr="1"/>
      <dgm:spPr/>
    </dgm:pt>
    <dgm:pt modelId="{901065EB-6A47-4D0E-9367-5698D1BFCDFE}">
      <dgm:prSet phldrT="[Text]"/>
      <dgm:spPr/>
      <dgm:t>
        <a:bodyPr/>
        <a:lstStyle/>
        <a:p>
          <a:pPr>
            <a:buFont typeface="+mj-lt"/>
            <a:buAutoNum type="arabicPeriod"/>
          </a:pPr>
          <a:r>
            <a:rPr lang="en-IN" b="1" i="0" dirty="0"/>
            <a:t>Attitudes</a:t>
          </a:r>
          <a:endParaRPr lang="en-US" dirty="0"/>
        </a:p>
      </dgm:t>
    </dgm:pt>
    <dgm:pt modelId="{9EC36329-043E-42D1-8392-C1D678BD55F9}" type="parTrans" cxnId="{731935C4-6C3A-493C-A10D-35E80D7FE431}">
      <dgm:prSet/>
      <dgm:spPr/>
      <dgm:t>
        <a:bodyPr/>
        <a:lstStyle/>
        <a:p>
          <a:endParaRPr lang="en-US"/>
        </a:p>
      </dgm:t>
    </dgm:pt>
    <dgm:pt modelId="{4C81A479-E5C3-406E-A9C1-DB6BB94AE67D}" type="sibTrans" cxnId="{731935C4-6C3A-493C-A10D-35E80D7FE431}">
      <dgm:prSet/>
      <dgm:spPr/>
      <dgm:t>
        <a:bodyPr/>
        <a:lstStyle/>
        <a:p>
          <a:endParaRPr lang="en-US"/>
        </a:p>
      </dgm:t>
    </dgm:pt>
    <dgm:pt modelId="{EB230CA8-0051-4D9D-BD7A-8DA5503CEDDA}">
      <dgm:prSet phldrT="[Text]"/>
      <dgm:spPr/>
      <dgm:t>
        <a:bodyPr/>
        <a:lstStyle/>
        <a:p>
          <a:pPr>
            <a:buFont typeface="+mj-lt"/>
            <a:buAutoNum type="arabicPeriod"/>
          </a:pPr>
          <a:r>
            <a:rPr lang="en-IN" b="1" i="0" dirty="0"/>
            <a:t>Knowledge</a:t>
          </a:r>
          <a:endParaRPr lang="en-US" dirty="0"/>
        </a:p>
      </dgm:t>
    </dgm:pt>
    <dgm:pt modelId="{A9FD4AFB-C832-4885-BDBC-8208199C6694}" type="parTrans" cxnId="{83231969-5D0F-412A-BB5A-AD2D7215ED95}">
      <dgm:prSet/>
      <dgm:spPr/>
      <dgm:t>
        <a:bodyPr/>
        <a:lstStyle/>
        <a:p>
          <a:endParaRPr lang="en-US"/>
        </a:p>
      </dgm:t>
    </dgm:pt>
    <dgm:pt modelId="{43049B11-04AC-4A32-BEC8-4805B25684A3}" type="sibTrans" cxnId="{83231969-5D0F-412A-BB5A-AD2D7215ED95}">
      <dgm:prSet/>
      <dgm:spPr/>
      <dgm:t>
        <a:bodyPr/>
        <a:lstStyle/>
        <a:p>
          <a:endParaRPr lang="en-US"/>
        </a:p>
      </dgm:t>
    </dgm:pt>
    <dgm:pt modelId="{41B6B963-379F-4FFB-917B-FCD2BF7433DD}">
      <dgm:prSet phldrT="[Text]"/>
      <dgm:spPr/>
      <dgm:t>
        <a:bodyPr/>
        <a:lstStyle/>
        <a:p>
          <a:pPr>
            <a:buFont typeface="+mj-lt"/>
            <a:buAutoNum type="arabicPeriod"/>
          </a:pPr>
          <a:r>
            <a:rPr lang="en-IN" b="1" i="0" dirty="0"/>
            <a:t>Interpersonal Skills</a:t>
          </a:r>
          <a:endParaRPr lang="en-US" dirty="0"/>
        </a:p>
      </dgm:t>
    </dgm:pt>
    <dgm:pt modelId="{DA96E67A-175F-4A88-9C16-AD2AAC686351}" type="parTrans" cxnId="{A6CDE875-476A-431E-80E1-803CD9A23BEC}">
      <dgm:prSet/>
      <dgm:spPr/>
      <dgm:t>
        <a:bodyPr/>
        <a:lstStyle/>
        <a:p>
          <a:endParaRPr lang="en-US"/>
        </a:p>
      </dgm:t>
    </dgm:pt>
    <dgm:pt modelId="{3BFCBC97-A38A-4507-8E38-A271721ACA81}" type="sibTrans" cxnId="{A6CDE875-476A-431E-80E1-803CD9A23BEC}">
      <dgm:prSet/>
      <dgm:spPr/>
      <dgm:t>
        <a:bodyPr/>
        <a:lstStyle/>
        <a:p>
          <a:endParaRPr lang="en-US"/>
        </a:p>
      </dgm:t>
    </dgm:pt>
    <dgm:pt modelId="{3EEC67FE-52D1-4004-B540-EC5C4794E970}" type="pres">
      <dgm:prSet presAssocID="{726D0B37-B94E-4DCA-98A2-D75949B3BD4F}" presName="CompostProcess" presStyleCnt="0">
        <dgm:presLayoutVars>
          <dgm:dir/>
          <dgm:resizeHandles val="exact"/>
        </dgm:presLayoutVars>
      </dgm:prSet>
      <dgm:spPr/>
    </dgm:pt>
    <dgm:pt modelId="{C3A52249-7341-49F3-B414-0EE048B8307B}" type="pres">
      <dgm:prSet presAssocID="{726D0B37-B94E-4DCA-98A2-D75949B3BD4F}" presName="arrow" presStyleLbl="bgShp" presStyleIdx="0" presStyleCnt="1"/>
      <dgm:spPr/>
    </dgm:pt>
    <dgm:pt modelId="{BB2DE60C-0F78-45F4-8F20-132BE7B74699}" type="pres">
      <dgm:prSet presAssocID="{726D0B37-B94E-4DCA-98A2-D75949B3BD4F}" presName="linearProcess" presStyleCnt="0"/>
      <dgm:spPr/>
    </dgm:pt>
    <dgm:pt modelId="{A44DBA4C-C73C-4607-83A0-B3449799B032}" type="pres">
      <dgm:prSet presAssocID="{901065EB-6A47-4D0E-9367-5698D1BFCDFE}" presName="textNode" presStyleLbl="node1" presStyleIdx="0" presStyleCnt="3">
        <dgm:presLayoutVars>
          <dgm:bulletEnabled val="1"/>
        </dgm:presLayoutVars>
      </dgm:prSet>
      <dgm:spPr/>
    </dgm:pt>
    <dgm:pt modelId="{631AF254-1827-4330-8C37-5DFA899B9C53}" type="pres">
      <dgm:prSet presAssocID="{4C81A479-E5C3-406E-A9C1-DB6BB94AE67D}" presName="sibTrans" presStyleCnt="0"/>
      <dgm:spPr/>
    </dgm:pt>
    <dgm:pt modelId="{170C7E92-87B4-474F-B114-7414754D8162}" type="pres">
      <dgm:prSet presAssocID="{EB230CA8-0051-4D9D-BD7A-8DA5503CEDDA}" presName="textNode" presStyleLbl="node1" presStyleIdx="1" presStyleCnt="3">
        <dgm:presLayoutVars>
          <dgm:bulletEnabled val="1"/>
        </dgm:presLayoutVars>
      </dgm:prSet>
      <dgm:spPr/>
    </dgm:pt>
    <dgm:pt modelId="{B1FCF24C-C21A-4A48-A14E-D45FF65CC729}" type="pres">
      <dgm:prSet presAssocID="{43049B11-04AC-4A32-BEC8-4805B25684A3}" presName="sibTrans" presStyleCnt="0"/>
      <dgm:spPr/>
    </dgm:pt>
    <dgm:pt modelId="{8BF5BF82-0D43-4C55-B09F-090919B3F8E5}" type="pres">
      <dgm:prSet presAssocID="{41B6B963-379F-4FFB-917B-FCD2BF7433DD}" presName="textNode" presStyleLbl="node1" presStyleIdx="2" presStyleCnt="3">
        <dgm:presLayoutVars>
          <dgm:bulletEnabled val="1"/>
        </dgm:presLayoutVars>
      </dgm:prSet>
      <dgm:spPr/>
    </dgm:pt>
  </dgm:ptLst>
  <dgm:cxnLst>
    <dgm:cxn modelId="{002C880F-E574-48B1-9E02-3962CB77C0B9}" type="presOf" srcId="{726D0B37-B94E-4DCA-98A2-D75949B3BD4F}" destId="{3EEC67FE-52D1-4004-B540-EC5C4794E970}" srcOrd="0" destOrd="0" presId="urn:microsoft.com/office/officeart/2005/8/layout/hProcess9"/>
    <dgm:cxn modelId="{274ADB19-CE67-4DC5-A310-88D673A6924F}" type="presOf" srcId="{EB230CA8-0051-4D9D-BD7A-8DA5503CEDDA}" destId="{170C7E92-87B4-474F-B114-7414754D8162}" srcOrd="0" destOrd="0" presId="urn:microsoft.com/office/officeart/2005/8/layout/hProcess9"/>
    <dgm:cxn modelId="{83231969-5D0F-412A-BB5A-AD2D7215ED95}" srcId="{726D0B37-B94E-4DCA-98A2-D75949B3BD4F}" destId="{EB230CA8-0051-4D9D-BD7A-8DA5503CEDDA}" srcOrd="1" destOrd="0" parTransId="{A9FD4AFB-C832-4885-BDBC-8208199C6694}" sibTransId="{43049B11-04AC-4A32-BEC8-4805B25684A3}"/>
    <dgm:cxn modelId="{A6CDE875-476A-431E-80E1-803CD9A23BEC}" srcId="{726D0B37-B94E-4DCA-98A2-D75949B3BD4F}" destId="{41B6B963-379F-4FFB-917B-FCD2BF7433DD}" srcOrd="2" destOrd="0" parTransId="{DA96E67A-175F-4A88-9C16-AD2AAC686351}" sibTransId="{3BFCBC97-A38A-4507-8E38-A271721ACA81}"/>
    <dgm:cxn modelId="{1DA9F388-7508-4B16-8F31-971ECF7B8FC7}" type="presOf" srcId="{41B6B963-379F-4FFB-917B-FCD2BF7433DD}" destId="{8BF5BF82-0D43-4C55-B09F-090919B3F8E5}" srcOrd="0" destOrd="0" presId="urn:microsoft.com/office/officeart/2005/8/layout/hProcess9"/>
    <dgm:cxn modelId="{731935C4-6C3A-493C-A10D-35E80D7FE431}" srcId="{726D0B37-B94E-4DCA-98A2-D75949B3BD4F}" destId="{901065EB-6A47-4D0E-9367-5698D1BFCDFE}" srcOrd="0" destOrd="0" parTransId="{9EC36329-043E-42D1-8392-C1D678BD55F9}" sibTransId="{4C81A479-E5C3-406E-A9C1-DB6BB94AE67D}"/>
    <dgm:cxn modelId="{38995FF1-2F48-4469-A01E-66681C5CFA84}" type="presOf" srcId="{901065EB-6A47-4D0E-9367-5698D1BFCDFE}" destId="{A44DBA4C-C73C-4607-83A0-B3449799B032}" srcOrd="0" destOrd="0" presId="urn:microsoft.com/office/officeart/2005/8/layout/hProcess9"/>
    <dgm:cxn modelId="{0223016C-63D2-484B-AEB6-FA0859222B21}" type="presParOf" srcId="{3EEC67FE-52D1-4004-B540-EC5C4794E970}" destId="{C3A52249-7341-49F3-B414-0EE048B8307B}" srcOrd="0" destOrd="0" presId="urn:microsoft.com/office/officeart/2005/8/layout/hProcess9"/>
    <dgm:cxn modelId="{A7FCE9B3-3D93-438D-BFA3-330EF93A4872}" type="presParOf" srcId="{3EEC67FE-52D1-4004-B540-EC5C4794E970}" destId="{BB2DE60C-0F78-45F4-8F20-132BE7B74699}" srcOrd="1" destOrd="0" presId="urn:microsoft.com/office/officeart/2005/8/layout/hProcess9"/>
    <dgm:cxn modelId="{92DFBC50-ED4C-41C0-9F2A-65448F2DF39A}" type="presParOf" srcId="{BB2DE60C-0F78-45F4-8F20-132BE7B74699}" destId="{A44DBA4C-C73C-4607-83A0-B3449799B032}" srcOrd="0" destOrd="0" presId="urn:microsoft.com/office/officeart/2005/8/layout/hProcess9"/>
    <dgm:cxn modelId="{3D0B1BD9-DFE2-46DB-A25C-38F36087648D}" type="presParOf" srcId="{BB2DE60C-0F78-45F4-8F20-132BE7B74699}" destId="{631AF254-1827-4330-8C37-5DFA899B9C53}" srcOrd="1" destOrd="0" presId="urn:microsoft.com/office/officeart/2005/8/layout/hProcess9"/>
    <dgm:cxn modelId="{62138CDD-4ABD-417A-B093-654FD0E04688}" type="presParOf" srcId="{BB2DE60C-0F78-45F4-8F20-132BE7B74699}" destId="{170C7E92-87B4-474F-B114-7414754D8162}" srcOrd="2" destOrd="0" presId="urn:microsoft.com/office/officeart/2005/8/layout/hProcess9"/>
    <dgm:cxn modelId="{22F3AB8F-D95F-495C-8A7A-B54A3BE233AD}" type="presParOf" srcId="{BB2DE60C-0F78-45F4-8F20-132BE7B74699}" destId="{B1FCF24C-C21A-4A48-A14E-D45FF65CC729}" srcOrd="3" destOrd="0" presId="urn:microsoft.com/office/officeart/2005/8/layout/hProcess9"/>
    <dgm:cxn modelId="{BB0B794F-1A0D-4064-A848-39E260025137}" type="presParOf" srcId="{BB2DE60C-0F78-45F4-8F20-132BE7B74699}" destId="{8BF5BF82-0D43-4C55-B09F-090919B3F8E5}" srcOrd="4" destOrd="0" presId="urn:microsoft.com/office/officeart/2005/8/layout/hProcess9"/>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94E7B82A-B592-40F6-90DB-83EE166E7A5F}" type="doc">
      <dgm:prSet loTypeId="urn:microsoft.com/office/officeart/2011/layout/CircleProcess" loCatId="process" qsTypeId="urn:microsoft.com/office/officeart/2005/8/quickstyle/simple1" qsCatId="simple" csTypeId="urn:microsoft.com/office/officeart/2005/8/colors/colorful4" csCatId="colorful" phldr="1"/>
      <dgm:spPr/>
      <dgm:t>
        <a:bodyPr/>
        <a:lstStyle/>
        <a:p>
          <a:endParaRPr lang="en-US"/>
        </a:p>
      </dgm:t>
    </dgm:pt>
    <dgm:pt modelId="{720CEAE2-3C1B-4FE7-8760-8B90C9CB4141}">
      <dgm:prSet phldrT="[Text]" custT="1"/>
      <dgm:spPr/>
      <dgm:t>
        <a:bodyPr/>
        <a:lstStyle/>
        <a:p>
          <a:r>
            <a:rPr lang="en-US" sz="2400" dirty="0"/>
            <a:t>Rapport</a:t>
          </a:r>
        </a:p>
      </dgm:t>
    </dgm:pt>
    <dgm:pt modelId="{F750AD22-46D2-453A-9A24-0AFED97C802A}" type="parTrans" cxnId="{35B6EB9A-E9E8-4BAF-B942-C44616535C85}">
      <dgm:prSet/>
      <dgm:spPr/>
      <dgm:t>
        <a:bodyPr/>
        <a:lstStyle/>
        <a:p>
          <a:endParaRPr lang="en-US"/>
        </a:p>
      </dgm:t>
    </dgm:pt>
    <dgm:pt modelId="{1F6EB670-0D3C-402D-896C-7F1A96C56DA2}" type="sibTrans" cxnId="{35B6EB9A-E9E8-4BAF-B942-C44616535C85}">
      <dgm:prSet/>
      <dgm:spPr/>
      <dgm:t>
        <a:bodyPr/>
        <a:lstStyle/>
        <a:p>
          <a:endParaRPr lang="en-US"/>
        </a:p>
      </dgm:t>
    </dgm:pt>
    <dgm:pt modelId="{D6BF2A1B-A69A-4020-A102-CE20BB13FEAD}">
      <dgm:prSet phldrT="[Text]" custT="1"/>
      <dgm:spPr/>
      <dgm:t>
        <a:bodyPr/>
        <a:lstStyle/>
        <a:p>
          <a:r>
            <a:rPr lang="en-US" sz="2400" dirty="0"/>
            <a:t>Analysis</a:t>
          </a:r>
        </a:p>
      </dgm:t>
    </dgm:pt>
    <dgm:pt modelId="{72DFA033-9805-44EF-AA4C-C1B742CC375F}" type="parTrans" cxnId="{389B66A1-54AA-44C7-9B22-0588ED562335}">
      <dgm:prSet/>
      <dgm:spPr/>
      <dgm:t>
        <a:bodyPr/>
        <a:lstStyle/>
        <a:p>
          <a:endParaRPr lang="en-US"/>
        </a:p>
      </dgm:t>
    </dgm:pt>
    <dgm:pt modelId="{5C9E6BFB-502F-4F2C-A044-F396C6E6E05E}" type="sibTrans" cxnId="{389B66A1-54AA-44C7-9B22-0588ED562335}">
      <dgm:prSet/>
      <dgm:spPr/>
      <dgm:t>
        <a:bodyPr/>
        <a:lstStyle/>
        <a:p>
          <a:endParaRPr lang="en-US"/>
        </a:p>
      </dgm:t>
    </dgm:pt>
    <dgm:pt modelId="{3E1EE6CA-BE55-4CC2-B09F-69202F080B2D}">
      <dgm:prSet phldrT="[Text]"/>
      <dgm:spPr/>
      <dgm:t>
        <a:bodyPr/>
        <a:lstStyle/>
        <a:p>
          <a:r>
            <a:rPr lang="en-US" dirty="0"/>
            <a:t>Close</a:t>
          </a:r>
        </a:p>
      </dgm:t>
    </dgm:pt>
    <dgm:pt modelId="{F9836F22-A4B6-43AC-82D7-56F59CE9158E}" type="parTrans" cxnId="{21F87044-10C7-4F18-9331-F3E42C636F34}">
      <dgm:prSet/>
      <dgm:spPr/>
      <dgm:t>
        <a:bodyPr/>
        <a:lstStyle/>
        <a:p>
          <a:endParaRPr lang="en-US"/>
        </a:p>
      </dgm:t>
    </dgm:pt>
    <dgm:pt modelId="{57F20064-0279-4264-9ECC-26638A637AC9}" type="sibTrans" cxnId="{21F87044-10C7-4F18-9331-F3E42C636F34}">
      <dgm:prSet/>
      <dgm:spPr/>
      <dgm:t>
        <a:bodyPr/>
        <a:lstStyle/>
        <a:p>
          <a:endParaRPr lang="en-US"/>
        </a:p>
      </dgm:t>
    </dgm:pt>
    <dgm:pt modelId="{7886904E-4CF7-4B22-88B7-BF1C7E1B22D4}">
      <dgm:prSet custT="1"/>
      <dgm:spPr/>
      <dgm:t>
        <a:bodyPr/>
        <a:lstStyle/>
        <a:p>
          <a:r>
            <a:rPr lang="en-US" sz="2400" dirty="0"/>
            <a:t>Debate</a:t>
          </a:r>
        </a:p>
      </dgm:t>
    </dgm:pt>
    <dgm:pt modelId="{8935D9CF-FAAD-44F6-AFDF-E5CBE9DD0126}" type="parTrans" cxnId="{72786330-BD2D-46EB-8B9E-CD836DD83F96}">
      <dgm:prSet/>
      <dgm:spPr/>
      <dgm:t>
        <a:bodyPr/>
        <a:lstStyle/>
        <a:p>
          <a:endParaRPr lang="en-US"/>
        </a:p>
      </dgm:t>
    </dgm:pt>
    <dgm:pt modelId="{19692A0F-42DA-4EEB-A161-2573B216100C}" type="sibTrans" cxnId="{72786330-BD2D-46EB-8B9E-CD836DD83F96}">
      <dgm:prSet/>
      <dgm:spPr/>
      <dgm:t>
        <a:bodyPr/>
        <a:lstStyle/>
        <a:p>
          <a:endParaRPr lang="en-US"/>
        </a:p>
      </dgm:t>
    </dgm:pt>
    <dgm:pt modelId="{41CD863C-3C85-4D9B-BDDF-53CDBD88902B}">
      <dgm:prSet custT="1"/>
      <dgm:spPr/>
      <dgm:t>
        <a:bodyPr/>
        <a:lstStyle/>
        <a:p>
          <a:r>
            <a:rPr lang="en-US" sz="2400" dirty="0"/>
            <a:t>Propose</a:t>
          </a:r>
        </a:p>
      </dgm:t>
    </dgm:pt>
    <dgm:pt modelId="{2339A2FF-304A-4DBE-9034-31D60887E001}" type="parTrans" cxnId="{1B6E5CB4-C7BC-487A-9248-E9BA2A46BE9A}">
      <dgm:prSet/>
      <dgm:spPr/>
      <dgm:t>
        <a:bodyPr/>
        <a:lstStyle/>
        <a:p>
          <a:endParaRPr lang="en-US"/>
        </a:p>
      </dgm:t>
    </dgm:pt>
    <dgm:pt modelId="{16274F6A-84C1-4D65-B366-A32A7632E189}" type="sibTrans" cxnId="{1B6E5CB4-C7BC-487A-9248-E9BA2A46BE9A}">
      <dgm:prSet/>
      <dgm:spPr/>
      <dgm:t>
        <a:bodyPr/>
        <a:lstStyle/>
        <a:p>
          <a:endParaRPr lang="en-US"/>
        </a:p>
      </dgm:t>
    </dgm:pt>
    <dgm:pt modelId="{6F4B2FFC-0BB3-4D8A-A12A-62DC3DB55F44}">
      <dgm:prSet custT="1"/>
      <dgm:spPr/>
      <dgm:t>
        <a:bodyPr/>
        <a:lstStyle/>
        <a:p>
          <a:r>
            <a:rPr lang="en-US" sz="1800" dirty="0"/>
            <a:t>Agreement</a:t>
          </a:r>
        </a:p>
      </dgm:t>
    </dgm:pt>
    <dgm:pt modelId="{CE9FB2CD-8768-4B81-A2C9-A2FDC81687BA}" type="parTrans" cxnId="{44C80744-2E89-42DA-AF03-7C57D8CF9B69}">
      <dgm:prSet/>
      <dgm:spPr/>
      <dgm:t>
        <a:bodyPr/>
        <a:lstStyle/>
        <a:p>
          <a:endParaRPr lang="en-US"/>
        </a:p>
      </dgm:t>
    </dgm:pt>
    <dgm:pt modelId="{BE494BAE-D13B-42A6-A23E-62ACC6F6908C}" type="sibTrans" cxnId="{44C80744-2E89-42DA-AF03-7C57D8CF9B69}">
      <dgm:prSet/>
      <dgm:spPr/>
      <dgm:t>
        <a:bodyPr/>
        <a:lstStyle/>
        <a:p>
          <a:endParaRPr lang="en-US"/>
        </a:p>
      </dgm:t>
    </dgm:pt>
    <dgm:pt modelId="{C9130F25-5478-4035-A0FB-62810C917ADF}" type="pres">
      <dgm:prSet presAssocID="{94E7B82A-B592-40F6-90DB-83EE166E7A5F}" presName="Name0" presStyleCnt="0">
        <dgm:presLayoutVars>
          <dgm:chMax val="11"/>
          <dgm:chPref val="11"/>
          <dgm:dir/>
          <dgm:resizeHandles/>
        </dgm:presLayoutVars>
      </dgm:prSet>
      <dgm:spPr/>
    </dgm:pt>
    <dgm:pt modelId="{770DEB1B-3E84-4FBF-AA52-16B32E19AAD3}" type="pres">
      <dgm:prSet presAssocID="{3E1EE6CA-BE55-4CC2-B09F-69202F080B2D}" presName="Accent6" presStyleCnt="0"/>
      <dgm:spPr/>
    </dgm:pt>
    <dgm:pt modelId="{F1BB2C4E-992B-47EF-B513-BA1EFFF46CA1}" type="pres">
      <dgm:prSet presAssocID="{3E1EE6CA-BE55-4CC2-B09F-69202F080B2D}" presName="Accent" presStyleLbl="node1" presStyleIdx="0" presStyleCnt="6"/>
      <dgm:spPr/>
    </dgm:pt>
    <dgm:pt modelId="{4F91CCA7-5C92-4434-A785-C340BA8C9FE2}" type="pres">
      <dgm:prSet presAssocID="{3E1EE6CA-BE55-4CC2-B09F-69202F080B2D}" presName="ParentBackground6" presStyleCnt="0"/>
      <dgm:spPr/>
    </dgm:pt>
    <dgm:pt modelId="{64F08D3E-355F-40AE-81FC-FC6D6F477C42}" type="pres">
      <dgm:prSet presAssocID="{3E1EE6CA-BE55-4CC2-B09F-69202F080B2D}" presName="ParentBackground" presStyleLbl="fgAcc1" presStyleIdx="0" presStyleCnt="6"/>
      <dgm:spPr/>
    </dgm:pt>
    <dgm:pt modelId="{9679E521-30F3-433C-832B-AB854DEF5935}" type="pres">
      <dgm:prSet presAssocID="{3E1EE6CA-BE55-4CC2-B09F-69202F080B2D}" presName="Parent6" presStyleLbl="revTx" presStyleIdx="0" presStyleCnt="0">
        <dgm:presLayoutVars>
          <dgm:chMax val="1"/>
          <dgm:chPref val="1"/>
          <dgm:bulletEnabled val="1"/>
        </dgm:presLayoutVars>
      </dgm:prSet>
      <dgm:spPr/>
    </dgm:pt>
    <dgm:pt modelId="{FF06BA4E-0536-45D5-9647-B2C2CA005359}" type="pres">
      <dgm:prSet presAssocID="{6F4B2FFC-0BB3-4D8A-A12A-62DC3DB55F44}" presName="Accent5" presStyleCnt="0"/>
      <dgm:spPr/>
    </dgm:pt>
    <dgm:pt modelId="{84F3596A-4583-4120-97D8-A9E3F2D4069D}" type="pres">
      <dgm:prSet presAssocID="{6F4B2FFC-0BB3-4D8A-A12A-62DC3DB55F44}" presName="Accent" presStyleLbl="node1" presStyleIdx="1" presStyleCnt="6"/>
      <dgm:spPr/>
    </dgm:pt>
    <dgm:pt modelId="{53E55D43-A9DA-45F9-9BDC-593ABF580BB1}" type="pres">
      <dgm:prSet presAssocID="{6F4B2FFC-0BB3-4D8A-A12A-62DC3DB55F44}" presName="ParentBackground5" presStyleCnt="0"/>
      <dgm:spPr/>
    </dgm:pt>
    <dgm:pt modelId="{49335B65-F123-412C-8F29-2174DD5C2130}" type="pres">
      <dgm:prSet presAssocID="{6F4B2FFC-0BB3-4D8A-A12A-62DC3DB55F44}" presName="ParentBackground" presStyleLbl="fgAcc1" presStyleIdx="1" presStyleCnt="6"/>
      <dgm:spPr/>
    </dgm:pt>
    <dgm:pt modelId="{6650E892-AEAF-433E-BE3D-B8D9BBB3133A}" type="pres">
      <dgm:prSet presAssocID="{6F4B2FFC-0BB3-4D8A-A12A-62DC3DB55F44}" presName="Parent5" presStyleLbl="revTx" presStyleIdx="0" presStyleCnt="0">
        <dgm:presLayoutVars>
          <dgm:chMax val="1"/>
          <dgm:chPref val="1"/>
          <dgm:bulletEnabled val="1"/>
        </dgm:presLayoutVars>
      </dgm:prSet>
      <dgm:spPr/>
    </dgm:pt>
    <dgm:pt modelId="{84908BC0-DF0C-4458-AC54-34F7C961882F}" type="pres">
      <dgm:prSet presAssocID="{41CD863C-3C85-4D9B-BDDF-53CDBD88902B}" presName="Accent4" presStyleCnt="0"/>
      <dgm:spPr/>
    </dgm:pt>
    <dgm:pt modelId="{4E11F174-3C1B-4781-9E20-B9BF188EFB6E}" type="pres">
      <dgm:prSet presAssocID="{41CD863C-3C85-4D9B-BDDF-53CDBD88902B}" presName="Accent" presStyleLbl="node1" presStyleIdx="2" presStyleCnt="6"/>
      <dgm:spPr/>
    </dgm:pt>
    <dgm:pt modelId="{5A0D7666-1CB1-4959-8D4E-727FECA9280E}" type="pres">
      <dgm:prSet presAssocID="{41CD863C-3C85-4D9B-BDDF-53CDBD88902B}" presName="ParentBackground4" presStyleCnt="0"/>
      <dgm:spPr/>
    </dgm:pt>
    <dgm:pt modelId="{A2D09537-6E54-45D7-AFA1-FC74C6BA01DD}" type="pres">
      <dgm:prSet presAssocID="{41CD863C-3C85-4D9B-BDDF-53CDBD88902B}" presName="ParentBackground" presStyleLbl="fgAcc1" presStyleIdx="2" presStyleCnt="6"/>
      <dgm:spPr/>
    </dgm:pt>
    <dgm:pt modelId="{89B6B1CA-740A-4AD2-979F-C7856D3D413D}" type="pres">
      <dgm:prSet presAssocID="{41CD863C-3C85-4D9B-BDDF-53CDBD88902B}" presName="Parent4" presStyleLbl="revTx" presStyleIdx="0" presStyleCnt="0">
        <dgm:presLayoutVars>
          <dgm:chMax val="1"/>
          <dgm:chPref val="1"/>
          <dgm:bulletEnabled val="1"/>
        </dgm:presLayoutVars>
      </dgm:prSet>
      <dgm:spPr/>
    </dgm:pt>
    <dgm:pt modelId="{AC90CBA1-B916-4F6F-B8F8-8160D614675E}" type="pres">
      <dgm:prSet presAssocID="{7886904E-4CF7-4B22-88B7-BF1C7E1B22D4}" presName="Accent3" presStyleCnt="0"/>
      <dgm:spPr/>
    </dgm:pt>
    <dgm:pt modelId="{A77F2258-CBD4-4F96-8540-E495AD038D05}" type="pres">
      <dgm:prSet presAssocID="{7886904E-4CF7-4B22-88B7-BF1C7E1B22D4}" presName="Accent" presStyleLbl="node1" presStyleIdx="3" presStyleCnt="6"/>
      <dgm:spPr/>
    </dgm:pt>
    <dgm:pt modelId="{99D2693D-9940-4C8B-A43C-056C0A1F5ECF}" type="pres">
      <dgm:prSet presAssocID="{7886904E-4CF7-4B22-88B7-BF1C7E1B22D4}" presName="ParentBackground3" presStyleCnt="0"/>
      <dgm:spPr/>
    </dgm:pt>
    <dgm:pt modelId="{AE180B4E-246C-413C-82D6-D04584A9824C}" type="pres">
      <dgm:prSet presAssocID="{7886904E-4CF7-4B22-88B7-BF1C7E1B22D4}" presName="ParentBackground" presStyleLbl="fgAcc1" presStyleIdx="3" presStyleCnt="6"/>
      <dgm:spPr/>
    </dgm:pt>
    <dgm:pt modelId="{B24884AE-BBF8-40FB-919D-FE2F1DEB1903}" type="pres">
      <dgm:prSet presAssocID="{7886904E-4CF7-4B22-88B7-BF1C7E1B22D4}" presName="Parent3" presStyleLbl="revTx" presStyleIdx="0" presStyleCnt="0">
        <dgm:presLayoutVars>
          <dgm:chMax val="1"/>
          <dgm:chPref val="1"/>
          <dgm:bulletEnabled val="1"/>
        </dgm:presLayoutVars>
      </dgm:prSet>
      <dgm:spPr/>
    </dgm:pt>
    <dgm:pt modelId="{3D2BF7A7-7297-4412-975B-D69839679B18}" type="pres">
      <dgm:prSet presAssocID="{D6BF2A1B-A69A-4020-A102-CE20BB13FEAD}" presName="Accent2" presStyleCnt="0"/>
      <dgm:spPr/>
    </dgm:pt>
    <dgm:pt modelId="{1622990F-72AE-48F3-AC6E-DA3BFDA1C603}" type="pres">
      <dgm:prSet presAssocID="{D6BF2A1B-A69A-4020-A102-CE20BB13FEAD}" presName="Accent" presStyleLbl="node1" presStyleIdx="4" presStyleCnt="6"/>
      <dgm:spPr/>
    </dgm:pt>
    <dgm:pt modelId="{B96ACB19-4350-4B41-B64E-001BE0CF34D4}" type="pres">
      <dgm:prSet presAssocID="{D6BF2A1B-A69A-4020-A102-CE20BB13FEAD}" presName="ParentBackground2" presStyleCnt="0"/>
      <dgm:spPr/>
    </dgm:pt>
    <dgm:pt modelId="{8E69CDA1-F2E6-4FCF-84F1-C835C1A02300}" type="pres">
      <dgm:prSet presAssocID="{D6BF2A1B-A69A-4020-A102-CE20BB13FEAD}" presName="ParentBackground" presStyleLbl="fgAcc1" presStyleIdx="4" presStyleCnt="6"/>
      <dgm:spPr/>
    </dgm:pt>
    <dgm:pt modelId="{BF8A6DF5-35E9-4D2E-95B1-F528A36C957E}" type="pres">
      <dgm:prSet presAssocID="{D6BF2A1B-A69A-4020-A102-CE20BB13FEAD}" presName="Parent2" presStyleLbl="revTx" presStyleIdx="0" presStyleCnt="0">
        <dgm:presLayoutVars>
          <dgm:chMax val="1"/>
          <dgm:chPref val="1"/>
          <dgm:bulletEnabled val="1"/>
        </dgm:presLayoutVars>
      </dgm:prSet>
      <dgm:spPr/>
    </dgm:pt>
    <dgm:pt modelId="{CE9424CC-807F-4BB4-940D-572B58BCD8F2}" type="pres">
      <dgm:prSet presAssocID="{720CEAE2-3C1B-4FE7-8760-8B90C9CB4141}" presName="Accent1" presStyleCnt="0"/>
      <dgm:spPr/>
    </dgm:pt>
    <dgm:pt modelId="{5FA83D89-EE2C-4D12-B884-3F0AD4230045}" type="pres">
      <dgm:prSet presAssocID="{720CEAE2-3C1B-4FE7-8760-8B90C9CB4141}" presName="Accent" presStyleLbl="node1" presStyleIdx="5" presStyleCnt="6"/>
      <dgm:spPr/>
    </dgm:pt>
    <dgm:pt modelId="{5B64744A-D685-44A4-B72D-E74B0CBA4FAE}" type="pres">
      <dgm:prSet presAssocID="{720CEAE2-3C1B-4FE7-8760-8B90C9CB4141}" presName="ParentBackground1" presStyleCnt="0"/>
      <dgm:spPr/>
    </dgm:pt>
    <dgm:pt modelId="{B8934C22-E9E7-47AA-B2B8-C1BC2799A0ED}" type="pres">
      <dgm:prSet presAssocID="{720CEAE2-3C1B-4FE7-8760-8B90C9CB4141}" presName="ParentBackground" presStyleLbl="fgAcc1" presStyleIdx="5" presStyleCnt="6"/>
      <dgm:spPr/>
    </dgm:pt>
    <dgm:pt modelId="{149D5428-9C77-4CBF-9ADF-ED16017AF38B}" type="pres">
      <dgm:prSet presAssocID="{720CEAE2-3C1B-4FE7-8760-8B90C9CB4141}" presName="Parent1" presStyleLbl="revTx" presStyleIdx="0" presStyleCnt="0">
        <dgm:presLayoutVars>
          <dgm:chMax val="1"/>
          <dgm:chPref val="1"/>
          <dgm:bulletEnabled val="1"/>
        </dgm:presLayoutVars>
      </dgm:prSet>
      <dgm:spPr/>
    </dgm:pt>
  </dgm:ptLst>
  <dgm:cxnLst>
    <dgm:cxn modelId="{CC817C0C-FD07-405A-B20D-CC0B9EAD2185}" type="presOf" srcId="{3E1EE6CA-BE55-4CC2-B09F-69202F080B2D}" destId="{64F08D3E-355F-40AE-81FC-FC6D6F477C42}" srcOrd="0" destOrd="0" presId="urn:microsoft.com/office/officeart/2011/layout/CircleProcess"/>
    <dgm:cxn modelId="{53596E0D-709C-4EE0-AC86-D484726A5732}" type="presOf" srcId="{6F4B2FFC-0BB3-4D8A-A12A-62DC3DB55F44}" destId="{49335B65-F123-412C-8F29-2174DD5C2130}" srcOrd="0" destOrd="0" presId="urn:microsoft.com/office/officeart/2011/layout/CircleProcess"/>
    <dgm:cxn modelId="{AA706D0F-B939-4844-9508-2AF712968F44}" type="presOf" srcId="{D6BF2A1B-A69A-4020-A102-CE20BB13FEAD}" destId="{8E69CDA1-F2E6-4FCF-84F1-C835C1A02300}" srcOrd="0" destOrd="0" presId="urn:microsoft.com/office/officeart/2011/layout/CircleProcess"/>
    <dgm:cxn modelId="{72786330-BD2D-46EB-8B9E-CD836DD83F96}" srcId="{94E7B82A-B592-40F6-90DB-83EE166E7A5F}" destId="{7886904E-4CF7-4B22-88B7-BF1C7E1B22D4}" srcOrd="2" destOrd="0" parTransId="{8935D9CF-FAAD-44F6-AFDF-E5CBE9DD0126}" sibTransId="{19692A0F-42DA-4EEB-A161-2573B216100C}"/>
    <dgm:cxn modelId="{EF80675E-F59D-45E2-A49A-8E08A7E07B55}" type="presOf" srcId="{720CEAE2-3C1B-4FE7-8760-8B90C9CB4141}" destId="{149D5428-9C77-4CBF-9ADF-ED16017AF38B}" srcOrd="1" destOrd="0" presId="urn:microsoft.com/office/officeart/2011/layout/CircleProcess"/>
    <dgm:cxn modelId="{97DDB35F-0545-4F61-AF7A-600375A23E45}" type="presOf" srcId="{94E7B82A-B592-40F6-90DB-83EE166E7A5F}" destId="{C9130F25-5478-4035-A0FB-62810C917ADF}" srcOrd="0" destOrd="0" presId="urn:microsoft.com/office/officeart/2011/layout/CircleProcess"/>
    <dgm:cxn modelId="{44C80744-2E89-42DA-AF03-7C57D8CF9B69}" srcId="{94E7B82A-B592-40F6-90DB-83EE166E7A5F}" destId="{6F4B2FFC-0BB3-4D8A-A12A-62DC3DB55F44}" srcOrd="4" destOrd="0" parTransId="{CE9FB2CD-8768-4B81-A2C9-A2FDC81687BA}" sibTransId="{BE494BAE-D13B-42A6-A23E-62ACC6F6908C}"/>
    <dgm:cxn modelId="{21F87044-10C7-4F18-9331-F3E42C636F34}" srcId="{94E7B82A-B592-40F6-90DB-83EE166E7A5F}" destId="{3E1EE6CA-BE55-4CC2-B09F-69202F080B2D}" srcOrd="5" destOrd="0" parTransId="{F9836F22-A4B6-43AC-82D7-56F59CE9158E}" sibTransId="{57F20064-0279-4264-9ECC-26638A637AC9}"/>
    <dgm:cxn modelId="{439E1F68-DC33-42D4-906D-0C7F6595E29C}" type="presOf" srcId="{3E1EE6CA-BE55-4CC2-B09F-69202F080B2D}" destId="{9679E521-30F3-433C-832B-AB854DEF5935}" srcOrd="1" destOrd="0" presId="urn:microsoft.com/office/officeart/2011/layout/CircleProcess"/>
    <dgm:cxn modelId="{915B0E81-87AB-49A9-8D69-BB38D3D6A604}" type="presOf" srcId="{41CD863C-3C85-4D9B-BDDF-53CDBD88902B}" destId="{A2D09537-6E54-45D7-AFA1-FC74C6BA01DD}" srcOrd="0" destOrd="0" presId="urn:microsoft.com/office/officeart/2011/layout/CircleProcess"/>
    <dgm:cxn modelId="{6814D595-703E-452F-90DD-120708E70076}" type="presOf" srcId="{41CD863C-3C85-4D9B-BDDF-53CDBD88902B}" destId="{89B6B1CA-740A-4AD2-979F-C7856D3D413D}" srcOrd="1" destOrd="0" presId="urn:microsoft.com/office/officeart/2011/layout/CircleProcess"/>
    <dgm:cxn modelId="{35B6EB9A-E9E8-4BAF-B942-C44616535C85}" srcId="{94E7B82A-B592-40F6-90DB-83EE166E7A5F}" destId="{720CEAE2-3C1B-4FE7-8760-8B90C9CB4141}" srcOrd="0" destOrd="0" parTransId="{F750AD22-46D2-453A-9A24-0AFED97C802A}" sibTransId="{1F6EB670-0D3C-402D-896C-7F1A96C56DA2}"/>
    <dgm:cxn modelId="{389B66A1-54AA-44C7-9B22-0588ED562335}" srcId="{94E7B82A-B592-40F6-90DB-83EE166E7A5F}" destId="{D6BF2A1B-A69A-4020-A102-CE20BB13FEAD}" srcOrd="1" destOrd="0" parTransId="{72DFA033-9805-44EF-AA4C-C1B742CC375F}" sibTransId="{5C9E6BFB-502F-4F2C-A044-F396C6E6E05E}"/>
    <dgm:cxn modelId="{F58324A3-3A66-4E3F-AFF5-8052C12251A3}" type="presOf" srcId="{7886904E-4CF7-4B22-88B7-BF1C7E1B22D4}" destId="{AE180B4E-246C-413C-82D6-D04584A9824C}" srcOrd="0" destOrd="0" presId="urn:microsoft.com/office/officeart/2011/layout/CircleProcess"/>
    <dgm:cxn modelId="{1B6E5CB4-C7BC-487A-9248-E9BA2A46BE9A}" srcId="{94E7B82A-B592-40F6-90DB-83EE166E7A5F}" destId="{41CD863C-3C85-4D9B-BDDF-53CDBD88902B}" srcOrd="3" destOrd="0" parTransId="{2339A2FF-304A-4DBE-9034-31D60887E001}" sibTransId="{16274F6A-84C1-4D65-B366-A32A7632E189}"/>
    <dgm:cxn modelId="{933235D7-7B6E-4EF3-A2CD-44923ACA4185}" type="presOf" srcId="{7886904E-4CF7-4B22-88B7-BF1C7E1B22D4}" destId="{B24884AE-BBF8-40FB-919D-FE2F1DEB1903}" srcOrd="1" destOrd="0" presId="urn:microsoft.com/office/officeart/2011/layout/CircleProcess"/>
    <dgm:cxn modelId="{092ABBE9-C7ED-417F-8F90-256E44269168}" type="presOf" srcId="{720CEAE2-3C1B-4FE7-8760-8B90C9CB4141}" destId="{B8934C22-E9E7-47AA-B2B8-C1BC2799A0ED}" srcOrd="0" destOrd="0" presId="urn:microsoft.com/office/officeart/2011/layout/CircleProcess"/>
    <dgm:cxn modelId="{E7C931ED-12ED-442B-A304-F38525E3EE15}" type="presOf" srcId="{6F4B2FFC-0BB3-4D8A-A12A-62DC3DB55F44}" destId="{6650E892-AEAF-433E-BE3D-B8D9BBB3133A}" srcOrd="1" destOrd="0" presId="urn:microsoft.com/office/officeart/2011/layout/CircleProcess"/>
    <dgm:cxn modelId="{F93B14EE-9AF2-491F-AC26-D93AEC7468AA}" type="presOf" srcId="{D6BF2A1B-A69A-4020-A102-CE20BB13FEAD}" destId="{BF8A6DF5-35E9-4D2E-95B1-F528A36C957E}" srcOrd="1" destOrd="0" presId="urn:microsoft.com/office/officeart/2011/layout/CircleProcess"/>
    <dgm:cxn modelId="{C0D618EE-BB15-48D8-9D06-A703883069F4}" type="presParOf" srcId="{C9130F25-5478-4035-A0FB-62810C917ADF}" destId="{770DEB1B-3E84-4FBF-AA52-16B32E19AAD3}" srcOrd="0" destOrd="0" presId="urn:microsoft.com/office/officeart/2011/layout/CircleProcess"/>
    <dgm:cxn modelId="{1A16B766-3261-405A-B5D3-91EA63F9BEC0}" type="presParOf" srcId="{770DEB1B-3E84-4FBF-AA52-16B32E19AAD3}" destId="{F1BB2C4E-992B-47EF-B513-BA1EFFF46CA1}" srcOrd="0" destOrd="0" presId="urn:microsoft.com/office/officeart/2011/layout/CircleProcess"/>
    <dgm:cxn modelId="{4101DB02-E316-41E7-8D95-C37670F1BE1A}" type="presParOf" srcId="{C9130F25-5478-4035-A0FB-62810C917ADF}" destId="{4F91CCA7-5C92-4434-A785-C340BA8C9FE2}" srcOrd="1" destOrd="0" presId="urn:microsoft.com/office/officeart/2011/layout/CircleProcess"/>
    <dgm:cxn modelId="{9309E3BE-BBE9-44DE-BF2C-6E705334F461}" type="presParOf" srcId="{4F91CCA7-5C92-4434-A785-C340BA8C9FE2}" destId="{64F08D3E-355F-40AE-81FC-FC6D6F477C42}" srcOrd="0" destOrd="0" presId="urn:microsoft.com/office/officeart/2011/layout/CircleProcess"/>
    <dgm:cxn modelId="{DCC879F2-68C0-4B14-85BC-522ABCF7A4CE}" type="presParOf" srcId="{C9130F25-5478-4035-A0FB-62810C917ADF}" destId="{9679E521-30F3-433C-832B-AB854DEF5935}" srcOrd="2" destOrd="0" presId="urn:microsoft.com/office/officeart/2011/layout/CircleProcess"/>
    <dgm:cxn modelId="{1E977A11-D664-4FAC-B896-855BE9A25F4F}" type="presParOf" srcId="{C9130F25-5478-4035-A0FB-62810C917ADF}" destId="{FF06BA4E-0536-45D5-9647-B2C2CA005359}" srcOrd="3" destOrd="0" presId="urn:microsoft.com/office/officeart/2011/layout/CircleProcess"/>
    <dgm:cxn modelId="{C52B2D8A-1377-4B57-9302-5228CA3E999C}" type="presParOf" srcId="{FF06BA4E-0536-45D5-9647-B2C2CA005359}" destId="{84F3596A-4583-4120-97D8-A9E3F2D4069D}" srcOrd="0" destOrd="0" presId="urn:microsoft.com/office/officeart/2011/layout/CircleProcess"/>
    <dgm:cxn modelId="{4BCDCF94-3C93-491A-948F-CC769226779D}" type="presParOf" srcId="{C9130F25-5478-4035-A0FB-62810C917ADF}" destId="{53E55D43-A9DA-45F9-9BDC-593ABF580BB1}" srcOrd="4" destOrd="0" presId="urn:microsoft.com/office/officeart/2011/layout/CircleProcess"/>
    <dgm:cxn modelId="{443B467A-5797-450B-A1B0-331A573DD73F}" type="presParOf" srcId="{53E55D43-A9DA-45F9-9BDC-593ABF580BB1}" destId="{49335B65-F123-412C-8F29-2174DD5C2130}" srcOrd="0" destOrd="0" presId="urn:microsoft.com/office/officeart/2011/layout/CircleProcess"/>
    <dgm:cxn modelId="{97260097-DE4C-4ACB-BD22-9483AA16139E}" type="presParOf" srcId="{C9130F25-5478-4035-A0FB-62810C917ADF}" destId="{6650E892-AEAF-433E-BE3D-B8D9BBB3133A}" srcOrd="5" destOrd="0" presId="urn:microsoft.com/office/officeart/2011/layout/CircleProcess"/>
    <dgm:cxn modelId="{E50CCAA2-02B8-45C8-993D-0127431B6853}" type="presParOf" srcId="{C9130F25-5478-4035-A0FB-62810C917ADF}" destId="{84908BC0-DF0C-4458-AC54-34F7C961882F}" srcOrd="6" destOrd="0" presId="urn:microsoft.com/office/officeart/2011/layout/CircleProcess"/>
    <dgm:cxn modelId="{89453423-FB27-4FB1-A553-1763E170F360}" type="presParOf" srcId="{84908BC0-DF0C-4458-AC54-34F7C961882F}" destId="{4E11F174-3C1B-4781-9E20-B9BF188EFB6E}" srcOrd="0" destOrd="0" presId="urn:microsoft.com/office/officeart/2011/layout/CircleProcess"/>
    <dgm:cxn modelId="{8FF68357-13A1-4136-824B-C3293AC3DCD2}" type="presParOf" srcId="{C9130F25-5478-4035-A0FB-62810C917ADF}" destId="{5A0D7666-1CB1-4959-8D4E-727FECA9280E}" srcOrd="7" destOrd="0" presId="urn:microsoft.com/office/officeart/2011/layout/CircleProcess"/>
    <dgm:cxn modelId="{882819AB-E238-4152-B365-CD62266DF31A}" type="presParOf" srcId="{5A0D7666-1CB1-4959-8D4E-727FECA9280E}" destId="{A2D09537-6E54-45D7-AFA1-FC74C6BA01DD}" srcOrd="0" destOrd="0" presId="urn:microsoft.com/office/officeart/2011/layout/CircleProcess"/>
    <dgm:cxn modelId="{A831CC2A-11A6-464D-96CB-469892332132}" type="presParOf" srcId="{C9130F25-5478-4035-A0FB-62810C917ADF}" destId="{89B6B1CA-740A-4AD2-979F-C7856D3D413D}" srcOrd="8" destOrd="0" presId="urn:microsoft.com/office/officeart/2011/layout/CircleProcess"/>
    <dgm:cxn modelId="{F72DD2BE-A310-4CF1-8ED3-7E4194C0042B}" type="presParOf" srcId="{C9130F25-5478-4035-A0FB-62810C917ADF}" destId="{AC90CBA1-B916-4F6F-B8F8-8160D614675E}" srcOrd="9" destOrd="0" presId="urn:microsoft.com/office/officeart/2011/layout/CircleProcess"/>
    <dgm:cxn modelId="{AC58F352-BEC8-4129-B40F-671723181654}" type="presParOf" srcId="{AC90CBA1-B916-4F6F-B8F8-8160D614675E}" destId="{A77F2258-CBD4-4F96-8540-E495AD038D05}" srcOrd="0" destOrd="0" presId="urn:microsoft.com/office/officeart/2011/layout/CircleProcess"/>
    <dgm:cxn modelId="{B0E2C3C8-375C-4063-AC1A-ECB169179CB5}" type="presParOf" srcId="{C9130F25-5478-4035-A0FB-62810C917ADF}" destId="{99D2693D-9940-4C8B-A43C-056C0A1F5ECF}" srcOrd="10" destOrd="0" presId="urn:microsoft.com/office/officeart/2011/layout/CircleProcess"/>
    <dgm:cxn modelId="{4BDD20B0-66C3-4127-B718-9B428C3D3899}" type="presParOf" srcId="{99D2693D-9940-4C8B-A43C-056C0A1F5ECF}" destId="{AE180B4E-246C-413C-82D6-D04584A9824C}" srcOrd="0" destOrd="0" presId="urn:microsoft.com/office/officeart/2011/layout/CircleProcess"/>
    <dgm:cxn modelId="{3B8DE8E4-B5EB-4A6F-838D-E6BF83CD0ED3}" type="presParOf" srcId="{C9130F25-5478-4035-A0FB-62810C917ADF}" destId="{B24884AE-BBF8-40FB-919D-FE2F1DEB1903}" srcOrd="11" destOrd="0" presId="urn:microsoft.com/office/officeart/2011/layout/CircleProcess"/>
    <dgm:cxn modelId="{443ED1CD-7A97-4B89-9E92-C3523AFD1ACE}" type="presParOf" srcId="{C9130F25-5478-4035-A0FB-62810C917ADF}" destId="{3D2BF7A7-7297-4412-975B-D69839679B18}" srcOrd="12" destOrd="0" presId="urn:microsoft.com/office/officeart/2011/layout/CircleProcess"/>
    <dgm:cxn modelId="{4D4FA651-FD47-4DB2-ACA3-A6DF36275973}" type="presParOf" srcId="{3D2BF7A7-7297-4412-975B-D69839679B18}" destId="{1622990F-72AE-48F3-AC6E-DA3BFDA1C603}" srcOrd="0" destOrd="0" presId="urn:microsoft.com/office/officeart/2011/layout/CircleProcess"/>
    <dgm:cxn modelId="{0FDD90D8-D9F8-4EDC-8BE4-300A32CBF514}" type="presParOf" srcId="{C9130F25-5478-4035-A0FB-62810C917ADF}" destId="{B96ACB19-4350-4B41-B64E-001BE0CF34D4}" srcOrd="13" destOrd="0" presId="urn:microsoft.com/office/officeart/2011/layout/CircleProcess"/>
    <dgm:cxn modelId="{F06756D7-9B09-4D6A-876A-01CF88551DC2}" type="presParOf" srcId="{B96ACB19-4350-4B41-B64E-001BE0CF34D4}" destId="{8E69CDA1-F2E6-4FCF-84F1-C835C1A02300}" srcOrd="0" destOrd="0" presId="urn:microsoft.com/office/officeart/2011/layout/CircleProcess"/>
    <dgm:cxn modelId="{66F50435-C010-4034-B75A-D72C5AE47F78}" type="presParOf" srcId="{C9130F25-5478-4035-A0FB-62810C917ADF}" destId="{BF8A6DF5-35E9-4D2E-95B1-F528A36C957E}" srcOrd="14" destOrd="0" presId="urn:microsoft.com/office/officeart/2011/layout/CircleProcess"/>
    <dgm:cxn modelId="{D2038D28-0397-4B1C-934B-8EB6DA0992A2}" type="presParOf" srcId="{C9130F25-5478-4035-A0FB-62810C917ADF}" destId="{CE9424CC-807F-4BB4-940D-572B58BCD8F2}" srcOrd="15" destOrd="0" presId="urn:microsoft.com/office/officeart/2011/layout/CircleProcess"/>
    <dgm:cxn modelId="{B60CA690-0ECB-4E3B-8D40-7CDA7C3EEE58}" type="presParOf" srcId="{CE9424CC-807F-4BB4-940D-572B58BCD8F2}" destId="{5FA83D89-EE2C-4D12-B884-3F0AD4230045}" srcOrd="0" destOrd="0" presId="urn:microsoft.com/office/officeart/2011/layout/CircleProcess"/>
    <dgm:cxn modelId="{E3F66490-C6ED-42E6-A56B-667A1DF85CD3}" type="presParOf" srcId="{C9130F25-5478-4035-A0FB-62810C917ADF}" destId="{5B64744A-D685-44A4-B72D-E74B0CBA4FAE}" srcOrd="16" destOrd="0" presId="urn:microsoft.com/office/officeart/2011/layout/CircleProcess"/>
    <dgm:cxn modelId="{EBBA618C-69BB-4487-95FA-6414D5348B4E}" type="presParOf" srcId="{5B64744A-D685-44A4-B72D-E74B0CBA4FAE}" destId="{B8934C22-E9E7-47AA-B2B8-C1BC2799A0ED}" srcOrd="0" destOrd="0" presId="urn:microsoft.com/office/officeart/2011/layout/CircleProcess"/>
    <dgm:cxn modelId="{E5DB4100-DBA1-4640-B9C3-FC5255073088}" type="presParOf" srcId="{C9130F25-5478-4035-A0FB-62810C917ADF}" destId="{149D5428-9C77-4CBF-9ADF-ED16017AF38B}" srcOrd="17" destOrd="0" presId="urn:microsoft.com/office/officeart/2011/layout/Circle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3D958DB4-9DC6-4A7F-8EA7-A16DBCFD07A1}" type="doc">
      <dgm:prSet loTypeId="urn:microsoft.com/office/officeart/2008/layout/AlternatingHexagons" loCatId="list" qsTypeId="urn:microsoft.com/office/officeart/2005/8/quickstyle/simple1" qsCatId="simple" csTypeId="urn:microsoft.com/office/officeart/2005/8/colors/accent1_2" csCatId="accent1" phldr="1"/>
      <dgm:spPr/>
      <dgm:t>
        <a:bodyPr/>
        <a:lstStyle/>
        <a:p>
          <a:endParaRPr lang="en-US"/>
        </a:p>
      </dgm:t>
    </dgm:pt>
    <dgm:pt modelId="{DB14A963-FFAE-4443-A715-B7E375999956}">
      <dgm:prSet phldrT="[Text]"/>
      <dgm:spPr/>
      <dgm:t>
        <a:bodyPr/>
        <a:lstStyle/>
        <a:p>
          <a:r>
            <a:rPr lang="en-IN" b="0" i="0" dirty="0"/>
            <a:t>Problem Analysis</a:t>
          </a:r>
          <a:endParaRPr lang="en-US" dirty="0"/>
        </a:p>
      </dgm:t>
    </dgm:pt>
    <dgm:pt modelId="{7E21F0E0-3A2F-49E4-A134-2CB9DD8E6566}" type="parTrans" cxnId="{A9EA21AD-4348-4226-A29E-A06E44A7EDC5}">
      <dgm:prSet/>
      <dgm:spPr/>
      <dgm:t>
        <a:bodyPr/>
        <a:lstStyle/>
        <a:p>
          <a:endParaRPr lang="en-US"/>
        </a:p>
      </dgm:t>
    </dgm:pt>
    <dgm:pt modelId="{2121B7BD-A414-4B2D-AAFD-E4FF3C210B2D}" type="sibTrans" cxnId="{A9EA21AD-4348-4226-A29E-A06E44A7EDC5}">
      <dgm:prSet custT="1"/>
      <dgm:spPr/>
      <dgm:t>
        <a:bodyPr/>
        <a:lstStyle/>
        <a:p>
          <a:r>
            <a:rPr lang="en-US" sz="2400" dirty="0"/>
            <a:t>Preparation</a:t>
          </a:r>
        </a:p>
      </dgm:t>
    </dgm:pt>
    <dgm:pt modelId="{2C39160D-6D6D-42AB-AAB1-32D86E3CF3AE}" type="pres">
      <dgm:prSet presAssocID="{3D958DB4-9DC6-4A7F-8EA7-A16DBCFD07A1}" presName="Name0" presStyleCnt="0">
        <dgm:presLayoutVars>
          <dgm:chMax/>
          <dgm:chPref/>
          <dgm:dir/>
          <dgm:animLvl val="lvl"/>
        </dgm:presLayoutVars>
      </dgm:prSet>
      <dgm:spPr/>
    </dgm:pt>
    <dgm:pt modelId="{045CCB53-E0E6-45BA-9367-30CB3664C1C9}" type="pres">
      <dgm:prSet presAssocID="{DB14A963-FFAE-4443-A715-B7E375999956}" presName="composite" presStyleCnt="0"/>
      <dgm:spPr/>
    </dgm:pt>
    <dgm:pt modelId="{15CE86F6-DC50-4778-BA99-F6539C983362}" type="pres">
      <dgm:prSet presAssocID="{DB14A963-FFAE-4443-A715-B7E375999956}" presName="Parent1" presStyleLbl="node1" presStyleIdx="0" presStyleCnt="2" custScaleX="79387" custScaleY="82160" custLinFactX="-77116" custLinFactNeighborX="-100000" custLinFactNeighborY="-55348">
        <dgm:presLayoutVars>
          <dgm:chMax val="1"/>
          <dgm:chPref val="1"/>
          <dgm:bulletEnabled val="1"/>
        </dgm:presLayoutVars>
      </dgm:prSet>
      <dgm:spPr/>
    </dgm:pt>
    <dgm:pt modelId="{B547820A-D725-4B3D-850F-548236E7A962}" type="pres">
      <dgm:prSet presAssocID="{DB14A963-FFAE-4443-A715-B7E375999956}" presName="Childtext1" presStyleLbl="revTx" presStyleIdx="0" presStyleCnt="1">
        <dgm:presLayoutVars>
          <dgm:chMax val="0"/>
          <dgm:chPref val="0"/>
          <dgm:bulletEnabled val="1"/>
        </dgm:presLayoutVars>
      </dgm:prSet>
      <dgm:spPr/>
    </dgm:pt>
    <dgm:pt modelId="{CCCB677A-83F3-40F9-A9ED-0C030891A478}" type="pres">
      <dgm:prSet presAssocID="{DB14A963-FFAE-4443-A715-B7E375999956}" presName="BalanceSpacing" presStyleCnt="0"/>
      <dgm:spPr/>
    </dgm:pt>
    <dgm:pt modelId="{EAE8CC30-BBCD-4B39-A9F4-86E614CCE37D}" type="pres">
      <dgm:prSet presAssocID="{DB14A963-FFAE-4443-A715-B7E375999956}" presName="BalanceSpacing1" presStyleCnt="0"/>
      <dgm:spPr/>
    </dgm:pt>
    <dgm:pt modelId="{EBC62ED1-D55C-479D-BEB1-90589C578EF2}" type="pres">
      <dgm:prSet presAssocID="{2121B7BD-A414-4B2D-AAFD-E4FF3C210B2D}" presName="Accent1Text" presStyleLbl="node1" presStyleIdx="1" presStyleCnt="2" custScaleX="75965" custScaleY="81989" custLinFactNeighborX="-69259" custLinFactNeighborY="47152"/>
      <dgm:spPr/>
    </dgm:pt>
  </dgm:ptLst>
  <dgm:cxnLst>
    <dgm:cxn modelId="{8F1D011E-5842-4B71-BDC5-2975FA80805B}" type="presOf" srcId="{3D958DB4-9DC6-4A7F-8EA7-A16DBCFD07A1}" destId="{2C39160D-6D6D-42AB-AAB1-32D86E3CF3AE}" srcOrd="0" destOrd="0" presId="urn:microsoft.com/office/officeart/2008/layout/AlternatingHexagons"/>
    <dgm:cxn modelId="{8DDDA66A-47DD-4CCC-8176-C47C8E21A34F}" type="presOf" srcId="{2121B7BD-A414-4B2D-AAFD-E4FF3C210B2D}" destId="{EBC62ED1-D55C-479D-BEB1-90589C578EF2}" srcOrd="0" destOrd="0" presId="urn:microsoft.com/office/officeart/2008/layout/AlternatingHexagons"/>
    <dgm:cxn modelId="{808EBC86-AAEF-4AB8-8687-0F173028861A}" type="presOf" srcId="{DB14A963-FFAE-4443-A715-B7E375999956}" destId="{15CE86F6-DC50-4778-BA99-F6539C983362}" srcOrd="0" destOrd="0" presId="urn:microsoft.com/office/officeart/2008/layout/AlternatingHexagons"/>
    <dgm:cxn modelId="{A9EA21AD-4348-4226-A29E-A06E44A7EDC5}" srcId="{3D958DB4-9DC6-4A7F-8EA7-A16DBCFD07A1}" destId="{DB14A963-FFAE-4443-A715-B7E375999956}" srcOrd="0" destOrd="0" parTransId="{7E21F0E0-3A2F-49E4-A134-2CB9DD8E6566}" sibTransId="{2121B7BD-A414-4B2D-AAFD-E4FF3C210B2D}"/>
    <dgm:cxn modelId="{68757097-6997-4BFE-AE1F-54B8AADA81F9}" type="presParOf" srcId="{2C39160D-6D6D-42AB-AAB1-32D86E3CF3AE}" destId="{045CCB53-E0E6-45BA-9367-30CB3664C1C9}" srcOrd="0" destOrd="0" presId="urn:microsoft.com/office/officeart/2008/layout/AlternatingHexagons"/>
    <dgm:cxn modelId="{A4333F6E-075E-4B76-BED4-0A4D8644289A}" type="presParOf" srcId="{045CCB53-E0E6-45BA-9367-30CB3664C1C9}" destId="{15CE86F6-DC50-4778-BA99-F6539C983362}" srcOrd="0" destOrd="0" presId="urn:microsoft.com/office/officeart/2008/layout/AlternatingHexagons"/>
    <dgm:cxn modelId="{F866765E-719E-4EE1-B631-E44D187C0661}" type="presParOf" srcId="{045CCB53-E0E6-45BA-9367-30CB3664C1C9}" destId="{B547820A-D725-4B3D-850F-548236E7A962}" srcOrd="1" destOrd="0" presId="urn:microsoft.com/office/officeart/2008/layout/AlternatingHexagons"/>
    <dgm:cxn modelId="{049AE245-BCF7-4278-8850-9C9306B3FA97}" type="presParOf" srcId="{045CCB53-E0E6-45BA-9367-30CB3664C1C9}" destId="{CCCB677A-83F3-40F9-A9ED-0C030891A478}" srcOrd="2" destOrd="0" presId="urn:microsoft.com/office/officeart/2008/layout/AlternatingHexagons"/>
    <dgm:cxn modelId="{A6C2AA8F-041F-4671-ACC8-359CDCEF493E}" type="presParOf" srcId="{045CCB53-E0E6-45BA-9367-30CB3664C1C9}" destId="{EAE8CC30-BBCD-4B39-A9F4-86E614CCE37D}" srcOrd="3" destOrd="0" presId="urn:microsoft.com/office/officeart/2008/layout/AlternatingHexagons"/>
    <dgm:cxn modelId="{7CCCC02B-7A13-456D-9A44-18CF1D23503B}" type="presParOf" srcId="{045CCB53-E0E6-45BA-9367-30CB3664C1C9}" destId="{EBC62ED1-D55C-479D-BEB1-90589C578EF2}" srcOrd="4" destOrd="0" presId="urn:microsoft.com/office/officeart/2008/layout/AlternatingHexagon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327E087-FDCF-40A4-84B9-79245EECAE72}">
      <dsp:nvSpPr>
        <dsp:cNvPr id="0" name=""/>
        <dsp:cNvSpPr/>
      </dsp:nvSpPr>
      <dsp:spPr>
        <a:xfrm>
          <a:off x="0" y="0"/>
          <a:ext cx="10515600" cy="2433600"/>
        </a:xfrm>
        <a:prstGeom prst="roundRect">
          <a:avLst/>
        </a:prstGeom>
        <a:solidFill>
          <a:schemeClr val="accent6"/>
        </a:solidFill>
        <a:ln w="19050" cap="flat" cmpd="sng" algn="ctr">
          <a:solidFill>
            <a:schemeClr val="lt1"/>
          </a:solidFill>
          <a:prstDash val="solid"/>
          <a:miter lim="800000"/>
        </a:ln>
        <a:effectLst/>
      </dsp:spPr>
      <dsp:style>
        <a:lnRef idx="3">
          <a:schemeClr val="lt1"/>
        </a:lnRef>
        <a:fillRef idx="1">
          <a:schemeClr val="accent6"/>
        </a:fillRef>
        <a:effectRef idx="1">
          <a:schemeClr val="accent6"/>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kern="1200" dirty="0">
              <a:hlinkClick xmlns:r="http://schemas.openxmlformats.org/officeDocument/2006/relationships" r:id="" action="ppaction://hlinksldjump"/>
            </a:rPr>
            <a:t>Negotiation</a:t>
          </a:r>
          <a:r>
            <a:rPr lang="en-US" sz="2800" kern="1200" dirty="0"/>
            <a:t> is a method by which people settle differences. It is a process by which compromise or agreement is reached while avoiding argument and dispute.</a:t>
          </a:r>
          <a:br>
            <a:rPr lang="en-US" sz="2800" kern="1200" dirty="0"/>
          </a:br>
          <a:br>
            <a:rPr lang="en-US" sz="2800" kern="1200" dirty="0"/>
          </a:br>
          <a:endParaRPr lang="en-IN" sz="2800" kern="1200" dirty="0"/>
        </a:p>
      </dsp:txBody>
      <dsp:txXfrm>
        <a:off x="118799" y="118799"/>
        <a:ext cx="10278002" cy="219600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34C0B67-E58C-458C-8E7E-389F98071F62}">
      <dsp:nvSpPr>
        <dsp:cNvPr id="0" name=""/>
        <dsp:cNvSpPr/>
      </dsp:nvSpPr>
      <dsp:spPr>
        <a:xfrm>
          <a:off x="1358799" y="-6120"/>
          <a:ext cx="5410400" cy="5410400"/>
        </a:xfrm>
        <a:prstGeom prst="circularArrow">
          <a:avLst>
            <a:gd name="adj1" fmla="val 5274"/>
            <a:gd name="adj2" fmla="val 312630"/>
            <a:gd name="adj3" fmla="val 14229145"/>
            <a:gd name="adj4" fmla="val 17126425"/>
            <a:gd name="adj5" fmla="val 5477"/>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3B44948-225E-4120-A103-C1B426795505}">
      <dsp:nvSpPr>
        <dsp:cNvPr id="0" name=""/>
        <dsp:cNvSpPr/>
      </dsp:nvSpPr>
      <dsp:spPr>
        <a:xfrm>
          <a:off x="3036093" y="491"/>
          <a:ext cx="2055812" cy="1027906"/>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Font typeface="+mj-lt"/>
            <a:buNone/>
          </a:pPr>
          <a:r>
            <a:rPr lang="en-IN" sz="2400" b="1" i="0" kern="1200" dirty="0"/>
            <a:t>Preparation</a:t>
          </a:r>
          <a:endParaRPr lang="en-US" sz="2400" kern="1200" dirty="0"/>
        </a:p>
      </dsp:txBody>
      <dsp:txXfrm>
        <a:off x="3086271" y="50669"/>
        <a:ext cx="1955456" cy="927550"/>
      </dsp:txXfrm>
    </dsp:sp>
    <dsp:sp modelId="{FA180CD7-B95E-451A-B040-2081CBDFBD10}">
      <dsp:nvSpPr>
        <dsp:cNvPr id="0" name=""/>
        <dsp:cNvSpPr/>
      </dsp:nvSpPr>
      <dsp:spPr>
        <a:xfrm>
          <a:off x="4936922" y="1097936"/>
          <a:ext cx="2055812" cy="1027906"/>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Font typeface="+mj-lt"/>
            <a:buNone/>
          </a:pPr>
          <a:r>
            <a:rPr lang="en-IN" sz="2400" b="1" i="0" kern="1200" dirty="0"/>
            <a:t>Discussion</a:t>
          </a:r>
          <a:endParaRPr lang="en-US" sz="2400" kern="1200" dirty="0"/>
        </a:p>
      </dsp:txBody>
      <dsp:txXfrm>
        <a:off x="4987100" y="1148114"/>
        <a:ext cx="1955456" cy="927550"/>
      </dsp:txXfrm>
    </dsp:sp>
    <dsp:sp modelId="{CF8C360C-F252-4B2E-A809-D0C817E76E87}">
      <dsp:nvSpPr>
        <dsp:cNvPr id="0" name=""/>
        <dsp:cNvSpPr/>
      </dsp:nvSpPr>
      <dsp:spPr>
        <a:xfrm>
          <a:off x="4964622" y="3140421"/>
          <a:ext cx="2055812" cy="1027906"/>
        </a:xfrm>
        <a:prstGeom prst="round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Font typeface="+mj-lt"/>
            <a:buNone/>
          </a:pPr>
          <a:r>
            <a:rPr lang="en-IN" sz="2400" b="1" i="0" kern="1200" dirty="0"/>
            <a:t>Clarification of goals</a:t>
          </a:r>
        </a:p>
      </dsp:txBody>
      <dsp:txXfrm>
        <a:off x="5014800" y="3190599"/>
        <a:ext cx="1955456" cy="927550"/>
      </dsp:txXfrm>
    </dsp:sp>
    <dsp:sp modelId="{4E0D9F40-384F-4EDA-91AB-5D0B72A91BA3}">
      <dsp:nvSpPr>
        <dsp:cNvPr id="0" name=""/>
        <dsp:cNvSpPr/>
      </dsp:nvSpPr>
      <dsp:spPr>
        <a:xfrm>
          <a:off x="3036093" y="4390268"/>
          <a:ext cx="2055812" cy="1027906"/>
        </a:xfrm>
        <a:prstGeom prst="round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Font typeface="+mj-lt"/>
            <a:buNone/>
          </a:pPr>
          <a:r>
            <a:rPr lang="en-US" sz="2000" b="1" i="0" kern="1200" dirty="0"/>
            <a:t>Negotiate towards a Win-Win outcome</a:t>
          </a:r>
          <a:endParaRPr lang="en-US" sz="2000" kern="1200" dirty="0"/>
        </a:p>
      </dsp:txBody>
      <dsp:txXfrm>
        <a:off x="3086271" y="4440446"/>
        <a:ext cx="1955456" cy="927550"/>
      </dsp:txXfrm>
    </dsp:sp>
    <dsp:sp modelId="{592B99C5-3A58-4F93-A755-DF46BB736464}">
      <dsp:nvSpPr>
        <dsp:cNvPr id="0" name=""/>
        <dsp:cNvSpPr/>
      </dsp:nvSpPr>
      <dsp:spPr>
        <a:xfrm>
          <a:off x="1093697" y="3112712"/>
          <a:ext cx="2055812" cy="1027906"/>
        </a:xfrm>
        <a:prstGeom prst="round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Font typeface="+mj-lt"/>
            <a:buNone/>
          </a:pPr>
          <a:r>
            <a:rPr lang="en-IN" sz="2400" b="1" i="0" kern="1200" dirty="0"/>
            <a:t>Agreement</a:t>
          </a:r>
          <a:endParaRPr lang="en-US" sz="2400" kern="1200" dirty="0"/>
        </a:p>
      </dsp:txBody>
      <dsp:txXfrm>
        <a:off x="1143875" y="3162890"/>
        <a:ext cx="1955456" cy="927550"/>
      </dsp:txXfrm>
    </dsp:sp>
    <dsp:sp modelId="{F8622C14-C9ED-49CB-B95F-BDDBB4CBE003}">
      <dsp:nvSpPr>
        <dsp:cNvPr id="0" name=""/>
        <dsp:cNvSpPr/>
      </dsp:nvSpPr>
      <dsp:spPr>
        <a:xfrm>
          <a:off x="1135264" y="1026008"/>
          <a:ext cx="2055812" cy="1171761"/>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Font typeface="+mj-lt"/>
            <a:buNone/>
          </a:pPr>
          <a:r>
            <a:rPr lang="en-US" sz="2000" b="1" i="0" kern="1200" dirty="0"/>
            <a:t>Implementation of a course of action</a:t>
          </a:r>
        </a:p>
        <a:p>
          <a:pPr marL="0" lvl="0" indent="0" algn="ctr" defTabSz="889000">
            <a:lnSpc>
              <a:spcPct val="90000"/>
            </a:lnSpc>
            <a:spcBef>
              <a:spcPct val="0"/>
            </a:spcBef>
            <a:spcAft>
              <a:spcPct val="35000"/>
            </a:spcAft>
            <a:buFont typeface="+mj-lt"/>
            <a:buNone/>
          </a:pPr>
          <a:endParaRPr lang="en-US" sz="1600" kern="1200" dirty="0"/>
        </a:p>
      </dsp:txBody>
      <dsp:txXfrm>
        <a:off x="1192465" y="1083209"/>
        <a:ext cx="1941410" cy="1057359"/>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3A52249-7341-49F3-B414-0EE048B8307B}">
      <dsp:nvSpPr>
        <dsp:cNvPr id="0" name=""/>
        <dsp:cNvSpPr/>
      </dsp:nvSpPr>
      <dsp:spPr>
        <a:xfrm>
          <a:off x="667948" y="0"/>
          <a:ext cx="7570082" cy="4454013"/>
        </a:xfrm>
        <a:prstGeom prst="rightArrow">
          <a:avLst/>
        </a:prstGeom>
        <a:solidFill>
          <a:schemeClr val="accent4">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44DBA4C-C73C-4607-83A0-B3449799B032}">
      <dsp:nvSpPr>
        <dsp:cNvPr id="0" name=""/>
        <dsp:cNvSpPr/>
      </dsp:nvSpPr>
      <dsp:spPr>
        <a:xfrm>
          <a:off x="1412" y="1336203"/>
          <a:ext cx="2850884" cy="1781605"/>
        </a:xfrm>
        <a:prstGeom prst="round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ctr" defTabSz="1511300">
            <a:lnSpc>
              <a:spcPct val="90000"/>
            </a:lnSpc>
            <a:spcBef>
              <a:spcPct val="0"/>
            </a:spcBef>
            <a:spcAft>
              <a:spcPct val="35000"/>
            </a:spcAft>
            <a:buFont typeface="+mj-lt"/>
            <a:buNone/>
          </a:pPr>
          <a:r>
            <a:rPr lang="en-IN" sz="3400" b="1" i="0" kern="1200" dirty="0"/>
            <a:t>Attitudes</a:t>
          </a:r>
          <a:endParaRPr lang="en-US" sz="3400" kern="1200" dirty="0"/>
        </a:p>
      </dsp:txBody>
      <dsp:txXfrm>
        <a:off x="88383" y="1423174"/>
        <a:ext cx="2676942" cy="1607663"/>
      </dsp:txXfrm>
    </dsp:sp>
    <dsp:sp modelId="{170C7E92-87B4-474F-B114-7414754D8162}">
      <dsp:nvSpPr>
        <dsp:cNvPr id="0" name=""/>
        <dsp:cNvSpPr/>
      </dsp:nvSpPr>
      <dsp:spPr>
        <a:xfrm>
          <a:off x="3027547" y="1336203"/>
          <a:ext cx="2850884" cy="1781605"/>
        </a:xfrm>
        <a:prstGeom prst="roundRect">
          <a:avLst/>
        </a:prstGeom>
        <a:solidFill>
          <a:schemeClr val="accent4">
            <a:hueOff val="5197846"/>
            <a:satOff val="-23984"/>
            <a:lumOff val="88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ctr" defTabSz="1511300">
            <a:lnSpc>
              <a:spcPct val="90000"/>
            </a:lnSpc>
            <a:spcBef>
              <a:spcPct val="0"/>
            </a:spcBef>
            <a:spcAft>
              <a:spcPct val="35000"/>
            </a:spcAft>
            <a:buFont typeface="+mj-lt"/>
            <a:buNone/>
          </a:pPr>
          <a:r>
            <a:rPr lang="en-IN" sz="3400" b="1" i="0" kern="1200" dirty="0"/>
            <a:t>Knowledge</a:t>
          </a:r>
          <a:endParaRPr lang="en-US" sz="3400" kern="1200" dirty="0"/>
        </a:p>
      </dsp:txBody>
      <dsp:txXfrm>
        <a:off x="3114518" y="1423174"/>
        <a:ext cx="2676942" cy="1607663"/>
      </dsp:txXfrm>
    </dsp:sp>
    <dsp:sp modelId="{8BF5BF82-0D43-4C55-B09F-090919B3F8E5}">
      <dsp:nvSpPr>
        <dsp:cNvPr id="0" name=""/>
        <dsp:cNvSpPr/>
      </dsp:nvSpPr>
      <dsp:spPr>
        <a:xfrm>
          <a:off x="6053681" y="1336203"/>
          <a:ext cx="2850884" cy="1781605"/>
        </a:xfrm>
        <a:prstGeom prst="roundRect">
          <a:avLst/>
        </a:prstGeom>
        <a:solidFill>
          <a:schemeClr val="accent4">
            <a:hueOff val="10395692"/>
            <a:satOff val="-47968"/>
            <a:lumOff val="176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ctr" defTabSz="1511300">
            <a:lnSpc>
              <a:spcPct val="90000"/>
            </a:lnSpc>
            <a:spcBef>
              <a:spcPct val="0"/>
            </a:spcBef>
            <a:spcAft>
              <a:spcPct val="35000"/>
            </a:spcAft>
            <a:buFont typeface="+mj-lt"/>
            <a:buNone/>
          </a:pPr>
          <a:r>
            <a:rPr lang="en-IN" sz="3400" b="1" i="0" kern="1200" dirty="0"/>
            <a:t>Interpersonal Skills</a:t>
          </a:r>
          <a:endParaRPr lang="en-US" sz="3400" kern="1200" dirty="0"/>
        </a:p>
      </dsp:txBody>
      <dsp:txXfrm>
        <a:off x="6140652" y="1423174"/>
        <a:ext cx="2676942" cy="1607663"/>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1BB2C4E-992B-47EF-B513-BA1EFFF46CA1}">
      <dsp:nvSpPr>
        <dsp:cNvPr id="0" name=""/>
        <dsp:cNvSpPr/>
      </dsp:nvSpPr>
      <dsp:spPr>
        <a:xfrm>
          <a:off x="9473959" y="2128402"/>
          <a:ext cx="1746428" cy="1746096"/>
        </a:xfrm>
        <a:prstGeom prst="ellipse">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4F08D3E-355F-40AE-81FC-FC6D6F477C42}">
      <dsp:nvSpPr>
        <dsp:cNvPr id="0" name=""/>
        <dsp:cNvSpPr/>
      </dsp:nvSpPr>
      <dsp:spPr>
        <a:xfrm>
          <a:off x="9532765" y="2186615"/>
          <a:ext cx="1629925" cy="1629669"/>
        </a:xfrm>
        <a:prstGeom prst="ellipse">
          <a:avLst/>
        </a:prstGeom>
        <a:solidFill>
          <a:schemeClr val="lt1">
            <a:alpha val="90000"/>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8260" tIns="48260" rIns="48260" bIns="48260" numCol="1" spcCol="1270" anchor="ctr" anchorCtr="0">
          <a:noAutofit/>
        </a:bodyPr>
        <a:lstStyle/>
        <a:p>
          <a:pPr marL="0" lvl="0" indent="0" algn="ctr" defTabSz="1689100">
            <a:lnSpc>
              <a:spcPct val="90000"/>
            </a:lnSpc>
            <a:spcBef>
              <a:spcPct val="0"/>
            </a:spcBef>
            <a:spcAft>
              <a:spcPct val="35000"/>
            </a:spcAft>
            <a:buNone/>
          </a:pPr>
          <a:r>
            <a:rPr lang="en-US" sz="3800" kern="1200" dirty="0"/>
            <a:t>Close</a:t>
          </a:r>
        </a:p>
      </dsp:txBody>
      <dsp:txXfrm>
        <a:off x="9765770" y="2419469"/>
        <a:ext cx="1163915" cy="1163961"/>
      </dsp:txXfrm>
    </dsp:sp>
    <dsp:sp modelId="{84F3596A-4583-4120-97D8-A9E3F2D4069D}">
      <dsp:nvSpPr>
        <dsp:cNvPr id="0" name=""/>
        <dsp:cNvSpPr/>
      </dsp:nvSpPr>
      <dsp:spPr>
        <a:xfrm rot="2700000">
          <a:off x="7669958" y="2128205"/>
          <a:ext cx="1746182" cy="1746182"/>
        </a:xfrm>
        <a:prstGeom prst="teardrop">
          <a:avLst>
            <a:gd name="adj" fmla="val 100000"/>
          </a:avLst>
        </a:prstGeom>
        <a:solidFill>
          <a:schemeClr val="accent4">
            <a:hueOff val="2079139"/>
            <a:satOff val="-9594"/>
            <a:lumOff val="35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9335B65-F123-412C-8F29-2174DD5C2130}">
      <dsp:nvSpPr>
        <dsp:cNvPr id="0" name=""/>
        <dsp:cNvSpPr/>
      </dsp:nvSpPr>
      <dsp:spPr>
        <a:xfrm>
          <a:off x="7728641" y="2186615"/>
          <a:ext cx="1629925" cy="1629669"/>
        </a:xfrm>
        <a:prstGeom prst="ellipse">
          <a:avLst/>
        </a:prstGeom>
        <a:solidFill>
          <a:schemeClr val="lt1">
            <a:alpha val="90000"/>
            <a:hueOff val="0"/>
            <a:satOff val="0"/>
            <a:lumOff val="0"/>
            <a:alphaOff val="0"/>
          </a:schemeClr>
        </a:solidFill>
        <a:ln w="12700" cap="flat" cmpd="sng" algn="ctr">
          <a:solidFill>
            <a:schemeClr val="accent4">
              <a:hueOff val="2079139"/>
              <a:satOff val="-9594"/>
              <a:lumOff val="353"/>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US" sz="1800" kern="1200" dirty="0"/>
            <a:t>Agreement</a:t>
          </a:r>
        </a:p>
      </dsp:txBody>
      <dsp:txXfrm>
        <a:off x="7961646" y="2419469"/>
        <a:ext cx="1163915" cy="1163961"/>
      </dsp:txXfrm>
    </dsp:sp>
    <dsp:sp modelId="{4E11F174-3C1B-4781-9E20-B9BF188EFB6E}">
      <dsp:nvSpPr>
        <dsp:cNvPr id="0" name=""/>
        <dsp:cNvSpPr/>
      </dsp:nvSpPr>
      <dsp:spPr>
        <a:xfrm rot="2700000">
          <a:off x="5865833" y="2128205"/>
          <a:ext cx="1746182" cy="1746182"/>
        </a:xfrm>
        <a:prstGeom prst="teardrop">
          <a:avLst>
            <a:gd name="adj" fmla="val 100000"/>
          </a:avLst>
        </a:prstGeom>
        <a:solidFill>
          <a:schemeClr val="accent4">
            <a:hueOff val="4158277"/>
            <a:satOff val="-19187"/>
            <a:lumOff val="70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2D09537-6E54-45D7-AFA1-FC74C6BA01DD}">
      <dsp:nvSpPr>
        <dsp:cNvPr id="0" name=""/>
        <dsp:cNvSpPr/>
      </dsp:nvSpPr>
      <dsp:spPr>
        <a:xfrm>
          <a:off x="5924516" y="2186615"/>
          <a:ext cx="1629925" cy="1629669"/>
        </a:xfrm>
        <a:prstGeom prst="ellipse">
          <a:avLst/>
        </a:prstGeom>
        <a:solidFill>
          <a:schemeClr val="lt1">
            <a:alpha val="90000"/>
            <a:hueOff val="0"/>
            <a:satOff val="0"/>
            <a:lumOff val="0"/>
            <a:alphaOff val="0"/>
          </a:schemeClr>
        </a:solidFill>
        <a:ln w="12700" cap="flat" cmpd="sng" algn="ctr">
          <a:solidFill>
            <a:schemeClr val="accent4">
              <a:hueOff val="4158277"/>
              <a:satOff val="-19187"/>
              <a:lumOff val="706"/>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r>
            <a:rPr lang="en-US" sz="2400" kern="1200" dirty="0"/>
            <a:t>Propose</a:t>
          </a:r>
        </a:p>
      </dsp:txBody>
      <dsp:txXfrm>
        <a:off x="6157521" y="2419469"/>
        <a:ext cx="1163915" cy="1163961"/>
      </dsp:txXfrm>
    </dsp:sp>
    <dsp:sp modelId="{A77F2258-CBD4-4F96-8540-E495AD038D05}">
      <dsp:nvSpPr>
        <dsp:cNvPr id="0" name=""/>
        <dsp:cNvSpPr/>
      </dsp:nvSpPr>
      <dsp:spPr>
        <a:xfrm rot="2700000">
          <a:off x="4061708" y="2128205"/>
          <a:ext cx="1746182" cy="1746182"/>
        </a:xfrm>
        <a:prstGeom prst="teardrop">
          <a:avLst>
            <a:gd name="adj" fmla="val 100000"/>
          </a:avLst>
        </a:prstGeom>
        <a:solidFill>
          <a:schemeClr val="accent4">
            <a:hueOff val="6237415"/>
            <a:satOff val="-28781"/>
            <a:lumOff val="1059"/>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E180B4E-246C-413C-82D6-D04584A9824C}">
      <dsp:nvSpPr>
        <dsp:cNvPr id="0" name=""/>
        <dsp:cNvSpPr/>
      </dsp:nvSpPr>
      <dsp:spPr>
        <a:xfrm>
          <a:off x="4120392" y="2186615"/>
          <a:ext cx="1629925" cy="1629669"/>
        </a:xfrm>
        <a:prstGeom prst="ellipse">
          <a:avLst/>
        </a:prstGeom>
        <a:solidFill>
          <a:schemeClr val="lt1">
            <a:alpha val="90000"/>
            <a:hueOff val="0"/>
            <a:satOff val="0"/>
            <a:lumOff val="0"/>
            <a:alphaOff val="0"/>
          </a:schemeClr>
        </a:solidFill>
        <a:ln w="12700" cap="flat" cmpd="sng" algn="ctr">
          <a:solidFill>
            <a:schemeClr val="accent4">
              <a:hueOff val="6237415"/>
              <a:satOff val="-28781"/>
              <a:lumOff val="1059"/>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r>
            <a:rPr lang="en-US" sz="2400" kern="1200" dirty="0"/>
            <a:t>Debate</a:t>
          </a:r>
        </a:p>
      </dsp:txBody>
      <dsp:txXfrm>
        <a:off x="4352287" y="2419469"/>
        <a:ext cx="1163915" cy="1163961"/>
      </dsp:txXfrm>
    </dsp:sp>
    <dsp:sp modelId="{1622990F-72AE-48F3-AC6E-DA3BFDA1C603}">
      <dsp:nvSpPr>
        <dsp:cNvPr id="0" name=""/>
        <dsp:cNvSpPr/>
      </dsp:nvSpPr>
      <dsp:spPr>
        <a:xfrm rot="2700000">
          <a:off x="2257584" y="2128205"/>
          <a:ext cx="1746182" cy="1746182"/>
        </a:xfrm>
        <a:prstGeom prst="teardrop">
          <a:avLst>
            <a:gd name="adj" fmla="val 100000"/>
          </a:avLst>
        </a:prstGeom>
        <a:solidFill>
          <a:schemeClr val="accent4">
            <a:hueOff val="8316554"/>
            <a:satOff val="-38374"/>
            <a:lumOff val="141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E69CDA1-F2E6-4FCF-84F1-C835C1A02300}">
      <dsp:nvSpPr>
        <dsp:cNvPr id="0" name=""/>
        <dsp:cNvSpPr/>
      </dsp:nvSpPr>
      <dsp:spPr>
        <a:xfrm>
          <a:off x="2316267" y="2186615"/>
          <a:ext cx="1629925" cy="1629669"/>
        </a:xfrm>
        <a:prstGeom prst="ellipse">
          <a:avLst/>
        </a:prstGeom>
        <a:solidFill>
          <a:schemeClr val="lt1">
            <a:alpha val="90000"/>
            <a:hueOff val="0"/>
            <a:satOff val="0"/>
            <a:lumOff val="0"/>
            <a:alphaOff val="0"/>
          </a:schemeClr>
        </a:solidFill>
        <a:ln w="12700" cap="flat" cmpd="sng" algn="ctr">
          <a:solidFill>
            <a:schemeClr val="accent4">
              <a:hueOff val="8316554"/>
              <a:satOff val="-38374"/>
              <a:lumOff val="1412"/>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r>
            <a:rPr lang="en-US" sz="2400" kern="1200" dirty="0"/>
            <a:t>Analysis</a:t>
          </a:r>
        </a:p>
      </dsp:txBody>
      <dsp:txXfrm>
        <a:off x="2548162" y="2419469"/>
        <a:ext cx="1163915" cy="1163961"/>
      </dsp:txXfrm>
    </dsp:sp>
    <dsp:sp modelId="{5FA83D89-EE2C-4D12-B884-3F0AD4230045}">
      <dsp:nvSpPr>
        <dsp:cNvPr id="0" name=""/>
        <dsp:cNvSpPr/>
      </dsp:nvSpPr>
      <dsp:spPr>
        <a:xfrm rot="2700000">
          <a:off x="453459" y="2128205"/>
          <a:ext cx="1746182" cy="1746182"/>
        </a:xfrm>
        <a:prstGeom prst="teardrop">
          <a:avLst>
            <a:gd name="adj" fmla="val 100000"/>
          </a:avLst>
        </a:prstGeom>
        <a:solidFill>
          <a:schemeClr val="accent4">
            <a:hueOff val="10395692"/>
            <a:satOff val="-47968"/>
            <a:lumOff val="176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8934C22-E9E7-47AA-B2B8-C1BC2799A0ED}">
      <dsp:nvSpPr>
        <dsp:cNvPr id="0" name=""/>
        <dsp:cNvSpPr/>
      </dsp:nvSpPr>
      <dsp:spPr>
        <a:xfrm>
          <a:off x="511033" y="2186615"/>
          <a:ext cx="1629925" cy="1629669"/>
        </a:xfrm>
        <a:prstGeom prst="ellipse">
          <a:avLst/>
        </a:prstGeom>
        <a:solidFill>
          <a:schemeClr val="lt1">
            <a:alpha val="90000"/>
            <a:hueOff val="0"/>
            <a:satOff val="0"/>
            <a:lumOff val="0"/>
            <a:alphaOff val="0"/>
          </a:schemeClr>
        </a:solidFill>
        <a:ln w="12700" cap="flat" cmpd="sng" algn="ctr">
          <a:solidFill>
            <a:schemeClr val="accent4">
              <a:hueOff val="10395692"/>
              <a:satOff val="-47968"/>
              <a:lumOff val="1765"/>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r>
            <a:rPr lang="en-US" sz="2400" kern="1200" dirty="0"/>
            <a:t>Rapport</a:t>
          </a:r>
        </a:p>
      </dsp:txBody>
      <dsp:txXfrm>
        <a:off x="744038" y="2419469"/>
        <a:ext cx="1163915" cy="1163961"/>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5CE86F6-DC50-4778-BA99-F6539C983362}">
      <dsp:nvSpPr>
        <dsp:cNvPr id="0" name=""/>
        <dsp:cNvSpPr/>
      </dsp:nvSpPr>
      <dsp:spPr>
        <a:xfrm rot="5400000">
          <a:off x="230015" y="554141"/>
          <a:ext cx="2665800" cy="2240968"/>
        </a:xfrm>
        <a:prstGeom prst="hexagon">
          <a:avLst>
            <a:gd name="adj" fmla="val 25000"/>
            <a:gd name="vf" fmla="val 11547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ctr" defTabSz="1333500">
            <a:lnSpc>
              <a:spcPct val="90000"/>
            </a:lnSpc>
            <a:spcBef>
              <a:spcPct val="0"/>
            </a:spcBef>
            <a:spcAft>
              <a:spcPct val="35000"/>
            </a:spcAft>
            <a:buNone/>
          </a:pPr>
          <a:r>
            <a:rPr lang="en-IN" sz="3000" b="0" i="0" kern="1200" dirty="0"/>
            <a:t>Problem Analysis</a:t>
          </a:r>
          <a:endParaRPr lang="en-US" sz="3000" kern="1200" dirty="0"/>
        </a:p>
      </dsp:txBody>
      <dsp:txXfrm rot="-5400000">
        <a:off x="786165" y="750622"/>
        <a:ext cx="1553500" cy="1848006"/>
      </dsp:txXfrm>
    </dsp:sp>
    <dsp:sp modelId="{B547820A-D725-4B3D-850F-548236E7A962}">
      <dsp:nvSpPr>
        <dsp:cNvPr id="0" name=""/>
        <dsp:cNvSpPr/>
      </dsp:nvSpPr>
      <dsp:spPr>
        <a:xfrm>
          <a:off x="8059698" y="2497078"/>
          <a:ext cx="3621023" cy="1946787"/>
        </a:xfrm>
        <a:prstGeom prst="rect">
          <a:avLst/>
        </a:prstGeom>
        <a:noFill/>
        <a:ln>
          <a:noFill/>
        </a:ln>
        <a:effectLst/>
      </dsp:spPr>
      <dsp:style>
        <a:lnRef idx="0">
          <a:scrgbClr r="0" g="0" b="0"/>
        </a:lnRef>
        <a:fillRef idx="0">
          <a:scrgbClr r="0" g="0" b="0"/>
        </a:fillRef>
        <a:effectRef idx="0">
          <a:scrgbClr r="0" g="0" b="0"/>
        </a:effectRef>
        <a:fontRef idx="minor"/>
      </dsp:style>
    </dsp:sp>
    <dsp:sp modelId="{EBC62ED1-D55C-479D-BEB1-90589C578EF2}">
      <dsp:nvSpPr>
        <dsp:cNvPr id="0" name=""/>
        <dsp:cNvSpPr/>
      </dsp:nvSpPr>
      <dsp:spPr>
        <a:xfrm rot="5400000">
          <a:off x="228752" y="3928201"/>
          <a:ext cx="2660251" cy="2144371"/>
        </a:xfrm>
        <a:prstGeom prst="hexagon">
          <a:avLst>
            <a:gd name="adj" fmla="val 25000"/>
            <a:gd name="vf" fmla="val 11547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066800">
            <a:lnSpc>
              <a:spcPct val="90000"/>
            </a:lnSpc>
            <a:spcBef>
              <a:spcPct val="0"/>
            </a:spcBef>
            <a:spcAft>
              <a:spcPct val="35000"/>
            </a:spcAft>
            <a:buNone/>
          </a:pPr>
          <a:r>
            <a:rPr lang="en-US" sz="2400" kern="1200" dirty="0"/>
            <a:t>Preparation</a:t>
          </a:r>
        </a:p>
      </dsp:txBody>
      <dsp:txXfrm rot="-5400000">
        <a:off x="809434" y="4070646"/>
        <a:ext cx="1498887" cy="1859481"/>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cycle3">
  <dgm:title val=""/>
  <dgm:desc val=""/>
  <dgm:catLst>
    <dgm:cat type="cycle" pri="5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Name0">
    <dgm:varLst>
      <dgm:dir/>
      <dgm:resizeHandles val="exact"/>
    </dgm:varLst>
    <dgm:choose name="Name1">
      <dgm:if name="Name2" axis="ch" ptType="node" func="cnt" op="equ" val="2">
        <dgm:alg type="composite">
          <dgm:param type="ar" val="0.9"/>
        </dgm:alg>
        <dgm:shape xmlns:r="http://schemas.openxmlformats.org/officeDocument/2006/relationships" r:blip="">
          <dgm:adjLst/>
        </dgm:shape>
        <dgm:presOf/>
        <dgm:constrLst>
          <dgm:constr type="primFontSz" for="ch" ptType="node" op="equ" val="65"/>
          <dgm:constr type="ctrX" for="ch" forName="node1" refType="w" fact="0.5"/>
          <dgm:constr type="t" for="ch" forName="node1"/>
          <dgm:constr type="w" for="ch" forName="node1" refType="w" fact="0.8"/>
          <dgm:constr type="h" for="ch" forName="node1" refType="w" refFor="ch" refForName="node1" fact="0.5"/>
          <dgm:constr type="ctrX" for="ch" forName="sibTrans" refType="w" fact="0.5"/>
          <dgm:constr type="t" for="ch" forName="sibTrans"/>
          <dgm:constr type="w" for="ch" forName="sibTrans" refType="w" fact="0.8"/>
          <dgm:constr type="h" for="ch" forName="sibTrans" refType="w" refFor="ch" refForName="node1" fact="0.5"/>
          <dgm:constr type="userA" for="ch" forName="sibTrans" refType="w" fact="1.07"/>
          <dgm:constr type="ctrX" for="ch" forName="node2" refType="w" fact="0.5"/>
          <dgm:constr type="b" for="ch" forName="node2" refType="h"/>
          <dgm:constr type="w" for="ch" forName="node2" refType="w" fact="0.8"/>
          <dgm:constr type="h" for="ch" forName="node2" refType="w" refFor="ch" refForName="node1" fact="0.5"/>
          <dgm:constr type="l" for="ch" forName="sp1"/>
          <dgm:constr type="t" for="ch" forName="sp1" refType="h" fact="0.5"/>
          <dgm:constr type="w" for="ch" forName="sp1" val="1"/>
          <dgm:constr type="h" for="ch" forName="sp1" val="1"/>
          <dgm:constr type="r" for="ch" forName="sp2" refType="w"/>
          <dgm:constr type="t" for="ch" forName="sp2" refType="h" fact="0.5"/>
          <dgm:constr type="w" for="ch" forName="sp2" val="1"/>
          <dgm:constr type="h" for="ch" forName="sp2" val="1"/>
        </dgm:constrLst>
        <dgm:ruleLst/>
      </dgm:if>
      <dgm:else name="Name3">
        <dgm:alg type="composite"/>
        <dgm:shape xmlns:r="http://schemas.openxmlformats.org/officeDocument/2006/relationships" r:blip="">
          <dgm:adjLst/>
        </dgm:shape>
        <dgm:presOf/>
        <dgm:constrLst>
          <dgm:constr type="primFontSz" for="ch" ptType="node" op="equ" val="65"/>
        </dgm:constrLst>
        <dgm:ruleLst/>
      </dgm:else>
    </dgm:choose>
    <dgm:choose name="Name4">
      <dgm:if name="Name5" axis="ch" ptType="node" func="cnt" op="equ" val="2">
        <dgm:layoutNode name="node1">
          <dgm:varLst>
            <dgm:bulletEnabled val="1"/>
          </dgm:varLst>
          <dgm:alg type="tx"/>
          <dgm:shape xmlns:r="http://schemas.openxmlformats.org/officeDocument/2006/relationships" type="roundRect" r:blip="">
            <dgm:adjLst/>
          </dgm:shape>
          <dgm:presOf axis="ch desOrSelf"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sibTrans" styleLbl="bgShp">
          <dgm:choose name="Name6">
            <dgm:if name="Name7" func="var" arg="dir" op="equ" val="norm">
              <dgm:alg type="conn">
                <dgm:param type="connRout" val="longCurve"/>
                <dgm:param type="begPts" val="midR"/>
                <dgm:param type="endPts" val="midL"/>
                <dgm:param type="dstNode" val="node1"/>
              </dgm:alg>
              <dgm:shape xmlns:r="http://schemas.openxmlformats.org/officeDocument/2006/relationships" type="conn" r:blip="" zOrderOff="-2">
                <dgm:adjLst/>
              </dgm:shape>
              <dgm:presOf axis="ch" ptType="sibTrans"/>
              <dgm:constrLst>
                <dgm:constr type="userA"/>
                <dgm:constr type="diam" refType="userA" fact="-1"/>
                <dgm:constr type="wArH" refType="userA" fact="0.05"/>
                <dgm:constr type="hArH" refType="userA" fact="0.1"/>
                <dgm:constr type="stemThick" refType="userA" fact="0.06"/>
                <dgm:constr type="begPad" refType="connDist" fact="-0.2"/>
                <dgm:constr type="endPad" refType="connDist" fact="0.05"/>
              </dgm:constrLst>
            </dgm:if>
            <dgm:else name="Name8">
              <dgm:alg type="conn">
                <dgm:param type="connRout" val="longCurve"/>
                <dgm:param type="begPts" val="midL"/>
                <dgm:param type="endPts" val="midR"/>
                <dgm:param type="dstNode" val="node1"/>
              </dgm:alg>
              <dgm:shape xmlns:r="http://schemas.openxmlformats.org/officeDocument/2006/relationships" type="conn" r:blip="" zOrderOff="-2">
                <dgm:adjLst/>
              </dgm:shape>
              <dgm:presOf axis="ch" ptType="sibTrans"/>
              <dgm:constrLst>
                <dgm:constr type="userA"/>
                <dgm:constr type="diam" refType="userA"/>
                <dgm:constr type="wArH" refType="userA" fact="0.05"/>
                <dgm:constr type="hArH" refType="userA" fact="0.1"/>
                <dgm:constr type="stemThick" refType="userA" fact="0.06"/>
                <dgm:constr type="begPad" refType="connDist" fact="-0.2"/>
                <dgm:constr type="endPad" refType="connDist" fact="0.05"/>
              </dgm:constrLst>
            </dgm:else>
          </dgm:choose>
          <dgm:ruleLst/>
        </dgm:layoutNode>
        <dgm:layoutNode name="node2">
          <dgm:varLst>
            <dgm:bulletEnabled val="1"/>
          </dgm:varLst>
          <dgm:alg type="tx"/>
          <dgm:shape xmlns:r="http://schemas.openxmlformats.org/officeDocument/2006/relationships" type="roundRect" r:blip="">
            <dgm:adjLst/>
          </dgm:shape>
          <dgm:presOf axis="ch desOrSelf"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sp1">
          <dgm:alg type="sp"/>
          <dgm:shape xmlns:r="http://schemas.openxmlformats.org/officeDocument/2006/relationships" r:blip="">
            <dgm:adjLst/>
          </dgm:shape>
          <dgm:presOf/>
          <dgm:constrLst/>
          <dgm:ruleLst/>
        </dgm:layoutNode>
        <dgm:layoutNode name="sp2">
          <dgm:alg type="sp"/>
          <dgm:shape xmlns:r="http://schemas.openxmlformats.org/officeDocument/2006/relationships" r:blip="">
            <dgm:adjLst/>
          </dgm:shape>
          <dgm:presOf/>
          <dgm:constrLst/>
          <dgm:ruleLst/>
        </dgm:layoutNode>
      </dgm:if>
      <dgm:else name="Name9">
        <dgm:layoutNode name="cycle">
          <dgm:choose name="Name10">
            <dgm:if name="Name11" func="var" arg="dir" op="equ" val="norm">
              <dgm:alg type="cycle">
                <dgm:param type="stAng" val="0"/>
                <dgm:param type="spanAng" val="360"/>
              </dgm:alg>
              <dgm:shape xmlns:r="http://schemas.openxmlformats.org/officeDocument/2006/relationships" r:blip="">
                <dgm:adjLst/>
              </dgm:shape>
              <dgm:presOf/>
              <dgm:constrLst>
                <dgm:constr type="diam" refType="w"/>
                <dgm:constr type="w" for="ch" ptType="node" refType="w"/>
                <dgm:constr type="sibSp" val="15"/>
                <dgm:constr type="userA" for="ch" ptType="sibTrans" refType="diam" op="equ" fact="-1"/>
                <dgm:constr type="wArH" for="ch" ptType="sibTrans" refType="diam" op="equ" fact="0.05"/>
                <dgm:constr type="hArH" for="ch" ptType="sibTrans" refType="diam" op="equ" fact="0.1"/>
                <dgm:constr type="stemThick" for="ch" ptType="sibTrans" refType="diam" op="equ" fact="0.065"/>
                <dgm:constr type="primFontSz" for="ch" ptType="node" op="equ"/>
              </dgm:constrLst>
            </dgm:if>
            <dgm:else name="Name12">
              <dgm:alg type="cycle">
                <dgm:param type="stAng" val="0"/>
                <dgm:param type="spanAng" val="-360"/>
              </dgm:alg>
              <dgm:shape xmlns:r="http://schemas.openxmlformats.org/officeDocument/2006/relationships" r:blip="">
                <dgm:adjLst/>
              </dgm:shape>
              <dgm:presOf/>
              <dgm:constrLst>
                <dgm:constr type="diam" refType="w"/>
                <dgm:constr type="w" for="ch" ptType="node" refType="w"/>
                <dgm:constr type="sibSp" val="15"/>
                <dgm:constr type="userA" for="ch" ptType="sibTrans" refType="diam" op="equ"/>
                <dgm:constr type="wArH" for="ch" ptType="sibTrans" refType="diam" op="equ" fact="0.05"/>
                <dgm:constr type="hArH" for="ch" ptType="sibTrans" refType="diam" op="equ" fact="0.1"/>
                <dgm:constr type="stemThick" for="ch" ptType="sibTrans" refType="diam" op="equ" fact="0.065"/>
                <dgm:constr type="primFontSz" for="ch" ptType="node" op="equ"/>
              </dgm:constrLst>
            </dgm:else>
          </dgm:choose>
          <dgm:ruleLst/>
          <dgm:forEach name="nodesFirstNodeForEach" axis="ch" ptType="node" cnt="1">
            <dgm:layoutNode name="nodeFirstNode">
              <dgm:varLst>
                <dgm:bulletEnabled val="1"/>
              </dgm:varLst>
              <dgm:alg type="tx"/>
              <dgm:shape xmlns:r="http://schemas.openxmlformats.org/officeDocument/2006/relationships" type="roundRect" r:blip="">
                <dgm:adjLst/>
              </dgm:shape>
              <dgm:presOf axis="desOrSelf" ptType="node"/>
              <dgm:constrLst>
                <dgm:constr type="h" refType="w" fact="0.5"/>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FirstNode" styleLbl="bgShp">
                <dgm:choose name="Name13">
                  <dgm:if name="Name14" func="var" arg="dir" op="equ" val="norm">
                    <dgm:alg type="conn">
                      <dgm:param type="connRout" val="longCurve"/>
                      <dgm:param type="begPts" val="midR"/>
                      <dgm:param type="endPts" val="midL"/>
                      <dgm:param type="dstNode" val="nodeFirstNode"/>
                    </dgm:alg>
                  </dgm:if>
                  <dgm:else name="Name15">
                    <dgm:alg type="conn">
                      <dgm:param type="connRout" val="longCurve"/>
                      <dgm:param type="begPts" val="midL"/>
                      <dgm:param type="endPts" val="midR"/>
                      <dgm:param type="dstNode" val="nodeFirstNode"/>
                    </dgm:alg>
                  </dgm:else>
                </dgm:choose>
                <dgm:shape xmlns:r="http://schemas.openxmlformats.org/officeDocument/2006/relationships" type="conn" r:blip="" zOrderOff="-2">
                  <dgm:adjLst/>
                </dgm:shape>
                <dgm:presOf axis="self"/>
                <dgm:choose name="Name16">
                  <dgm:if name="Name17" axis="par ch" ptType="doc node" func="cnt" op="equ" val="3">
                    <dgm:constrLst>
                      <dgm:constr type="userA"/>
                      <dgm:constr type="diam" refType="userA" fact="1.01"/>
                      <dgm:constr type="begPad" refType="connDist" fact="-0.2"/>
                      <dgm:constr type="endPad" refType="connDist" fact="0.05"/>
                    </dgm:constrLst>
                  </dgm:if>
                  <dgm:if name="Name18" axis="par ch" ptType="doc node" func="cnt" op="equ" val="4">
                    <dgm:constrLst>
                      <dgm:constr type="userA"/>
                      <dgm:constr type="diam" refType="userA" fact="1.26"/>
                      <dgm:constr type="begPad" refType="connDist" fact="-0.2"/>
                      <dgm:constr type="endPad" refType="connDist" fact="0.05"/>
                    </dgm:constrLst>
                  </dgm:if>
                  <dgm:if name="Name19" axis="par ch" ptType="doc node" func="cnt" op="equ" val="5">
                    <dgm:constrLst>
                      <dgm:constr type="userA"/>
                      <dgm:constr type="diam" refType="userA" fact="1.04"/>
                      <dgm:constr type="begPad" refType="connDist" fact="-0.2"/>
                      <dgm:constr type="endPad" refType="connDist" fact="0.05"/>
                    </dgm:constrLst>
                  </dgm:if>
                  <dgm:if name="Name20" axis="par ch" ptType="doc node" func="cnt" op="equ" val="6">
                    <dgm:constrLst>
                      <dgm:constr type="userA"/>
                      <dgm:constr type="diam" refType="userA" fact="1.1"/>
                      <dgm:constr type="begPad" refType="connDist" fact="-0.2"/>
                      <dgm:constr type="endPad" refType="connDist" fact="0.05"/>
                    </dgm:constrLst>
                  </dgm:if>
                  <dgm:else name="Name21">
                    <dgm:constrLst>
                      <dgm:constr type="userA"/>
                      <dgm:constr type="diam" refType="userA" fact="1.04"/>
                      <dgm:constr type="begPad" refType="connDist" fact="-0.2"/>
                      <dgm:constr type="endPad" refType="connDist" fact="0.05"/>
                    </dgm:constrLst>
                  </dgm:else>
                </dgm:choose>
                <dgm:ruleLst/>
              </dgm:layoutNode>
            </dgm:forEach>
          </dgm:forEach>
          <dgm:forEach name="followingNodesForEach" axis="ch" ptType="node" st="2">
            <dgm:layoutNode name="nodeFollowingNodes">
              <dgm:varLst>
                <dgm:bulletEnabled val="1"/>
              </dgm:varLst>
              <dgm:alg type="tx"/>
              <dgm:shape xmlns:r="http://schemas.openxmlformats.org/officeDocument/2006/relationships" type="roundRect" r:blip="">
                <dgm:adjLst/>
              </dgm:shape>
              <dgm:presOf axis="desOrSelf" ptType="node"/>
              <dgm:constrLst>
                <dgm:constr type="h" refType="w" fact="0.5"/>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dgm:layoutNode>
      </dgm:else>
    </dgm:choose>
  </dgm:layoutNode>
</dgm:layoutDef>
</file>

<file path=ppt/diagrams/layout3.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4.xml><?xml version="1.0" encoding="utf-8"?>
<dgm:layoutDef xmlns:dgm="http://schemas.openxmlformats.org/drawingml/2006/diagram" xmlns:a="http://schemas.openxmlformats.org/drawingml/2006/main" uniqueId="urn:microsoft.com/office/officeart/2011/layout/CircleProcess">
  <dgm:title val="Circle Process"/>
  <dgm:desc val="Use to show sequential steps in a process. Limited to eleven Level 1 shapes with an unlimited number of Level 2 shapes. Works best with small amounts of text. Unused text does not appear, but remains available if you switch layouts."/>
  <dgm:catLst>
    <dgm:cat type="process" pri="8500"/>
    <dgm:cat type="officeonline" pri="85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val="11"/>
      <dgm:chPref val="11"/>
      <dgm:dir/>
      <dgm:resizeHandles/>
    </dgm:varLst>
    <dgm:shape xmlns:r="http://schemas.openxmlformats.org/officeDocument/2006/relationships" r:blip="">
      <dgm:adjLst/>
    </dgm:shape>
    <dgm:choose name="Name1">
      <dgm:if name="Name2" func="var" arg="dir" op="equ" val="norm">
        <dgm:choose name="Name3">
          <dgm:if name="Name4" axis="ch" ptType="node" func="cnt" op="equ" val="1">
            <dgm:alg type="composite">
              <dgm:param type="ar" val="0.6383"/>
            </dgm:alg>
            <dgm:constrLst>
              <dgm:constr type="primFontSz" for="des" forName="Child1" val="65"/>
              <dgm:constr type="primFontSz" for="des" forName="Parent1" val="65"/>
              <dgm:constr type="primFontSz" for="des" forName="Child1" refType="primFontSz" refFor="des" refForName="Parent1" op="lte"/>
              <dgm:constr type="l" for="ch" forName="Parent1" refType="w" fact="0.1667"/>
              <dgm:constr type="t" for="ch" forName="Parent1" refType="h" fact="0.1064"/>
              <dgm:constr type="w" for="ch" forName="Parent1" refType="w" fact="0.6667"/>
              <dgm:constr type="h" for="ch" forName="Parent1" refType="h" fact="0.4255"/>
              <dgm:constr type="l" for="ch" forName="Accent1" refType="w" fact="0"/>
              <dgm:constr type="t" for="ch" forName="Accent1" refType="h" fact="0"/>
              <dgm:constr type="w" for="ch" forName="Accent1" refType="w"/>
              <dgm:constr type="h" for="ch" forName="Accent1" refType="h" fact="0.6383"/>
              <dgm:constr type="l" for="ch" forName="ParentBackground1" refType="w" fact="0.0333"/>
              <dgm:constr type="t" for="ch" forName="ParentBackground1" refType="h" fact="0.0213"/>
              <dgm:constr type="w" for="ch" forName="ParentBackground1" refType="w" fact="0.9333"/>
              <dgm:constr type="h" for="ch" forName="ParentBackground1" refType="h" fact="0.5957"/>
              <dgm:constr type="l" for="ch" forName="Child1" refType="w" fact="0.0333"/>
              <dgm:constr type="t" for="ch" forName="Child1" refType="h" fact="0.6574"/>
              <dgm:constr type="w" for="ch" forName="Child1" refType="w" fact="0.9333"/>
              <dgm:constr type="h" for="ch" forName="Child1" refType="h" fact="0.3426"/>
            </dgm:constrLst>
          </dgm:if>
          <dgm:if name="Name5" axis="ch" ptType="node" func="cnt" op="equ" val="2">
            <dgm:alg type="composite">
              <dgm:param type="ar" val="1.265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Parent2" refType="w" fact="0.6249"/>
              <dgm:constr type="t" for="ch" forName="Parent2" refType="h" fact="0.2022"/>
              <dgm:constr type="w" for="ch" forName="Parent2" refType="w" fact="0.3001"/>
              <dgm:constr type="h" for="ch" forName="Parent2" refType="h" fact="0.3799"/>
              <dgm:constr type="l" for="ch" forName="Parent1" refType="w" fact="0.1597"/>
              <dgm:constr type="t" for="ch" forName="Parent1" refType="h" fact="0.2022"/>
              <dgm:constr type="w" for="ch" forName="Parent1" refType="w" fact="0.3001"/>
              <dgm:constr type="h" for="ch" forName="Parent1" refType="h" fact="0.3799"/>
              <dgm:constr type="l" for="ch" forName="Accent2" refType="w" fact="0.5498"/>
              <dgm:constr type="t" for="ch" forName="Accent2" refType="h" fact="0.1072"/>
              <dgm:constr type="w" for="ch" forName="Accent2" refType="w" fact="0.4502"/>
              <dgm:constr type="h" for="ch" forName="Accent2" refType="h" fact="0.5699"/>
              <dgm:constr type="l" for="ch" forName="ParentBackground2" refType="w" fact="0.5648"/>
              <dgm:constr type="t" for="ch" forName="ParentBackground2" refType="h" fact="0.1262"/>
              <dgm:constr type="w" for="ch" forName="ParentBackground2" refType="w" fact="0.4201"/>
              <dgm:constr type="h" for="ch" forName="ParentBackground2" refType="h" fact="0.5319"/>
              <dgm:constr type="l" for="ch" forName="Child2" refType="w" fact="0.5648"/>
              <dgm:constr type="t" for="ch" forName="Child2" refType="h" fact="0.6876"/>
              <dgm:constr type="w" for="ch" forName="Child2" refType="w" fact="0.4201"/>
              <dgm:constr type="h" for="ch" forName="Child2" refType="h" fact="0.3124"/>
              <dgm:constr type="l" for="ch" forName="Accent1" refType="w" fact="-0.0086"/>
              <dgm:constr type="t" for="ch" forName="Accent1" refType="h" fact="-0.0109"/>
              <dgm:constr type="w" for="ch" forName="Accent1" refType="w" fact="0.6367"/>
              <dgm:constr type="h" for="ch" forName="Accent1" refType="h" fact="0.806"/>
              <dgm:constr type="l" for="ch" forName="ParentBackground1" refType="w" fact="0.0997"/>
              <dgm:constr type="t" for="ch" forName="ParentBackground1" refType="h" fact="0.1262"/>
              <dgm:constr type="w" for="ch" forName="ParentBackground1" refType="w" fact="0.4201"/>
              <dgm:constr type="h" for="ch" forName="ParentBackground1" refType="h" fact="0.5319"/>
              <dgm:constr type="l" for="ch" forName="Child1" refType="w" fact="0.0997"/>
              <dgm:constr type="t" for="ch" forName="Child1" refType="h" fact="0.6876"/>
              <dgm:constr type="w" for="ch" forName="Child1" refType="w" fact="0.4201"/>
              <dgm:constr type="h" for="ch" forName="Child1" refType="h" fact="0.3124"/>
            </dgm:constrLst>
          </dgm:if>
          <dgm:if name="Name6" axis="ch" ptType="node" func="cnt" op="equ" val="3">
            <dgm:alg type="composite">
              <dgm:param type="ar" val="1.854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Parent3" refType="w" fact="0.744"/>
              <dgm:constr type="t" for="ch" forName="Parent3" refType="h" fact="0.2022"/>
              <dgm:constr type="w" for="ch" forName="Parent3" refType="w" fact="0.2048"/>
              <dgm:constr type="h" for="ch" forName="Parent3" refType="h" fact="0.3799"/>
              <dgm:constr type="l" for="ch" forName="Parent2" refType="w" fact="0.4265"/>
              <dgm:constr type="t" for="ch" forName="Parent2" refType="h" fact="0.2022"/>
              <dgm:constr type="w" for="ch" forName="Parent2" refType="w" fact="0.2048"/>
              <dgm:constr type="h" for="ch" forName="Parent2" refType="h" fact="0.3799"/>
              <dgm:constr type="l" for="ch" forName="Parent1" refType="w" fact="0.109"/>
              <dgm:constr type="t" for="ch" forName="Parent1" refType="h" fact="0.2022"/>
              <dgm:constr type="w" for="ch" forName="Parent1" refType="w" fact="0.2048"/>
              <dgm:constr type="h" for="ch" forName="Parent1" refType="h" fact="0.3799"/>
              <dgm:constr type="l" for="ch" forName="Accent3" refType="w" fact="0.6928"/>
              <dgm:constr type="t" for="ch" forName="Accent3" refType="h" fact="0.1072"/>
              <dgm:constr type="w" for="ch" forName="Accent3" refType="w" fact="0.3072"/>
              <dgm:constr type="h" for="ch" forName="Accent3" refType="h" fact="0.5699"/>
              <dgm:constr type="l" for="ch" forName="ParentBackground3" refType="w" fact="0.703"/>
              <dgm:constr type="t" for="ch" forName="ParentBackground3" refType="h" fact="0.1262"/>
              <dgm:constr type="w" for="ch" forName="ParentBackground3" refType="w" fact="0.2868"/>
              <dgm:constr type="h" for="ch" forName="ParentBackground3" refType="h" fact="0.5319"/>
              <dgm:constr type="l" for="ch" forName="Child3" refType="w" fact="0.703"/>
              <dgm:constr type="t" for="ch" forName="Child3" refType="h" fact="0.6876"/>
              <dgm:constr type="w" for="ch" forName="Child3" refType="w" fact="0.2868"/>
              <dgm:constr type="h" for="ch" forName="Child3" refType="h" fact="0.3124"/>
              <dgm:constr type="l" for="ch" forName="Accent2" refType="w" fact="0.3122"/>
              <dgm:constr type="t" for="ch" forName="Accent2" refType="h" fact="-0.0109"/>
              <dgm:constr type="w" for="ch" forName="Accent2" refType="w" fact="0.4334"/>
              <dgm:constr type="h" for="ch" forName="Accent2" refType="h" fact="0.806"/>
              <dgm:constr type="l" for="ch" forName="ParentBackground2" refType="w" fact="0.3855"/>
              <dgm:constr type="t" for="ch" forName="ParentBackground2" refType="h" fact="0.1262"/>
              <dgm:constr type="w" for="ch" forName="ParentBackground2" refType="w" fact="0.2868"/>
              <dgm:constr type="h" for="ch" forName="ParentBackground2" refType="h" fact="0.5319"/>
              <dgm:constr type="l" for="ch" forName="Child2" refType="w" fact="0.3855"/>
              <dgm:constr type="t" for="ch" forName="Child2" refType="h" fact="0.6876"/>
              <dgm:constr type="w" for="ch" forName="Child2" refType="w" fact="0.2868"/>
              <dgm:constr type="h" for="ch" forName="Child2" refType="h" fact="0.3124"/>
              <dgm:constr type="l" for="ch" forName="Accent1" refType="w" fact="-0.0053"/>
              <dgm:constr type="t" for="ch" forName="Accent1" refType="h" fact="-0.0109"/>
              <dgm:constr type="w" for="ch" forName="Accent1" refType="w" fact="0.4334"/>
              <dgm:constr type="h" for="ch" forName="Accent1" refType="h" fact="0.806"/>
              <dgm:constr type="l" for="ch" forName="ParentBackground1" refType="w" fact="0.068"/>
              <dgm:constr type="t" for="ch" forName="ParentBackground1" refType="h" fact="0.1262"/>
              <dgm:constr type="w" for="ch" forName="ParentBackground1" refType="w" fact="0.2868"/>
              <dgm:constr type="h" for="ch" forName="ParentBackground1" refType="h" fact="0.5319"/>
              <dgm:constr type="l" for="ch" forName="Child1" refType="w" fact="0.068"/>
              <dgm:constr type="t" for="ch" forName="Child1" refType="h" fact="0.6876"/>
              <dgm:constr type="w" for="ch" forName="Child1" refType="w" fact="0.2868"/>
              <dgm:constr type="h" for="ch" forName="Child1" refType="h" fact="0.3124"/>
            </dgm:constrLst>
          </dgm:if>
          <dgm:if name="Name7" axis="ch" ptType="node" func="cnt" op="equ" val="4">
            <dgm:alg type="composite">
              <dgm:param type="ar" val="2.44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Parent4" refType="w" fact="0.8057"/>
              <dgm:constr type="t" for="ch" forName="Parent4" refType="h" fact="0.2022"/>
              <dgm:constr type="w" for="ch" forName="Parent4" refType="w" fact="0.1555"/>
              <dgm:constr type="h" for="ch" forName="Parent4" refType="h" fact="0.3799"/>
              <dgm:constr type="l" for="ch" forName="Parent3" refType="w" fact="0.5647"/>
              <dgm:constr type="t" for="ch" forName="Parent3" refType="h" fact="0.2022"/>
              <dgm:constr type="w" for="ch" forName="Parent3" refType="w" fact="0.1555"/>
              <dgm:constr type="h" for="ch" forName="Parent3" refType="h" fact="0.3799"/>
              <dgm:constr type="l" for="ch" forName="Parent2" refType="w" fact="0.3237"/>
              <dgm:constr type="t" for="ch" forName="Parent2" refType="h" fact="0.2022"/>
              <dgm:constr type="w" for="ch" forName="Parent2" refType="w" fact="0.1555"/>
              <dgm:constr type="h" for="ch" forName="Parent2" refType="h" fact="0.3799"/>
              <dgm:constr type="l" for="ch" forName="Parent1" refType="w" fact="0.0827"/>
              <dgm:constr type="t" for="ch" forName="Parent1" refType="h" fact="0.2022"/>
              <dgm:constr type="w" for="ch" forName="Parent1" refType="w" fact="0.1555"/>
              <dgm:constr type="h" for="ch" forName="Parent1" refType="h" fact="0.3799"/>
              <dgm:constr type="l" for="ch" forName="Accent4" refType="w" fact="0.7668"/>
              <dgm:constr type="t" for="ch" forName="Accent4" refType="h" fact="0.1072"/>
              <dgm:constr type="w" for="ch" forName="Accent4" refType="w" fact="0.2332"/>
              <dgm:constr type="h" for="ch" forName="Accent4" refType="h" fact="0.5699"/>
              <dgm:constr type="l" for="ch" forName="ParentBackground4" refType="w" fact="0.7746"/>
              <dgm:constr type="t" for="ch" forName="ParentBackground4" refType="h" fact="0.1262"/>
              <dgm:constr type="w" for="ch" forName="ParentBackground4" refType="w" fact="0.2177"/>
              <dgm:constr type="h" for="ch" forName="ParentBackground4" refType="h" fact="0.5319"/>
              <dgm:constr type="l" for="ch" forName="Child4" refType="w" fact="0.7746"/>
              <dgm:constr type="t" for="ch" forName="Child4" refType="h" fact="0.6876"/>
              <dgm:constr type="w" for="ch" forName="Child4" refType="w" fact="0.2177"/>
              <dgm:constr type="h" for="ch" forName="Child4" refType="h" fact="0.3124"/>
              <dgm:constr type="l" for="ch" forName="Accent3" refType="w" fact="0.4765"/>
              <dgm:constr type="t" for="ch" forName="Accent3" refType="h" fact="-0.0109"/>
              <dgm:constr type="w" for="ch" forName="Accent3" refType="w" fact="0.3298"/>
              <dgm:constr type="h" for="ch" forName="Accent3" refType="h" fact="0.806"/>
              <dgm:constr type="l" for="ch" forName="ParentBackground3" refType="w" fact="0.5336"/>
              <dgm:constr type="t" for="ch" forName="ParentBackground3" refType="h" fact="0.1262"/>
              <dgm:constr type="w" for="ch" forName="ParentBackground3" refType="w" fact="0.2177"/>
              <dgm:constr type="h" for="ch" forName="ParentBackground3" refType="h" fact="0.5319"/>
              <dgm:constr type="l" for="ch" forName="Child3" refType="w" fact="0.5336"/>
              <dgm:constr type="t" for="ch" forName="Child3" refType="h" fact="0.6876"/>
              <dgm:constr type="w" for="ch" forName="Child3" refType="w" fact="0.2177"/>
              <dgm:constr type="h" for="ch" forName="Child3" refType="h" fact="0.3124"/>
              <dgm:constr type="l" for="ch" forName="Accent2" refType="w" fact="0.2365"/>
              <dgm:constr type="t" for="ch" forName="Accent2" refType="h" fact="-0.0109"/>
              <dgm:constr type="w" for="ch" forName="Accent2" refType="w" fact="0.3298"/>
              <dgm:constr type="h" for="ch" forName="Accent2" refType="h" fact="0.806"/>
              <dgm:constr type="l" for="ch" forName="ParentBackground2" refType="w" fact="0.2926"/>
              <dgm:constr type="t" for="ch" forName="ParentBackground2" refType="h" fact="0.1262"/>
              <dgm:constr type="w" for="ch" forName="ParentBackground2" refType="w" fact="0.2177"/>
              <dgm:constr type="h" for="ch" forName="ParentBackground2" refType="h" fact="0.5319"/>
              <dgm:constr type="l" for="ch" forName="Child2" refType="w" fact="0.2926"/>
              <dgm:constr type="t" for="ch" forName="Child2" refType="h" fact="0.6876"/>
              <dgm:constr type="w" for="ch" forName="Child2" refType="w" fact="0.2177"/>
              <dgm:constr type="h" for="ch" forName="Child2" refType="h" fact="0.3124"/>
              <dgm:constr type="l" for="ch" forName="Accent1" refType="w" fact="-0.0045"/>
              <dgm:constr type="t" for="ch" forName="Accent1" refType="h" fact="-0.0109"/>
              <dgm:constr type="w" for="ch" forName="Accent1" refType="w" fact="0.3298"/>
              <dgm:constr type="h" for="ch" forName="Accent1" refType="h" fact="0.806"/>
              <dgm:constr type="l" for="ch" forName="ParentBackground1" refType="w" fact="0.0516"/>
              <dgm:constr type="t" for="ch" forName="ParentBackground1" refType="h" fact="0.1262"/>
              <dgm:constr type="w" for="ch" forName="ParentBackground1" refType="w" fact="0.2177"/>
              <dgm:constr type="h" for="ch" forName="ParentBackground1" refType="h" fact="0.5319"/>
              <dgm:constr type="l" for="ch" forName="Child1" refType="w" fact="0.0516"/>
              <dgm:constr type="t" for="ch" forName="Child1" refType="h" fact="0.6876"/>
              <dgm:constr type="w" for="ch" forName="Child1" refType="w" fact="0.2177"/>
              <dgm:constr type="h" for="ch" forName="Child1" refType="h" fact="0.3124"/>
            </dgm:constrLst>
          </dgm:if>
          <dgm:if name="Name8" axis="ch" ptType="node" func="cnt" op="equ" val="5">
            <dgm:alg type="composite">
              <dgm:param type="ar" val="3.0325"/>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Parent5" refType="w" fact="0.8434"/>
              <dgm:constr type="t" for="ch" forName="Parent5" refType="h" fact="0.2022"/>
              <dgm:constr type="w" for="ch" forName="Parent5" refType="w" fact="0.1253"/>
              <dgm:constr type="h" for="ch" forName="Parent5" refType="h" fact="0.3799"/>
              <dgm:constr type="l" for="ch" forName="Parent4" refType="w" fact="0.6492"/>
              <dgm:constr type="t" for="ch" forName="Parent4" refType="h" fact="0.2022"/>
              <dgm:constr type="w" for="ch" forName="Parent4" refType="w" fact="0.1253"/>
              <dgm:constr type="h" for="ch" forName="Parent4" refType="h" fact="0.3799"/>
              <dgm:constr type="l" for="ch" forName="Parent3" refType="w" fact="0.455"/>
              <dgm:constr type="t" for="ch" forName="Parent3" refType="h" fact="0.2022"/>
              <dgm:constr type="w" for="ch" forName="Parent3" refType="w" fact="0.1253"/>
              <dgm:constr type="h" for="ch" forName="Parent3" refType="h" fact="0.3799"/>
              <dgm:constr type="l" for="ch" forName="Parent2" refType="w" fact="0.2609"/>
              <dgm:constr type="t" for="ch" forName="Parent2" refType="h" fact="0.2022"/>
              <dgm:constr type="w" for="ch" forName="Parent2" refType="w" fact="0.1253"/>
              <dgm:constr type="h" for="ch" forName="Parent2" refType="h" fact="0.3799"/>
              <dgm:constr type="l" for="ch" forName="Parent1" refType="w" fact="0.0667"/>
              <dgm:constr type="t" for="ch" forName="Parent1" refType="h" fact="0.2022"/>
              <dgm:constr type="w" for="ch" forName="Parent1" refType="w" fact="0.1253"/>
              <dgm:constr type="h" for="ch" forName="Parent1" refType="h" fact="0.3799"/>
              <dgm:constr type="l" for="ch" forName="Accent5" refType="w" fact="0.8121"/>
              <dgm:constr type="t" for="ch" forName="Accent5" refType="h" fact="0.1072"/>
              <dgm:constr type="w" for="ch" forName="Accent5" refType="w" fact="0.1879"/>
              <dgm:constr type="h" for="ch" forName="Accent5" refType="h" fact="0.5699"/>
              <dgm:constr type="l" for="ch" forName="ParentBackground5" refType="w" fact="0.8183"/>
              <dgm:constr type="t" for="ch" forName="ParentBackground5" refType="h" fact="0.1262"/>
              <dgm:constr type="w" for="ch" forName="ParentBackground5" refType="w" fact="0.1754"/>
              <dgm:constr type="h" for="ch" forName="ParentBackground5" refType="h" fact="0.5319"/>
              <dgm:constr type="l" for="ch" forName="Child5" refType="w" fact="0.8183"/>
              <dgm:constr type="t" for="ch" forName="Child5" refType="h" fact="0.6876"/>
              <dgm:constr type="w" for="ch" forName="Child5" refType="w" fact="0.1754"/>
              <dgm:constr type="h" for="ch" forName="Child5" refType="h" fact="0.3124"/>
              <dgm:constr type="l" for="ch" forName="Accent4" refType="w" fact="0.5789"/>
              <dgm:constr type="t" for="ch" forName="Accent4" refType="h" fact="-0.0109"/>
              <dgm:constr type="w" for="ch" forName="Accent4" refType="w" fact="0.2657"/>
              <dgm:constr type="h" for="ch" forName="Accent4" refType="h" fact="0.806"/>
              <dgm:constr type="l" for="ch" forName="ParentBackground4" refType="w" fact="0.6242"/>
              <dgm:constr type="t" for="ch" forName="ParentBackground4" refType="h" fact="0.1262"/>
              <dgm:constr type="w" for="ch" forName="ParentBackground4" refType="w" fact="0.1754"/>
              <dgm:constr type="h" for="ch" forName="ParentBackground4" refType="h" fact="0.5319"/>
              <dgm:constr type="l" for="ch" forName="Child4" refType="w" fact="0.6242"/>
              <dgm:constr type="t" for="ch" forName="Child4" refType="h" fact="0.6876"/>
              <dgm:constr type="w" for="ch" forName="Child4" refType="w" fact="0.1754"/>
              <dgm:constr type="h" for="ch" forName="Child4" refType="h" fact="0.3124"/>
              <dgm:constr type="l" for="ch" forName="Accent3" refType="w" fact="0.3848"/>
              <dgm:constr type="t" for="ch" forName="Accent3" refType="h" fact="-0.0109"/>
              <dgm:constr type="w" for="ch" forName="Accent3" refType="w" fact="0.2657"/>
              <dgm:constr type="h" for="ch" forName="Accent3" refType="h" fact="0.806"/>
              <dgm:constr type="l" for="ch" forName="ParentBackground3" refType="w" fact="0.43"/>
              <dgm:constr type="t" for="ch" forName="ParentBackground3" refType="h" fact="0.1262"/>
              <dgm:constr type="w" for="ch" forName="ParentBackground3" refType="w" fact="0.1754"/>
              <dgm:constr type="h" for="ch" forName="ParentBackground3" refType="h" fact="0.5319"/>
              <dgm:constr type="l" for="ch" forName="Child3" refType="w" fact="0.43"/>
              <dgm:constr type="t" for="ch" forName="Child3" refType="h" fact="0.6876"/>
              <dgm:constr type="w" for="ch" forName="Child3" refType="w" fact="0.1754"/>
              <dgm:constr type="h" for="ch" forName="Child3" refType="h" fact="0.3124"/>
              <dgm:constr type="l" for="ch" forName="Accent2" refType="w" fact="0.1906"/>
              <dgm:constr type="t" for="ch" forName="Accent2" refType="h" fact="-0.0109"/>
              <dgm:constr type="w" for="ch" forName="Accent2" refType="w" fact="0.2657"/>
              <dgm:constr type="h" for="ch" forName="Accent2" refType="h" fact="0.806"/>
              <dgm:constr type="l" for="ch" forName="ParentBackground2" refType="w" fact="0.2358"/>
              <dgm:constr type="t" for="ch" forName="ParentBackground2" refType="h" fact="0.1262"/>
              <dgm:constr type="w" for="ch" forName="ParentBackground2" refType="w" fact="0.1754"/>
              <dgm:constr type="h" for="ch" forName="ParentBackground2" refType="h" fact="0.5319"/>
              <dgm:constr type="l" for="ch" forName="Child2" refType="w" fact="0.2358"/>
              <dgm:constr type="t" for="ch" forName="Child2" refType="h" fact="0.6876"/>
              <dgm:constr type="w" for="ch" forName="Child2" refType="w" fact="0.1754"/>
              <dgm:constr type="h" for="ch" forName="Child2" refType="h" fact="0.3124"/>
              <dgm:constr type="l" for="ch" forName="Accent1" refType="w" fact="-0.0036"/>
              <dgm:constr type="t" for="ch" forName="Accent1" refType="h" fact="-0.0109"/>
              <dgm:constr type="w" for="ch" forName="Accent1" refType="w" fact="0.2657"/>
              <dgm:constr type="h" for="ch" forName="Accent1" refType="h" fact="0.806"/>
              <dgm:constr type="l" for="ch" forName="ParentBackground1" refType="w" fact="0.0416"/>
              <dgm:constr type="t" for="ch" forName="ParentBackground1" refType="h" fact="0.1262"/>
              <dgm:constr type="w" for="ch" forName="ParentBackground1" refType="w" fact="0.1754"/>
              <dgm:constr type="h" for="ch" forName="ParentBackground1" refType="h" fact="0.5319"/>
              <dgm:constr type="l" for="ch" forName="Child1" refType="w" fact="0.0416"/>
              <dgm:constr type="t" for="ch" forName="Child1" refType="h" fact="0.6876"/>
              <dgm:constr type="w" for="ch" forName="Child1" refType="w" fact="0.1754"/>
              <dgm:constr type="h" for="ch" forName="Child1" refType="h" fact="0.3124"/>
            </dgm:constrLst>
          </dgm:if>
          <dgm:if name="Name9" axis="ch" ptType="node" func="cnt" op="equ" val="6">
            <dgm:alg type="composite">
              <dgm:param type="ar" val="3.621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Parent6" refType="w" fact="0.8689"/>
              <dgm:constr type="t" for="ch" forName="Parent6" refType="h" fact="0.2022"/>
              <dgm:constr type="w" for="ch" forName="Parent6" refType="w" fact="0.1049"/>
              <dgm:constr type="h" for="ch" forName="Parent6" refType="h" fact="0.3799"/>
              <dgm:constr type="l" for="ch" forName="Parent5" refType="w" fact="0.7063"/>
              <dgm:constr type="t" for="ch" forName="Parent5" refType="h" fact="0.2022"/>
              <dgm:constr type="w" for="ch" forName="Parent5" refType="w" fact="0.1049"/>
              <dgm:constr type="h" for="ch" forName="Parent5" refType="h" fact="0.3799"/>
              <dgm:constr type="l" for="ch" forName="Parent4" refType="w" fact="0.5437"/>
              <dgm:constr type="t" for="ch" forName="Parent4" refType="h" fact="0.2022"/>
              <dgm:constr type="w" for="ch" forName="Parent4" refType="w" fact="0.1049"/>
              <dgm:constr type="h" for="ch" forName="Parent4" refType="h" fact="0.3799"/>
              <dgm:constr type="l" for="ch" forName="Parent3" refType="w" fact="0.381"/>
              <dgm:constr type="t" for="ch" forName="Parent3" refType="h" fact="0.2022"/>
              <dgm:constr type="w" for="ch" forName="Parent3" refType="w" fact="0.1049"/>
              <dgm:constr type="h" for="ch" forName="Parent3" refType="h" fact="0.3799"/>
              <dgm:constr type="l" for="ch" forName="Parent2" refType="w" fact="0.2184"/>
              <dgm:constr type="t" for="ch" forName="Parent2" refType="h" fact="0.2022"/>
              <dgm:constr type="w" for="ch" forName="Parent2" refType="w" fact="0.1049"/>
              <dgm:constr type="h" for="ch" forName="Parent2" refType="h" fact="0.3799"/>
              <dgm:constr type="l" for="ch" forName="Parent1" refType="w" fact="0.0558"/>
              <dgm:constr type="t" for="ch" forName="Parent1" refType="h" fact="0.2022"/>
              <dgm:constr type="w" for="ch" forName="Parent1" refType="w" fact="0.1049"/>
              <dgm:constr type="h" for="ch" forName="Parent1" refType="h" fact="0.3799"/>
              <dgm:constr type="l" for="ch" forName="Accent6" refType="w" fact="0.8426"/>
              <dgm:constr type="t" for="ch" forName="Accent6" refType="h" fact="0.1072"/>
              <dgm:constr type="w" for="ch" forName="Accent6" refType="w" fact="0.1574"/>
              <dgm:constr type="h" for="ch" forName="Accent6" refType="h" fact="0.5699"/>
              <dgm:constr type="l" for="ch" forName="ParentBackground6" refType="w" fact="0.8479"/>
              <dgm:constr type="t" for="ch" forName="ParentBackground6" refType="h" fact="0.1262"/>
              <dgm:constr type="w" for="ch" forName="ParentBackground6" refType="w" fact="0.1469"/>
              <dgm:constr type="h" for="ch" forName="ParentBackground6" refType="h" fact="0.5319"/>
              <dgm:constr type="l" for="ch" forName="Child6" refType="w" fact="0.8479"/>
              <dgm:constr type="t" for="ch" forName="Child6" refType="h" fact="0.6876"/>
              <dgm:constr type="w" for="ch" forName="Child6" refType="w" fact="0.1469"/>
              <dgm:constr type="h" for="ch" forName="Child6" refType="h" fact="0.3124"/>
              <dgm:constr type="l" for="ch" forName="Accent5" refType="w" fact="0.6474"/>
              <dgm:constr type="t" for="ch" forName="Accent5" refType="h" fact="-0.0109"/>
              <dgm:constr type="w" for="ch" forName="Accent5" refType="w" fact="0.2226"/>
              <dgm:constr type="h" for="ch" forName="Accent5" refType="h" fact="0.806"/>
              <dgm:constr type="l" for="ch" forName="ParentBackground5" refType="w" fact="0.6853"/>
              <dgm:constr type="t" for="ch" forName="ParentBackground5" refType="h" fact="0.1262"/>
              <dgm:constr type="w" for="ch" forName="ParentBackground5" refType="w" fact="0.1469"/>
              <dgm:constr type="h" for="ch" forName="ParentBackground5" refType="h" fact="0.5319"/>
              <dgm:constr type="l" for="ch" forName="Child5" refType="w" fact="0.6853"/>
              <dgm:constr type="t" for="ch" forName="Child5" refType="h" fact="0.6876"/>
              <dgm:constr type="w" for="ch" forName="Child5" refType="w" fact="0.1469"/>
              <dgm:constr type="h" for="ch" forName="Child5" refType="h" fact="0.3124"/>
              <dgm:constr type="l" for="ch" forName="Accent4" refType="w" fact="0.4848"/>
              <dgm:constr type="t" for="ch" forName="Accent4" refType="h" fact="-0.0109"/>
              <dgm:constr type="w" for="ch" forName="Accent4" refType="w" fact="0.2226"/>
              <dgm:constr type="h" for="ch" forName="Accent4" refType="h" fact="0.806"/>
              <dgm:constr type="l" for="ch" forName="ParentBackground4" refType="w" fact="0.5227"/>
              <dgm:constr type="t" for="ch" forName="ParentBackground4" refType="h" fact="0.1262"/>
              <dgm:constr type="w" for="ch" forName="ParentBackground4" refType="w" fact="0.1469"/>
              <dgm:constr type="h" for="ch" forName="ParentBackground4" refType="h" fact="0.5319"/>
              <dgm:constr type="l" for="ch" forName="Child4" refType="w" fact="0.5227"/>
              <dgm:constr type="t" for="ch" forName="Child4" refType="h" fact="0.6876"/>
              <dgm:constr type="w" for="ch" forName="Child4" refType="w" fact="0.1469"/>
              <dgm:constr type="h" for="ch" forName="Child4" refType="h" fact="0.3124"/>
              <dgm:constr type="l" for="ch" forName="Accent3" refType="w" fact="0.3222"/>
              <dgm:constr type="t" for="ch" forName="Accent3" refType="h" fact="-0.0109"/>
              <dgm:constr type="w" for="ch" forName="Accent3" refType="w" fact="0.2226"/>
              <dgm:constr type="h" for="ch" forName="Accent3" refType="h" fact="0.806"/>
              <dgm:constr type="l" for="ch" forName="ParentBackground3" refType="w" fact="0.3601"/>
              <dgm:constr type="t" for="ch" forName="ParentBackground3" refType="h" fact="0.1262"/>
              <dgm:constr type="w" for="ch" forName="ParentBackground3" refType="w" fact="0.1469"/>
              <dgm:constr type="h" for="ch" forName="ParentBackground3" refType="h" fact="0.5319"/>
              <dgm:constr type="l" for="ch" forName="Child3" refType="w" fact="0.3601"/>
              <dgm:constr type="t" for="ch" forName="Child3" refType="h" fact="0.6876"/>
              <dgm:constr type="w" for="ch" forName="Child3" refType="w" fact="0.1469"/>
              <dgm:constr type="h" for="ch" forName="Child3" refType="h" fact="0.3124"/>
              <dgm:constr type="l" for="ch" forName="Accent2" refType="w" fact="0.1596"/>
              <dgm:constr type="t" for="ch" forName="Accent2" refType="h" fact="-0.0109"/>
              <dgm:constr type="w" for="ch" forName="Accent2" refType="w" fact="0.2226"/>
              <dgm:constr type="h" for="ch" forName="Accent2" refType="h" fact="0.806"/>
              <dgm:constr type="l" for="ch" forName="ParentBackground2" refType="w" fact="0.1975"/>
              <dgm:constr type="t" for="ch" forName="ParentBackground2" refType="h" fact="0.1262"/>
              <dgm:constr type="w" for="ch" forName="ParentBackground2" refType="w" fact="0.1469"/>
              <dgm:constr type="h" for="ch" forName="ParentBackground2" refType="h" fact="0.5319"/>
              <dgm:constr type="l" for="ch" forName="Child2" refType="w" fact="0.1975"/>
              <dgm:constr type="t" for="ch" forName="Child2" refType="h" fact="0.6876"/>
              <dgm:constr type="w" for="ch" forName="Child2" refType="w" fact="0.1469"/>
              <dgm:constr type="h" for="ch" forName="Child2" refType="h" fact="0.3124"/>
              <dgm:constr type="l" for="ch" forName="Accent1" refType="w" fact="-0.003"/>
              <dgm:constr type="t" for="ch" forName="Accent1" refType="h" fact="-0.0109"/>
              <dgm:constr type="w" for="ch" forName="Accent1" refType="w" fact="0.2226"/>
              <dgm:constr type="h" for="ch" forName="Accent1" refType="h" fact="0.806"/>
              <dgm:constr type="l" for="ch" forName="ParentBackground1" refType="w" fact="0.0348"/>
              <dgm:constr type="t" for="ch" forName="ParentBackground1" refType="h" fact="0.1262"/>
              <dgm:constr type="w" for="ch" forName="ParentBackground1" refType="w" fact="0.1469"/>
              <dgm:constr type="h" for="ch" forName="ParentBackground1" refType="h" fact="0.5319"/>
              <dgm:constr type="l" for="ch" forName="Child1" refType="w" fact="0.0348"/>
              <dgm:constr type="t" for="ch" forName="Child1" refType="h" fact="0.6876"/>
              <dgm:constr type="w" for="ch" forName="Child1" refType="w" fact="0.1469"/>
              <dgm:constr type="h" for="ch" forName="Child1" refType="h" fact="0.3124"/>
            </dgm:constrLst>
          </dgm:if>
          <dgm:if name="Name10" axis="ch" ptType="node" func="cnt" op="equ" val="7">
            <dgm:alg type="composite">
              <dgm:param type="ar" val="4.210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Parent7" refType="w" fact="0.8872"/>
              <dgm:constr type="t" for="ch" forName="Parent7" refType="h" fact="0.2022"/>
              <dgm:constr type="w" for="ch" forName="Parent7" refType="w" fact="0.0902"/>
              <dgm:constr type="h" for="ch" forName="Parent7" refType="h" fact="0.3799"/>
              <dgm:constr type="l" for="ch" forName="Parent6" refType="w" fact="0.7473"/>
              <dgm:constr type="t" for="ch" forName="Parent6" refType="h" fact="0.2022"/>
              <dgm:constr type="w" for="ch" forName="Parent6" refType="w" fact="0.0902"/>
              <dgm:constr type="h" for="ch" forName="Parent6" refType="h" fact="0.3799"/>
              <dgm:constr type="l" for="ch" forName="Parent5" refType="w" fact="0.6075"/>
              <dgm:constr type="t" for="ch" forName="Parent5" refType="h" fact="0.2022"/>
              <dgm:constr type="w" for="ch" forName="Parent5" refType="w" fact="0.0902"/>
              <dgm:constr type="h" for="ch" forName="Parent5" refType="h" fact="0.3799"/>
              <dgm:constr type="l" for="ch" forName="Parent4" refType="w" fact="0.4676"/>
              <dgm:constr type="t" for="ch" forName="Parent4" refType="h" fact="0.2022"/>
              <dgm:constr type="w" for="ch" forName="Parent4" refType="w" fact="0.0902"/>
              <dgm:constr type="h" for="ch" forName="Parent4" refType="h" fact="0.3799"/>
              <dgm:constr type="l" for="ch" forName="Parent3" refType="w" fact="0.3277"/>
              <dgm:constr type="t" for="ch" forName="Parent3" refType="h" fact="0.2022"/>
              <dgm:constr type="w" for="ch" forName="Parent3" refType="w" fact="0.0902"/>
              <dgm:constr type="h" for="ch" forName="Parent3" refType="h" fact="0.3799"/>
              <dgm:constr type="l" for="ch" forName="Parent2" refType="w" fact="0.1879"/>
              <dgm:constr type="t" for="ch" forName="Parent2" refType="h" fact="0.2022"/>
              <dgm:constr type="w" for="ch" forName="Parent2" refType="w" fact="0.0902"/>
              <dgm:constr type="h" for="ch" forName="Parent2" refType="h" fact="0.3799"/>
              <dgm:constr type="l" for="ch" forName="Parent1" refType="w" fact="0.048"/>
              <dgm:constr type="t" for="ch" forName="Parent1" refType="h" fact="0.2022"/>
              <dgm:constr type="w" for="ch" forName="Parent1" refType="w" fact="0.0902"/>
              <dgm:constr type="h" for="ch" forName="Parent1" refType="h" fact="0.3799"/>
              <dgm:constr type="l" for="ch" forName="Accent7" refType="w" fact="0.8646"/>
              <dgm:constr type="t" for="ch" forName="Accent7" refType="h" fact="0.1072"/>
              <dgm:constr type="w" for="ch" forName="Accent7" refType="w" fact="0.1354"/>
              <dgm:constr type="h" for="ch" forName="Accent7" refType="h" fact="0.5699"/>
              <dgm:constr type="l" for="ch" forName="ParentBackground7" refType="w" fact="0.8692"/>
              <dgm:constr type="t" for="ch" forName="ParentBackground7" refType="h" fact="0.1262"/>
              <dgm:constr type="w" for="ch" forName="ParentBackground7" refType="w" fact="0.1263"/>
              <dgm:constr type="h" for="ch" forName="ParentBackground7" refType="h" fact="0.5319"/>
              <dgm:constr type="l" for="ch" forName="Child7" refType="w" fact="0.8692"/>
              <dgm:constr type="t" for="ch" forName="Child7" refType="h" fact="0.6876"/>
              <dgm:constr type="w" for="ch" forName="Child7" refType="w" fact="0.1263"/>
              <dgm:constr type="h" for="ch" forName="Child7" refType="h" fact="0.3124"/>
              <dgm:constr type="l" for="ch" forName="Accent6" refType="w" fact="0.6967"/>
              <dgm:constr type="t" for="ch" forName="Accent6" refType="h" fact="-0.0109"/>
              <dgm:constr type="w" for="ch" forName="Accent6" refType="w" fact="0.1915"/>
              <dgm:constr type="h" for="ch" forName="Accent6" refType="h" fact="0.806"/>
              <dgm:constr type="l" for="ch" forName="ParentBackground6" refType="w" fact="0.7293"/>
              <dgm:constr type="t" for="ch" forName="ParentBackground6" refType="h" fact="0.1262"/>
              <dgm:constr type="w" for="ch" forName="ParentBackground6" refType="w" fact="0.1263"/>
              <dgm:constr type="h" for="ch" forName="ParentBackground6" refType="h" fact="0.5319"/>
              <dgm:constr type="l" for="ch" forName="Child6" refType="w" fact="0.7293"/>
              <dgm:constr type="t" for="ch" forName="Child6" refType="h" fact="0.6876"/>
              <dgm:constr type="w" for="ch" forName="Child6" refType="w" fact="0.1263"/>
              <dgm:constr type="h" for="ch" forName="Child6" refType="h" fact="0.3124"/>
              <dgm:constr type="l" for="ch" forName="Accent5" refType="w" fact="0.5569"/>
              <dgm:constr type="t" for="ch" forName="Accent5" refType="h" fact="-0.0109"/>
              <dgm:constr type="w" for="ch" forName="Accent5" refType="w" fact="0.1915"/>
              <dgm:constr type="h" for="ch" forName="Accent5" refType="h" fact="0.806"/>
              <dgm:constr type="l" for="ch" forName="ParentBackground5" refType="w" fact="0.5894"/>
              <dgm:constr type="t" for="ch" forName="ParentBackground5" refType="h" fact="0.1262"/>
              <dgm:constr type="w" for="ch" forName="ParentBackground5" refType="w" fact="0.1263"/>
              <dgm:constr type="h" for="ch" forName="ParentBackground5" refType="h" fact="0.5319"/>
              <dgm:constr type="l" for="ch" forName="Child5" refType="w" fact="0.5894"/>
              <dgm:constr type="t" for="ch" forName="Child5" refType="h" fact="0.6876"/>
              <dgm:constr type="w" for="ch" forName="Child5" refType="w" fact="0.1263"/>
              <dgm:constr type="h" for="ch" forName="Child5" refType="h" fact="0.3124"/>
              <dgm:constr type="l" for="ch" forName="Accent4" refType="w" fact="0.417"/>
              <dgm:constr type="t" for="ch" forName="Accent4" refType="h" fact="-0.0109"/>
              <dgm:constr type="w" for="ch" forName="Accent4" refType="w" fact="0.1915"/>
              <dgm:constr type="h" for="ch" forName="Accent4" refType="h" fact="0.806"/>
              <dgm:constr type="l" for="ch" forName="ParentBackground4" refType="w" fact="0.4496"/>
              <dgm:constr type="t" for="ch" forName="ParentBackground4" refType="h" fact="0.1262"/>
              <dgm:constr type="w" for="ch" forName="ParentBackground4" refType="w" fact="0.1263"/>
              <dgm:constr type="h" for="ch" forName="ParentBackground4" refType="h" fact="0.5319"/>
              <dgm:constr type="l" for="ch" forName="Child4" refType="w" fact="0.4496"/>
              <dgm:constr type="t" for="ch" forName="Child4" refType="h" fact="0.6876"/>
              <dgm:constr type="w" for="ch" forName="Child4" refType="w" fact="0.1263"/>
              <dgm:constr type="h" for="ch" forName="Child4" refType="h" fact="0.3124"/>
              <dgm:constr type="l" for="ch" forName="Accent3" refType="w" fact="0.2771"/>
              <dgm:constr type="t" for="ch" forName="Accent3" refType="h" fact="-0.0109"/>
              <dgm:constr type="w" for="ch" forName="Accent3" refType="w" fact="0.1915"/>
              <dgm:constr type="h" for="ch" forName="Accent3" refType="h" fact="0.806"/>
              <dgm:constr type="l" for="ch" forName="ParentBackground3" refType="w" fact="0.3097"/>
              <dgm:constr type="t" for="ch" forName="ParentBackground3" refType="h" fact="0.1262"/>
              <dgm:constr type="w" for="ch" forName="ParentBackground3" refType="w" fact="0.1263"/>
              <dgm:constr type="h" for="ch" forName="ParentBackground3" refType="h" fact="0.5319"/>
              <dgm:constr type="l" for="ch" forName="Child3" refType="w" fact="0.3097"/>
              <dgm:constr type="t" for="ch" forName="Child3" refType="h" fact="0.6876"/>
              <dgm:constr type="w" for="ch" forName="Child3" refType="w" fact="0.1263"/>
              <dgm:constr type="h" for="ch" forName="Child3" refType="h" fact="0.3124"/>
              <dgm:constr type="l" for="ch" forName="Accent2" refType="w" fact="0.1373"/>
              <dgm:constr type="t" for="ch" forName="Accent2" refType="h" fact="-0.0109"/>
              <dgm:constr type="w" for="ch" forName="Accent2" refType="w" fact="0.1915"/>
              <dgm:constr type="h" for="ch" forName="Accent2" refType="h" fact="0.806"/>
              <dgm:constr type="l" for="ch" forName="ParentBackground2" refType="w" fact="0.1698"/>
              <dgm:constr type="t" for="ch" forName="ParentBackground2" refType="h" fact="0.1262"/>
              <dgm:constr type="w" for="ch" forName="ParentBackground2" refType="w" fact="0.1263"/>
              <dgm:constr type="h" for="ch" forName="ParentBackground2" refType="h" fact="0.5319"/>
              <dgm:constr type="l" for="ch" forName="Child2" refType="w" fact="0.1698"/>
              <dgm:constr type="t" for="ch" forName="Child2" refType="h" fact="0.6876"/>
              <dgm:constr type="w" for="ch" forName="Child2" refType="w" fact="0.1263"/>
              <dgm:constr type="h" for="ch" forName="Child2" refType="h" fact="0.3124"/>
              <dgm:constr type="l" for="ch" forName="Accent1" refType="w" fact="-0.0026"/>
              <dgm:constr type="t" for="ch" forName="Accent1" refType="h" fact="-0.0109"/>
              <dgm:constr type="w" for="ch" forName="Accent1" refType="w" fact="0.1915"/>
              <dgm:constr type="h" for="ch" forName="Accent1" refType="h" fact="0.806"/>
              <dgm:constr type="l" for="ch" forName="ParentBackground1" refType="w" fact="0.03"/>
              <dgm:constr type="t" for="ch" forName="ParentBackground1" refType="h" fact="0.1262"/>
              <dgm:constr type="w" for="ch" forName="ParentBackground1" refType="w" fact="0.1263"/>
              <dgm:constr type="h" for="ch" forName="ParentBackground1" refType="h" fact="0.5319"/>
              <dgm:constr type="l" for="ch" forName="Child1" refType="w" fact="0.03"/>
              <dgm:constr type="t" for="ch" forName="Child1" refType="h" fact="0.6876"/>
              <dgm:constr type="w" for="ch" forName="Child1" refType="w" fact="0.1263"/>
              <dgm:constr type="h" for="ch" forName="Child1" refType="h" fact="0.3124"/>
            </dgm:constrLst>
          </dgm:if>
          <dgm:if name="Name11" axis="ch" ptType="node" func="cnt" op="equ" val="8">
            <dgm:alg type="composite">
              <dgm:param type="ar" val="4.799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l" for="ch" forName="Parent8" refType="w" fact="0.901"/>
              <dgm:constr type="t" for="ch" forName="Parent8" refType="h" fact="0.2022"/>
              <dgm:constr type="w" for="ch" forName="Parent8" refType="w" fact="0.0792"/>
              <dgm:constr type="h" for="ch" forName="Parent8" refType="h" fact="0.3799"/>
              <dgm:constr type="l" for="ch" forName="Parent7" refType="w" fact="0.7783"/>
              <dgm:constr type="t" for="ch" forName="Parent7" refType="h" fact="0.2022"/>
              <dgm:constr type="w" for="ch" forName="Parent7" refType="w" fact="0.0792"/>
              <dgm:constr type="h" for="ch" forName="Parent7" refType="h" fact="0.3799"/>
              <dgm:constr type="l" for="ch" forName="Parent6" refType="w" fact="0.6556"/>
              <dgm:constr type="t" for="ch" forName="Parent6" refType="h" fact="0.2022"/>
              <dgm:constr type="w" for="ch" forName="Parent6" refType="w" fact="0.0792"/>
              <dgm:constr type="h" for="ch" forName="Parent6" refType="h" fact="0.3799"/>
              <dgm:constr type="l" for="ch" forName="Parent5" refType="w" fact="0.5329"/>
              <dgm:constr type="t" for="ch" forName="Parent5" refType="h" fact="0.2022"/>
              <dgm:constr type="w" for="ch" forName="Parent5" refType="w" fact="0.0792"/>
              <dgm:constr type="h" for="ch" forName="Parent5" refType="h" fact="0.3799"/>
              <dgm:constr type="l" for="ch" forName="Parent4" refType="w" fact="0.4102"/>
              <dgm:constr type="t" for="ch" forName="Parent4" refType="h" fact="0.2022"/>
              <dgm:constr type="w" for="ch" forName="Parent4" refType="w" fact="0.0792"/>
              <dgm:constr type="h" for="ch" forName="Parent4" refType="h" fact="0.3799"/>
              <dgm:constr type="l" for="ch" forName="Parent3" refType="w" fact="0.2875"/>
              <dgm:constr type="t" for="ch" forName="Parent3" refType="h" fact="0.2022"/>
              <dgm:constr type="w" for="ch" forName="Parent3" refType="w" fact="0.0792"/>
              <dgm:constr type="h" for="ch" forName="Parent3" refType="h" fact="0.3799"/>
              <dgm:constr type="l" for="ch" forName="Parent2" refType="w" fact="0.1648"/>
              <dgm:constr type="t" for="ch" forName="Parent2" refType="h" fact="0.2022"/>
              <dgm:constr type="w" for="ch" forName="Parent2" refType="w" fact="0.0792"/>
              <dgm:constr type="h" for="ch" forName="Parent2" refType="h" fact="0.3799"/>
              <dgm:constr type="l" for="ch" forName="Parent1" refType="w" fact="0.0421"/>
              <dgm:constr type="t" for="ch" forName="Parent1" refType="h" fact="0.2022"/>
              <dgm:constr type="w" for="ch" forName="Parent1" refType="w" fact="0.0792"/>
              <dgm:constr type="h" for="ch" forName="Parent1" refType="h" fact="0.3799"/>
              <dgm:constr type="l" for="ch" forName="Accent8" refType="w" fact="0.8813"/>
              <dgm:constr type="t" for="ch" forName="Accent8" refType="h" fact="0.1072"/>
              <dgm:constr type="w" for="ch" forName="Accent8" refType="w" fact="0.1187"/>
              <dgm:constr type="h" for="ch" forName="Accent8" refType="h" fact="0.5699"/>
              <dgm:constr type="l" for="ch" forName="ParentBackground8" refType="w" fact="0.8852"/>
              <dgm:constr type="t" for="ch" forName="ParentBackground8" refType="h" fact="0.1262"/>
              <dgm:constr type="w" for="ch" forName="ParentBackground8" refType="w" fact="0.1108"/>
              <dgm:constr type="h" for="ch" forName="ParentBackground8" refType="h" fact="0.5319"/>
              <dgm:constr type="l" for="ch" forName="Child8" refType="w" fact="0.8852"/>
              <dgm:constr type="t" for="ch" forName="Child8" refType="h" fact="0.6876"/>
              <dgm:constr type="w" for="ch" forName="Child8" refType="w" fact="0.1108"/>
              <dgm:constr type="h" for="ch" forName="Child8" refType="h" fact="0.3124"/>
              <dgm:constr type="l" for="ch" forName="Accent7" refType="w" fact="0.7339"/>
              <dgm:constr type="t" for="ch" forName="Accent7" refType="h" fact="-0.0109"/>
              <dgm:constr type="w" for="ch" forName="Accent7" refType="w" fact="0.1679"/>
              <dgm:constr type="h" for="ch" forName="Accent7" refType="h" fact="0.806"/>
              <dgm:constr type="l" for="ch" forName="ParentBackground7" refType="w" fact="0.7625"/>
              <dgm:constr type="t" for="ch" forName="ParentBackground7" refType="h" fact="0.1262"/>
              <dgm:constr type="w" for="ch" forName="ParentBackground7" refType="w" fact="0.1108"/>
              <dgm:constr type="h" for="ch" forName="ParentBackground7" refType="h" fact="0.5319"/>
              <dgm:constr type="l" for="ch" forName="Child7" refType="w" fact="0.7625"/>
              <dgm:constr type="t" for="ch" forName="Child7" refType="h" fact="0.6876"/>
              <dgm:constr type="w" for="ch" forName="Child7" refType="w" fact="0.1108"/>
              <dgm:constr type="h" for="ch" forName="Child7" refType="h" fact="0.3124"/>
              <dgm:constr type="l" for="ch" forName="Accent6" refType="w" fact="0.6112"/>
              <dgm:constr type="t" for="ch" forName="Accent6" refType="h" fact="-0.0109"/>
              <dgm:constr type="w" for="ch" forName="Accent6" refType="w" fact="0.1679"/>
              <dgm:constr type="h" for="ch" forName="Accent6" refType="h" fact="0.806"/>
              <dgm:constr type="l" for="ch" forName="ParentBackground6" refType="w" fact="0.6398"/>
              <dgm:constr type="t" for="ch" forName="ParentBackground6" refType="h" fact="0.1262"/>
              <dgm:constr type="w" for="ch" forName="ParentBackground6" refType="w" fact="0.1108"/>
              <dgm:constr type="h" for="ch" forName="ParentBackground6" refType="h" fact="0.5319"/>
              <dgm:constr type="l" for="ch" forName="Child6" refType="w" fact="0.6398"/>
              <dgm:constr type="t" for="ch" forName="Child6" refType="h" fact="0.6876"/>
              <dgm:constr type="w" for="ch" forName="Child6" refType="w" fact="0.1108"/>
              <dgm:constr type="h" for="ch" forName="Child6" refType="h" fact="0.3124"/>
              <dgm:constr type="l" for="ch" forName="Accent5" refType="w" fact="0.4885"/>
              <dgm:constr type="t" for="ch" forName="Accent5" refType="h" fact="-0.0109"/>
              <dgm:constr type="w" for="ch" forName="Accent5" refType="w" fact="0.1679"/>
              <dgm:constr type="h" for="ch" forName="Accent5" refType="h" fact="0.806"/>
              <dgm:constr type="l" for="ch" forName="ParentBackground5" refType="w" fact="0.5171"/>
              <dgm:constr type="t" for="ch" forName="ParentBackground5" refType="h" fact="0.1262"/>
              <dgm:constr type="w" for="ch" forName="ParentBackground5" refType="w" fact="0.1108"/>
              <dgm:constr type="h" for="ch" forName="ParentBackground5" refType="h" fact="0.5319"/>
              <dgm:constr type="l" for="ch" forName="Child5" refType="w" fact="0.5171"/>
              <dgm:constr type="t" for="ch" forName="Child5" refType="h" fact="0.6876"/>
              <dgm:constr type="w" for="ch" forName="Child5" refType="w" fact="0.1108"/>
              <dgm:constr type="h" for="ch" forName="Child5" refType="h" fact="0.3124"/>
              <dgm:constr type="l" for="ch" forName="Accent4" refType="w" fact="0.3658"/>
              <dgm:constr type="t" for="ch" forName="Accent4" refType="h" fact="-0.0109"/>
              <dgm:constr type="w" for="ch" forName="Accent4" refType="w" fact="0.1679"/>
              <dgm:constr type="h" for="ch" forName="Accent4" refType="h" fact="0.806"/>
              <dgm:constr type="l" for="ch" forName="ParentBackground4" refType="w" fact="0.3944"/>
              <dgm:constr type="t" for="ch" forName="ParentBackground4" refType="h" fact="0.1262"/>
              <dgm:constr type="w" for="ch" forName="ParentBackground4" refType="w" fact="0.1108"/>
              <dgm:constr type="h" for="ch" forName="ParentBackground4" refType="h" fact="0.5319"/>
              <dgm:constr type="l" for="ch" forName="Child4" refType="w" fact="0.3944"/>
              <dgm:constr type="t" for="ch" forName="Child4" refType="h" fact="0.6876"/>
              <dgm:constr type="w" for="ch" forName="Child4" refType="w" fact="0.1108"/>
              <dgm:constr type="h" for="ch" forName="Child4" refType="h" fact="0.3124"/>
              <dgm:constr type="l" for="ch" forName="Accent3" refType="w" fact="0.2431"/>
              <dgm:constr type="t" for="ch" forName="Accent3" refType="h" fact="-0.0109"/>
              <dgm:constr type="w" for="ch" forName="Accent3" refType="w" fact="0.1679"/>
              <dgm:constr type="h" for="ch" forName="Accent3" refType="h" fact="0.806"/>
              <dgm:constr type="l" for="ch" forName="ParentBackground3" refType="w" fact="0.2717"/>
              <dgm:constr type="t" for="ch" forName="ParentBackground3" refType="h" fact="0.1262"/>
              <dgm:constr type="w" for="ch" forName="ParentBackground3" refType="w" fact="0.1108"/>
              <dgm:constr type="h" for="ch" forName="ParentBackground3" refType="h" fact="0.5319"/>
              <dgm:constr type="l" for="ch" forName="Child3" refType="w" fact="0.2717"/>
              <dgm:constr type="t" for="ch" forName="Child3" refType="h" fact="0.6876"/>
              <dgm:constr type="w" for="ch" forName="Child3" refType="w" fact="0.1108"/>
              <dgm:constr type="h" for="ch" forName="Child3" refType="h" fact="0.3124"/>
              <dgm:constr type="l" for="ch" forName="Accent2" refType="w" fact="0.1204"/>
              <dgm:constr type="t" for="ch" forName="Accent2" refType="h" fact="-0.0109"/>
              <dgm:constr type="w" for="ch" forName="Accent2" refType="w" fact="0.1679"/>
              <dgm:constr type="h" for="ch" forName="Accent2" refType="h" fact="0.806"/>
              <dgm:constr type="l" for="ch" forName="ParentBackground2" refType="w" fact="0.149"/>
              <dgm:constr type="t" for="ch" forName="ParentBackground2" refType="h" fact="0.1262"/>
              <dgm:constr type="w" for="ch" forName="ParentBackground2" refType="w" fact="0.1108"/>
              <dgm:constr type="h" for="ch" forName="ParentBackground2" refType="h" fact="0.5319"/>
              <dgm:constr type="l" for="ch" forName="Child2" refType="w" fact="0.149"/>
              <dgm:constr type="t" for="ch" forName="Child2" refType="h" fact="0.6876"/>
              <dgm:constr type="w" for="ch" forName="Child2" refType="w" fact="0.1108"/>
              <dgm:constr type="h" for="ch" forName="Child2" refType="h" fact="0.3124"/>
              <dgm:constr type="l" for="ch" forName="Accent1" refType="w" fact="-0.0023"/>
              <dgm:constr type="t" for="ch" forName="Accent1" refType="h" fact="-0.0109"/>
              <dgm:constr type="w" for="ch" forName="Accent1" refType="w" fact="0.1679"/>
              <dgm:constr type="h" for="ch" forName="Accent1" refType="h" fact="0.806"/>
              <dgm:constr type="l" for="ch" forName="ParentBackground1" refType="w" fact="0.0263"/>
              <dgm:constr type="t" for="ch" forName="ParentBackground1" refType="h" fact="0.1262"/>
              <dgm:constr type="w" for="ch" forName="ParentBackground1" refType="w" fact="0.1108"/>
              <dgm:constr type="h" for="ch" forName="ParentBackground1" refType="h" fact="0.5319"/>
              <dgm:constr type="l" for="ch" forName="Child1" refType="w" fact="0.0263"/>
              <dgm:constr type="t" for="ch" forName="Child1" refType="h" fact="0.6876"/>
              <dgm:constr type="w" for="ch" forName="Child1" refType="w" fact="0.1108"/>
              <dgm:constr type="h" for="ch" forName="Child1" refType="h" fact="0.3124"/>
            </dgm:constrLst>
          </dgm:if>
          <dgm:if name="Name12" axis="ch" ptType="node" func="cnt" op="equ" val="9">
            <dgm:alg type="composite">
              <dgm:param type="ar" val="5.38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l" for="ch" forName="Parent9" refType="w" fact="0.9119"/>
              <dgm:constr type="t" for="ch" forName="Parent9" refType="h" fact="0.2022"/>
              <dgm:constr type="w" for="ch" forName="Parent9" refType="w" fact="0.0705"/>
              <dgm:constr type="h" for="ch" forName="Parent9" refType="h" fact="0.3799"/>
              <dgm:constr type="l" for="ch" forName="Parent8" refType="w" fact="0.8026"/>
              <dgm:constr type="t" for="ch" forName="Parent8" refType="h" fact="0.2022"/>
              <dgm:constr type="w" for="ch" forName="Parent8" refType="w" fact="0.0705"/>
              <dgm:constr type="h" for="ch" forName="Parent8" refType="h" fact="0.3799"/>
              <dgm:constr type="l" for="ch" forName="Parent7" refType="w" fact="0.6933"/>
              <dgm:constr type="t" for="ch" forName="Parent7" refType="h" fact="0.2022"/>
              <dgm:constr type="w" for="ch" forName="Parent7" refType="w" fact="0.0705"/>
              <dgm:constr type="h" for="ch" forName="Parent7" refType="h" fact="0.3799"/>
              <dgm:constr type="l" for="ch" forName="Parent6" refType="w" fact="0.584"/>
              <dgm:constr type="t" for="ch" forName="Parent6" refType="h" fact="0.2022"/>
              <dgm:constr type="w" for="ch" forName="Parent6" refType="w" fact="0.0705"/>
              <dgm:constr type="h" for="ch" forName="Parent6" refType="h" fact="0.3799"/>
              <dgm:constr type="l" for="ch" forName="Parent5" refType="w" fact="0.4747"/>
              <dgm:constr type="t" for="ch" forName="Parent5" refType="h" fact="0.2022"/>
              <dgm:constr type="w" for="ch" forName="Parent5" refType="w" fact="0.0705"/>
              <dgm:constr type="h" for="ch" forName="Parent5" refType="h" fact="0.3799"/>
              <dgm:constr type="l" for="ch" forName="Parent4" refType="w" fact="0.3654"/>
              <dgm:constr type="t" for="ch" forName="Parent4" refType="h" fact="0.2022"/>
              <dgm:constr type="w" for="ch" forName="Parent4" refType="w" fact="0.0705"/>
              <dgm:constr type="h" for="ch" forName="Parent4" refType="h" fact="0.3799"/>
              <dgm:constr type="l" for="ch" forName="Parent3" refType="w" fact="0.2561"/>
              <dgm:constr type="t" for="ch" forName="Parent3" refType="h" fact="0.2022"/>
              <dgm:constr type="w" for="ch" forName="Parent3" refType="w" fact="0.0705"/>
              <dgm:constr type="h" for="ch" forName="Parent3" refType="h" fact="0.3799"/>
              <dgm:constr type="l" for="ch" forName="Parent2" refType="w" fact="0.1468"/>
              <dgm:constr type="t" for="ch" forName="Parent2" refType="h" fact="0.2022"/>
              <dgm:constr type="w" for="ch" forName="Parent2" refType="w" fact="0.0705"/>
              <dgm:constr type="h" for="ch" forName="Parent2" refType="h" fact="0.3799"/>
              <dgm:constr type="l" for="ch" forName="Parent1" refType="w" fact="0.0375"/>
              <dgm:constr type="t" for="ch" forName="Parent1" refType="h" fact="0.2022"/>
              <dgm:constr type="w" for="ch" forName="Parent1" refType="w" fact="0.0705"/>
              <dgm:constr type="h" for="ch" forName="Parent1" refType="h" fact="0.3799"/>
              <dgm:constr type="l" for="ch" forName="Accent9" refType="w" fact="0.8942"/>
              <dgm:constr type="t" for="ch" forName="Accent9" refType="h" fact="0.1072"/>
              <dgm:constr type="w" for="ch" forName="Accent9" refType="w" fact="0.1058"/>
              <dgm:constr type="h" for="ch" forName="Accent9" refType="h" fact="0.5699"/>
              <dgm:constr type="l" for="ch" forName="ParentBackground9" refType="w" fact="0.8978"/>
              <dgm:constr type="t" for="ch" forName="ParentBackground9" refType="h" fact="0.1262"/>
              <dgm:constr type="w" for="ch" forName="ParentBackground9" refType="w" fact="0.0987"/>
              <dgm:constr type="h" for="ch" forName="ParentBackground9" refType="h" fact="0.5319"/>
              <dgm:constr type="l" for="ch" forName="Child9" refType="w" fact="0.8978"/>
              <dgm:constr type="t" for="ch" forName="Child9" refType="h" fact="0.6876"/>
              <dgm:constr type="w" for="ch" forName="Child9" refType="w" fact="0.0987"/>
              <dgm:constr type="h" for="ch" forName="Child9" refType="h" fact="0.3124"/>
              <dgm:constr type="l" for="ch" forName="Accent8" refType="w" fact="0.763"/>
              <dgm:constr type="t" for="ch" forName="Accent8" refType="h" fact="-0.0109"/>
              <dgm:constr type="w" for="ch" forName="Accent8" refType="w" fact="0.1496"/>
              <dgm:constr type="h" for="ch" forName="Accent8" refType="h" fact="0.806"/>
              <dgm:constr type="l" for="ch" forName="ParentBackground8" refType="w" fact="0.7885"/>
              <dgm:constr type="t" for="ch" forName="ParentBackground8" refType="h" fact="0.1262"/>
              <dgm:constr type="w" for="ch" forName="ParentBackground8" refType="w" fact="0.0987"/>
              <dgm:constr type="h" for="ch" forName="ParentBackground8" refType="h" fact="0.5319"/>
              <dgm:constr type="l" for="ch" forName="Child8" refType="w" fact="0.7885"/>
              <dgm:constr type="t" for="ch" forName="Child8" refType="h" fact="0.6876"/>
              <dgm:constr type="w" for="ch" forName="Child8" refType="w" fact="0.0987"/>
              <dgm:constr type="h" for="ch" forName="Child8" refType="h" fact="0.3124"/>
              <dgm:constr type="l" for="ch" forName="Accent7" refType="w" fact="0.6538"/>
              <dgm:constr type="t" for="ch" forName="Accent7" refType="h" fact="-0.0109"/>
              <dgm:constr type="w" for="ch" forName="Accent7" refType="w" fact="0.1496"/>
              <dgm:constr type="h" for="ch" forName="Accent7" refType="h" fact="0.806"/>
              <dgm:constr type="l" for="ch" forName="ParentBackground7" refType="w" fact="0.6792"/>
              <dgm:constr type="t" for="ch" forName="ParentBackground7" refType="h" fact="0.1262"/>
              <dgm:constr type="w" for="ch" forName="ParentBackground7" refType="w" fact="0.0987"/>
              <dgm:constr type="h" for="ch" forName="ParentBackground7" refType="h" fact="0.5319"/>
              <dgm:constr type="l" for="ch" forName="Child7" refType="w" fact="0.6792"/>
              <dgm:constr type="t" for="ch" forName="Child7" refType="h" fact="0.6876"/>
              <dgm:constr type="w" for="ch" forName="Child7" refType="w" fact="0.0987"/>
              <dgm:constr type="h" for="ch" forName="Child7" refType="h" fact="0.3124"/>
              <dgm:constr type="l" for="ch" forName="Accent6" refType="w" fact="0.5445"/>
              <dgm:constr type="t" for="ch" forName="Accent6" refType="h" fact="-0.0109"/>
              <dgm:constr type="w" for="ch" forName="Accent6" refType="w" fact="0.1496"/>
              <dgm:constr type="h" for="ch" forName="Accent6" refType="h" fact="0.806"/>
              <dgm:constr type="l" for="ch" forName="ParentBackground6" refType="w" fact="0.5699"/>
              <dgm:constr type="t" for="ch" forName="ParentBackground6" refType="h" fact="0.1262"/>
              <dgm:constr type="w" for="ch" forName="ParentBackground6" refType="w" fact="0.0987"/>
              <dgm:constr type="h" for="ch" forName="ParentBackground6" refType="h" fact="0.5319"/>
              <dgm:constr type="l" for="ch" forName="Child6" refType="w" fact="0.5699"/>
              <dgm:constr type="t" for="ch" forName="Child6" refType="h" fact="0.6876"/>
              <dgm:constr type="w" for="ch" forName="Child6" refType="w" fact="0.0987"/>
              <dgm:constr type="h" for="ch" forName="Child6" refType="h" fact="0.3124"/>
              <dgm:constr type="l" for="ch" forName="Accent5" refType="w" fact="0.4352"/>
              <dgm:constr type="t" for="ch" forName="Accent5" refType="h" fact="-0.0109"/>
              <dgm:constr type="w" for="ch" forName="Accent5" refType="w" fact="0.1496"/>
              <dgm:constr type="h" for="ch" forName="Accent5" refType="h" fact="0.806"/>
              <dgm:constr type="l" for="ch" forName="ParentBackground5" refType="w" fact="0.4606"/>
              <dgm:constr type="t" for="ch" forName="ParentBackground5" refType="h" fact="0.1262"/>
              <dgm:constr type="w" for="ch" forName="ParentBackground5" refType="w" fact="0.0987"/>
              <dgm:constr type="h" for="ch" forName="ParentBackground5" refType="h" fact="0.5319"/>
              <dgm:constr type="l" for="ch" forName="Child5" refType="w" fact="0.4606"/>
              <dgm:constr type="t" for="ch" forName="Child5" refType="h" fact="0.6876"/>
              <dgm:constr type="w" for="ch" forName="Child5" refType="w" fact="0.0987"/>
              <dgm:constr type="h" for="ch" forName="Child5" refType="h" fact="0.3124"/>
              <dgm:constr type="l" for="ch" forName="Accent4" refType="w" fact="0.3259"/>
              <dgm:constr type="t" for="ch" forName="Accent4" refType="h" fact="-0.0109"/>
              <dgm:constr type="w" for="ch" forName="Accent4" refType="w" fact="0.1496"/>
              <dgm:constr type="h" for="ch" forName="Accent4" refType="h" fact="0.806"/>
              <dgm:constr type="l" for="ch" forName="ParentBackground4" refType="w" fact="0.3513"/>
              <dgm:constr type="t" for="ch" forName="ParentBackground4" refType="h" fact="0.1262"/>
              <dgm:constr type="w" for="ch" forName="ParentBackground4" refType="w" fact="0.0987"/>
              <dgm:constr type="h" for="ch" forName="ParentBackground4" refType="h" fact="0.5319"/>
              <dgm:constr type="l" for="ch" forName="Child4" refType="w" fact="0.3513"/>
              <dgm:constr type="t" for="ch" forName="Child4" refType="h" fact="0.6876"/>
              <dgm:constr type="w" for="ch" forName="Child4" refType="w" fact="0.0987"/>
              <dgm:constr type="h" for="ch" forName="Child4" refType="h" fact="0.3124"/>
              <dgm:constr type="l" for="ch" forName="Accent3" refType="w" fact="0.2166"/>
              <dgm:constr type="t" for="ch" forName="Accent3" refType="h" fact="-0.0109"/>
              <dgm:constr type="w" for="ch" forName="Accent3" refType="w" fact="0.1496"/>
              <dgm:constr type="h" for="ch" forName="Accent3" refType="h" fact="0.806"/>
              <dgm:constr type="l" for="ch" forName="ParentBackground3" refType="w" fact="0.242"/>
              <dgm:constr type="t" for="ch" forName="ParentBackground3" refType="h" fact="0.1262"/>
              <dgm:constr type="w" for="ch" forName="ParentBackground3" refType="w" fact="0.0987"/>
              <dgm:constr type="h" for="ch" forName="ParentBackground3" refType="h" fact="0.5319"/>
              <dgm:constr type="l" for="ch" forName="Child3" refType="w" fact="0.242"/>
              <dgm:constr type="t" for="ch" forName="Child3" refType="h" fact="0.6876"/>
              <dgm:constr type="w" for="ch" forName="Child3" refType="w" fact="0.0987"/>
              <dgm:constr type="h" for="ch" forName="Child3" refType="h" fact="0.3124"/>
              <dgm:constr type="l" for="ch" forName="Accent2" refType="w" fact="0.1073"/>
              <dgm:constr type="t" for="ch" forName="Accent2" refType="h" fact="-0.0109"/>
              <dgm:constr type="w" for="ch" forName="Accent2" refType="w" fact="0.1496"/>
              <dgm:constr type="h" for="ch" forName="Accent2" refType="h" fact="0.806"/>
              <dgm:constr type="l" for="ch" forName="ParentBackground2" refType="w" fact="0.1327"/>
              <dgm:constr type="t" for="ch" forName="ParentBackground2" refType="h" fact="0.1262"/>
              <dgm:constr type="w" for="ch" forName="ParentBackground2" refType="w" fact="0.0987"/>
              <dgm:constr type="h" for="ch" forName="ParentBackground2" refType="h" fact="0.5319"/>
              <dgm:constr type="l" for="ch" forName="Child2" refType="w" fact="0.1327"/>
              <dgm:constr type="t" for="ch" forName="Child2" refType="h" fact="0.6876"/>
              <dgm:constr type="w" for="ch" forName="Child2" refType="w" fact="0.0987"/>
              <dgm:constr type="h" for="ch" forName="Child2" refType="h" fact="0.3124"/>
              <dgm:constr type="l" for="ch" forName="Accent1" refType="w" fact="-0.002"/>
              <dgm:constr type="t" for="ch" forName="Accent1" refType="h" fact="-0.0109"/>
              <dgm:constr type="w" for="ch" forName="Accent1" refType="w" fact="0.1496"/>
              <dgm:constr type="h" for="ch" forName="Accent1" refType="h" fact="0.806"/>
              <dgm:constr type="l" for="ch" forName="ParentBackground1" refType="w" fact="0.0234"/>
              <dgm:constr type="t" for="ch" forName="ParentBackground1" refType="h" fact="0.1262"/>
              <dgm:constr type="w" for="ch" forName="ParentBackground1" refType="w" fact="0.0987"/>
              <dgm:constr type="h" for="ch" forName="ParentBackground1" refType="h" fact="0.5319"/>
              <dgm:constr type="l" for="ch" forName="Child1" refType="w" fact="0.0234"/>
              <dgm:constr type="t" for="ch" forName="Child1" refType="h" fact="0.6876"/>
              <dgm:constr type="w" for="ch" forName="Child1" refType="w" fact="0.0987"/>
              <dgm:constr type="h" for="ch" forName="Child1" refType="h" fact="0.3124"/>
            </dgm:constrLst>
          </dgm:if>
          <dgm:if name="Name13" axis="ch" ptType="node" func="cnt" op="equ" val="10">
            <dgm:alg type="composite">
              <dgm:param type="ar" val="5.976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7"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l" for="ch" forName="Parent10" refType="w" fact="0.9205"/>
              <dgm:constr type="t" for="ch" forName="Parent10" refType="h" fact="0.2022"/>
              <dgm:constr type="w" for="ch" forName="Parent10" refType="w" fact="0.0636"/>
              <dgm:constr type="h" for="ch" forName="Parent10" refType="h" fact="0.3799"/>
              <dgm:constr type="l" for="ch" forName="Parent9" refType="w" fact="0.822"/>
              <dgm:constr type="t" for="ch" forName="Parent9" refType="h" fact="0.2022"/>
              <dgm:constr type="w" for="ch" forName="Parent9" refType="w" fact="0.0636"/>
              <dgm:constr type="h" for="ch" forName="Parent9" refType="h" fact="0.3799"/>
              <dgm:constr type="l" for="ch" forName="Parent8" refType="w" fact="0.7235"/>
              <dgm:constr type="t" for="ch" forName="Parent8" refType="h" fact="0.2022"/>
              <dgm:constr type="w" for="ch" forName="Parent8" refType="w" fact="0.0636"/>
              <dgm:constr type="h" for="ch" forName="Parent8" refType="h" fact="0.3799"/>
              <dgm:constr type="l" for="ch" forName="Parent7" refType="w" fact="0.625"/>
              <dgm:constr type="t" for="ch" forName="Parent7" refType="h" fact="0.2022"/>
              <dgm:constr type="w" for="ch" forName="Parent7" refType="w" fact="0.0636"/>
              <dgm:constr type="h" for="ch" forName="Parent7" refType="h" fact="0.3799"/>
              <dgm:constr type="l" for="ch" forName="Parent6" refType="w" fact="0.5264"/>
              <dgm:constr type="t" for="ch" forName="Parent6" refType="h" fact="0.2022"/>
              <dgm:constr type="w" for="ch" forName="Parent6" refType="w" fact="0.0636"/>
              <dgm:constr type="h" for="ch" forName="Parent6" refType="h" fact="0.3799"/>
              <dgm:constr type="l" for="ch" forName="Parent5" refType="w" fact="0.4279"/>
              <dgm:constr type="t" for="ch" forName="Parent5" refType="h" fact="0.2022"/>
              <dgm:constr type="w" for="ch" forName="Parent5" refType="w" fact="0.0636"/>
              <dgm:constr type="h" for="ch" forName="Parent5" refType="h" fact="0.3799"/>
              <dgm:constr type="l" for="ch" forName="Parent4" refType="w" fact="0.3294"/>
              <dgm:constr type="t" for="ch" forName="Parent4" refType="h" fact="0.2022"/>
              <dgm:constr type="w" for="ch" forName="Parent4" refType="w" fact="0.0636"/>
              <dgm:constr type="h" for="ch" forName="Parent4" refType="h" fact="0.3799"/>
              <dgm:constr type="l" for="ch" forName="Parent3" refType="w" fact="0.2309"/>
              <dgm:constr type="t" for="ch" forName="Parent3" refType="h" fact="0.2022"/>
              <dgm:constr type="w" for="ch" forName="Parent3" refType="w" fact="0.0636"/>
              <dgm:constr type="h" for="ch" forName="Parent3" refType="h" fact="0.3799"/>
              <dgm:constr type="l" for="ch" forName="Parent2" refType="w" fact="0.1324"/>
              <dgm:constr type="t" for="ch" forName="Parent2" refType="h" fact="0.2022"/>
              <dgm:constr type="w" for="ch" forName="Parent2" refType="w" fact="0.0636"/>
              <dgm:constr type="h" for="ch" forName="Parent2" refType="h" fact="0.3799"/>
              <dgm:constr type="l" for="ch" forName="Parent1" refType="w" fact="0.0338"/>
              <dgm:constr type="t" for="ch" forName="Parent1" refType="h" fact="0.2022"/>
              <dgm:constr type="w" for="ch" forName="Parent1" refType="w" fact="0.0636"/>
              <dgm:constr type="h" for="ch" forName="Parent1" refType="h" fact="0.3799"/>
              <dgm:constr type="l" for="ch" forName="Accent10" refType="w" fact="0.9047"/>
              <dgm:constr type="t" for="ch" forName="Accent10" refType="h" fact="0.1072"/>
              <dgm:constr type="w" for="ch" forName="Accent10" refType="w" fact="0.0953"/>
              <dgm:constr type="h" for="ch" forName="Accent10" refType="h" fact="0.5699"/>
              <dgm:constr type="l" for="ch" forName="ParentBackground10" refType="w" fact="0.9078"/>
              <dgm:constr type="t" for="ch" forName="ParentBackground10" refType="h" fact="0.1262"/>
              <dgm:constr type="w" for="ch" forName="ParentBackground10" refType="w" fact="0.089"/>
              <dgm:constr type="h" for="ch" forName="ParentBackground10" refType="h" fact="0.5319"/>
              <dgm:constr type="l" for="ch" forName="Child10" refType="w" fact="0.9078"/>
              <dgm:constr type="t" for="ch" forName="Child10" refType="h" fact="0.6876"/>
              <dgm:constr type="w" for="ch" forName="Child10" refType="w" fact="0.089"/>
              <dgm:constr type="h" for="ch" forName="Child10" refType="h" fact="0.3124"/>
              <dgm:constr type="l" for="ch" forName="Accent9" refType="w" fact="0.7864"/>
              <dgm:constr type="t" for="ch" forName="Accent9" refType="h" fact="-0.0109"/>
              <dgm:constr type="w" for="ch" forName="Accent9" refType="w" fact="0.1348"/>
              <dgm:constr type="h" for="ch" forName="Accent9" refType="h" fact="0.806"/>
              <dgm:constr type="l" for="ch" forName="ParentBackground9" refType="w" fact="0.8093"/>
              <dgm:constr type="t" for="ch" forName="ParentBackground9" refType="h" fact="0.1262"/>
              <dgm:constr type="w" for="ch" forName="ParentBackground9" refType="w" fact="0.089"/>
              <dgm:constr type="h" for="ch" forName="ParentBackground9" refType="h" fact="0.5319"/>
              <dgm:constr type="l" for="ch" forName="Child9" refType="w" fact="0.8093"/>
              <dgm:constr type="t" for="ch" forName="Child9" refType="h" fact="0.6876"/>
              <dgm:constr type="w" for="ch" forName="Child9" refType="w" fact="0.089"/>
              <dgm:constr type="h" for="ch" forName="Child9" refType="h" fact="0.3124"/>
              <dgm:constr type="l" for="ch" forName="Accent8" refType="w" fact="0.6879"/>
              <dgm:constr type="t" for="ch" forName="Accent8" refType="h" fact="-0.0109"/>
              <dgm:constr type="w" for="ch" forName="Accent8" refType="w" fact="0.1348"/>
              <dgm:constr type="h" for="ch" forName="Accent8" refType="h" fact="0.806"/>
              <dgm:constr type="l" for="ch" forName="ParentBackground8" refType="w" fact="0.7108"/>
              <dgm:constr type="t" for="ch" forName="ParentBackground8" refType="h" fact="0.1262"/>
              <dgm:constr type="w" for="ch" forName="ParentBackground8" refType="w" fact="0.089"/>
              <dgm:constr type="h" for="ch" forName="ParentBackground8" refType="h" fact="0.5319"/>
              <dgm:constr type="l" for="ch" forName="Child8" refType="w" fact="0.7108"/>
              <dgm:constr type="t" for="ch" forName="Child8" refType="h" fact="0.6876"/>
              <dgm:constr type="w" for="ch" forName="Child8" refType="w" fact="0.089"/>
              <dgm:constr type="h" for="ch" forName="Child8" refType="h" fact="0.3124"/>
              <dgm:constr type="l" for="ch" forName="Accent7" refType="w" fact="0.5893"/>
              <dgm:constr type="t" for="ch" forName="Accent7" refType="h" fact="-0.0109"/>
              <dgm:constr type="w" for="ch" forName="Accent7" refType="w" fact="0.1348"/>
              <dgm:constr type="h" for="ch" forName="Accent7" refType="h" fact="0.806"/>
              <dgm:constr type="l" for="ch" forName="ParentBackground7" refType="w" fact="0.6123"/>
              <dgm:constr type="t" for="ch" forName="ParentBackground7" refType="h" fact="0.1262"/>
              <dgm:constr type="w" for="ch" forName="ParentBackground7" refType="w" fact="0.089"/>
              <dgm:constr type="h" for="ch" forName="ParentBackground7" refType="h" fact="0.5319"/>
              <dgm:constr type="l" for="ch" forName="Child7" refType="w" fact="0.6123"/>
              <dgm:constr type="t" for="ch" forName="Child7" refType="h" fact="0.6876"/>
              <dgm:constr type="w" for="ch" forName="Child7" refType="w" fact="0.089"/>
              <dgm:constr type="h" for="ch" forName="Child7" refType="h" fact="0.3124"/>
              <dgm:constr type="l" for="ch" forName="Accent6" refType="w" fact="0.4908"/>
              <dgm:constr type="t" for="ch" forName="Accent6" refType="h" fact="-0.0109"/>
              <dgm:constr type="w" for="ch" forName="Accent6" refType="w" fact="0.1348"/>
              <dgm:constr type="h" for="ch" forName="Accent6" refType="h" fact="0.806"/>
              <dgm:constr type="l" for="ch" forName="ParentBackground6" refType="w" fact="0.5137"/>
              <dgm:constr type="t" for="ch" forName="ParentBackground6" refType="h" fact="0.1262"/>
              <dgm:constr type="w" for="ch" forName="ParentBackground6" refType="w" fact="0.089"/>
              <dgm:constr type="h" for="ch" forName="ParentBackground6" refType="h" fact="0.5319"/>
              <dgm:constr type="l" for="ch" forName="Child6" refType="w" fact="0.5137"/>
              <dgm:constr type="t" for="ch" forName="Child6" refType="h" fact="0.6876"/>
              <dgm:constr type="w" for="ch" forName="Child6" refType="w" fact="0.089"/>
              <dgm:constr type="h" for="ch" forName="Child6" refType="h" fact="0.3124"/>
              <dgm:constr type="l" for="ch" forName="Accent5" refType="w" fact="0.3923"/>
              <dgm:constr type="t" for="ch" forName="Accent5" refType="h" fact="-0.0109"/>
              <dgm:constr type="w" for="ch" forName="Accent5" refType="w" fact="0.1348"/>
              <dgm:constr type="h" for="ch" forName="Accent5" refType="h" fact="0.806"/>
              <dgm:constr type="l" for="ch" forName="ParentBackground5" refType="w" fact="0.4152"/>
              <dgm:constr type="t" for="ch" forName="ParentBackground5" refType="h" fact="0.1262"/>
              <dgm:constr type="w" for="ch" forName="ParentBackground5" refType="w" fact="0.089"/>
              <dgm:constr type="h" for="ch" forName="ParentBackground5" refType="h" fact="0.5319"/>
              <dgm:constr type="l" for="ch" forName="Child5" refType="w" fact="0.4152"/>
              <dgm:constr type="t" for="ch" forName="Child5" refType="h" fact="0.6876"/>
              <dgm:constr type="w" for="ch" forName="Child5" refType="w" fact="0.089"/>
              <dgm:constr type="h" for="ch" forName="Child5" refType="h" fact="0.3124"/>
              <dgm:constr type="l" for="ch" forName="Accent4" refType="w" fact="0.2938"/>
              <dgm:constr type="t" for="ch" forName="Accent4" refType="h" fact="-0.0109"/>
              <dgm:constr type="w" for="ch" forName="Accent4" refType="w" fact="0.1348"/>
              <dgm:constr type="h" for="ch" forName="Accent4" refType="h" fact="0.806"/>
              <dgm:constr type="l" for="ch" forName="ParentBackground4" refType="w" fact="0.3167"/>
              <dgm:constr type="t" for="ch" forName="ParentBackground4" refType="h" fact="0.1262"/>
              <dgm:constr type="w" for="ch" forName="ParentBackground4" refType="w" fact="0.089"/>
              <dgm:constr type="h" for="ch" forName="ParentBackground4" refType="h" fact="0.5319"/>
              <dgm:constr type="l" for="ch" forName="Child4" refType="w" fact="0.3167"/>
              <dgm:constr type="t" for="ch" forName="Child4" refType="h" fact="0.6876"/>
              <dgm:constr type="w" for="ch" forName="Child4" refType="w" fact="0.089"/>
              <dgm:constr type="h" for="ch" forName="Child4" refType="h" fact="0.3124"/>
              <dgm:constr type="l" for="ch" forName="Accent3" refType="w" fact="0.1952"/>
              <dgm:constr type="t" for="ch" forName="Accent3" refType="h" fact="-0.0109"/>
              <dgm:constr type="w" for="ch" forName="Accent3" refType="w" fact="0.1348"/>
              <dgm:constr type="h" for="ch" forName="Accent3" refType="h" fact="0.806"/>
              <dgm:constr type="l" for="ch" forName="ParentBackground3" refType="w" fact="0.2182"/>
              <dgm:constr type="t" for="ch" forName="ParentBackground3" refType="h" fact="0.1262"/>
              <dgm:constr type="w" for="ch" forName="ParentBackground3" refType="w" fact="0.089"/>
              <dgm:constr type="h" for="ch" forName="ParentBackground3" refType="h" fact="0.5319"/>
              <dgm:constr type="l" for="ch" forName="Child3" refType="w" fact="0.2182"/>
              <dgm:constr type="t" for="ch" forName="Child3" refType="h" fact="0.6876"/>
              <dgm:constr type="w" for="ch" forName="Child3" refType="w" fact="0.089"/>
              <dgm:constr type="h" for="ch" forName="Child3" refType="h" fact="0.3124"/>
              <dgm:constr type="l" for="ch" forName="Accent2" refType="w" fact="0.0967"/>
              <dgm:constr type="t" for="ch" forName="Accent2" refType="h" fact="-0.0109"/>
              <dgm:constr type="w" for="ch" forName="Accent2" refType="w" fact="0.1348"/>
              <dgm:constr type="h" for="ch" forName="Accent2" refType="h" fact="0.806"/>
              <dgm:constr type="l" for="ch" forName="ParentBackground2" refType="w" fact="0.1196"/>
              <dgm:constr type="t" for="ch" forName="ParentBackground2" refType="h" fact="0.1262"/>
              <dgm:constr type="w" for="ch" forName="ParentBackground2" refType="w" fact="0.089"/>
              <dgm:constr type="h" for="ch" forName="ParentBackground2" refType="h" fact="0.5319"/>
              <dgm:constr type="l" for="ch" forName="Child2" refType="w" fact="0.1196"/>
              <dgm:constr type="t" for="ch" forName="Child2" refType="h" fact="0.6876"/>
              <dgm:constr type="w" for="ch" forName="Child2" refType="w" fact="0.089"/>
              <dgm:constr type="h" for="ch" forName="Child2" refType="h" fact="0.3124"/>
              <dgm:constr type="l" for="ch" forName="Accent1" refType="w" fact="-0.0018"/>
              <dgm:constr type="t" for="ch" forName="Accent1" refType="h" fact="-0.0109"/>
              <dgm:constr type="w" for="ch" forName="Accent1" refType="w" fact="0.1348"/>
              <dgm:constr type="h" for="ch" forName="Accent1" refType="h" fact="0.806"/>
              <dgm:constr type="l" for="ch" forName="ParentBackground1" refType="w" fact="0.0211"/>
              <dgm:constr type="t" for="ch" forName="ParentBackground1" refType="h" fact="0.1262"/>
              <dgm:constr type="w" for="ch" forName="ParentBackground1" refType="w" fact="0.089"/>
              <dgm:constr type="h" for="ch" forName="ParentBackground1" refType="h" fact="0.5319"/>
              <dgm:constr type="l" for="ch" forName="Child1" refType="w" fact="0.0211"/>
              <dgm:constr type="t" for="ch" forName="Child1" refType="h" fact="0.6876"/>
              <dgm:constr type="w" for="ch" forName="Child1" refType="w" fact="0.089"/>
              <dgm:constr type="h" for="ch" forName="Child1" refType="h" fact="0.3124"/>
            </dgm:constrLst>
          </dgm:if>
          <dgm:else name="Name14">
            <dgm:alg type="composite">
              <dgm:param type="ar" val="6.565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1"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1"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1"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1"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1"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6" op="lte"/>
              <dgm:constr type="primFontSz" for="des" forName="Child11"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1"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1"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1"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Child11" refType="primFontSz" refFor="des" refForName="Parent10" op="lte"/>
              <dgm:constr type="primFontSz" for="des" forName="Child1" refType="primFontSz" refFor="des" refForName="Parent11" op="lte"/>
              <dgm:constr type="primFontSz" for="des" forName="Child2" refType="primFontSz" refFor="des" refForName="Parent11" op="lte"/>
              <dgm:constr type="primFontSz" for="des" forName="Child3" refType="primFontSz" refFor="des" refForName="Parent11" op="lte"/>
              <dgm:constr type="primFontSz" for="des" forName="Child4" refType="primFontSz" refFor="des" refForName="Parent11" op="lte"/>
              <dgm:constr type="primFontSz" for="des" forName="Child5" refType="primFontSz" refFor="des" refForName="Parent11" op="lte"/>
              <dgm:constr type="primFontSz" for="des" forName="Child6" refType="primFontSz" refFor="des" refForName="Parent11" op="lte"/>
              <dgm:constr type="primFontSz" for="des" forName="Child7" refType="primFontSz" refFor="des" refForName="Parent11" op="lte"/>
              <dgm:constr type="primFontSz" for="des" forName="Child8" refType="primFontSz" refFor="des" refForName="Parent11" op="lte"/>
              <dgm:constr type="primFontSz" for="des" forName="Child9" refType="primFontSz" refFor="des" refForName="Parent11" op="lte"/>
              <dgm:constr type="primFontSz" for="des" forName="Child10" refType="primFontSz" refFor="des" refForName="Parent11" op="lte"/>
              <dgm:constr type="primFontSz" for="des" forName="Child11" refType="primFontSz" refFor="des" refForName="Parent11"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Parent11"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primFontSz" for="des" forName="Child11" refType="primFontSz" refFor="des" refForName="Child1" op="equ"/>
              <dgm:constr type="l" for="ch" forName="Parent11" refType="w" fact="0.9277"/>
              <dgm:constr type="t" for="ch" forName="Parent11" refType="h" fact="0.2022"/>
              <dgm:constr type="w" for="ch" forName="Parent11" refType="w" fact="0.0579"/>
              <dgm:constr type="h" for="ch" forName="Parent11" refType="h" fact="0.3799"/>
              <dgm:constr type="l" for="ch" forName="Parent10" refType="w" fact="0.838"/>
              <dgm:constr type="t" for="ch" forName="Parent10" refType="h" fact="0.2022"/>
              <dgm:constr type="w" for="ch" forName="Parent10" refType="w" fact="0.0579"/>
              <dgm:constr type="h" for="ch" forName="Parent10" refType="h" fact="0.3799"/>
              <dgm:constr type="l" for="ch" forName="Parent9" refType="w" fact="0.7483"/>
              <dgm:constr type="t" for="ch" forName="Parent9" refType="h" fact="0.2022"/>
              <dgm:constr type="w" for="ch" forName="Parent9" refType="w" fact="0.0579"/>
              <dgm:constr type="h" for="ch" forName="Parent9" refType="h" fact="0.3799"/>
              <dgm:constr type="l" for="ch" forName="Parent8" refType="w" fact="0.6586"/>
              <dgm:constr type="t" for="ch" forName="Parent8" refType="h" fact="0.2022"/>
              <dgm:constr type="w" for="ch" forName="Parent8" refType="w" fact="0.0579"/>
              <dgm:constr type="h" for="ch" forName="Parent8" refType="h" fact="0.3799"/>
              <dgm:constr type="l" for="ch" forName="Parent7" refType="w" fact="0.5689"/>
              <dgm:constr type="t" for="ch" forName="Parent7" refType="h" fact="0.2022"/>
              <dgm:constr type="w" for="ch" forName="Parent7" refType="w" fact="0.0579"/>
              <dgm:constr type="h" for="ch" forName="Parent7" refType="h" fact="0.3799"/>
              <dgm:constr type="l" for="ch" forName="Parent6" refType="w" fact="0.4792"/>
              <dgm:constr type="t" for="ch" forName="Parent6" refType="h" fact="0.2022"/>
              <dgm:constr type="w" for="ch" forName="Parent6" refType="w" fact="0.0579"/>
              <dgm:constr type="h" for="ch" forName="Parent6" refType="h" fact="0.3799"/>
              <dgm:constr type="l" for="ch" forName="Parent5" refType="w" fact="0.3895"/>
              <dgm:constr type="t" for="ch" forName="Parent5" refType="h" fact="0.2022"/>
              <dgm:constr type="w" for="ch" forName="Parent5" refType="w" fact="0.0579"/>
              <dgm:constr type="h" for="ch" forName="Parent5" refType="h" fact="0.3799"/>
              <dgm:constr type="l" for="ch" forName="Parent4" refType="w" fact="0.2999"/>
              <dgm:constr type="t" for="ch" forName="Parent4" refType="h" fact="0.2022"/>
              <dgm:constr type="w" for="ch" forName="Parent4" refType="w" fact="0.0579"/>
              <dgm:constr type="h" for="ch" forName="Parent4" refType="h" fact="0.3799"/>
              <dgm:constr type="l" for="ch" forName="Parent3" refType="w" fact="0.2102"/>
              <dgm:constr type="t" for="ch" forName="Parent3" refType="h" fact="0.2022"/>
              <dgm:constr type="w" for="ch" forName="Parent3" refType="w" fact="0.0579"/>
              <dgm:constr type="h" for="ch" forName="Parent3" refType="h" fact="0.3799"/>
              <dgm:constr type="l" for="ch" forName="Parent2" refType="w" fact="0.1205"/>
              <dgm:constr type="t" for="ch" forName="Parent2" refType="h" fact="0.2022"/>
              <dgm:constr type="w" for="ch" forName="Parent2" refType="w" fact="0.0579"/>
              <dgm:constr type="h" for="ch" forName="Parent2" refType="h" fact="0.3799"/>
              <dgm:constr type="l" for="ch" forName="Parent1" refType="w" fact="0.0308"/>
              <dgm:constr type="t" for="ch" forName="Parent1" refType="h" fact="0.2022"/>
              <dgm:constr type="w" for="ch" forName="Parent1" refType="w" fact="0.0579"/>
              <dgm:constr type="h" for="ch" forName="Parent1" refType="h" fact="0.3799"/>
              <dgm:constr type="l" for="ch" forName="Accent11" refType="w" fact="0.9132"/>
              <dgm:constr type="t" for="ch" forName="Accent11" refType="h" fact="0.1072"/>
              <dgm:constr type="w" for="ch" forName="Accent11" refType="w" fact="0.0868"/>
              <dgm:constr type="h" for="ch" forName="Accent11" refType="h" fact="0.5699"/>
              <dgm:constr type="l" for="ch" forName="ParentBackground11" refType="w" fact="0.9161"/>
              <dgm:constr type="t" for="ch" forName="ParentBackground11" refType="h" fact="0.1262"/>
              <dgm:constr type="w" for="ch" forName="ParentBackground11" refType="w" fact="0.081"/>
              <dgm:constr type="h" for="ch" forName="ParentBackground11" refType="h" fact="0.5319"/>
              <dgm:constr type="l" for="ch" forName="Child11" refType="w" fact="0.9161"/>
              <dgm:constr type="t" for="ch" forName="Child11" refType="h" fact="0.6876"/>
              <dgm:constr type="w" for="ch" forName="Child11" refType="w" fact="0.081"/>
              <dgm:constr type="h" for="ch" forName="Child11" refType="h" fact="0.3124"/>
              <dgm:constr type="l" for="ch" forName="Accent10" refType="w" fact="0.8055"/>
              <dgm:constr type="t" for="ch" forName="Accent10" refType="h" fact="-0.0109"/>
              <dgm:constr type="w" for="ch" forName="Accent10" refType="w" fact="0.1228"/>
              <dgm:constr type="h" for="ch" forName="Accent10" refType="h" fact="0.806"/>
              <dgm:constr type="l" for="ch" forName="ParentBackground10" refType="w" fact="0.8264"/>
              <dgm:constr type="t" for="ch" forName="ParentBackground10" refType="h" fact="0.1262"/>
              <dgm:constr type="w" for="ch" forName="ParentBackground10" refType="w" fact="0.081"/>
              <dgm:constr type="h" for="ch" forName="ParentBackground10" refType="h" fact="0.5319"/>
              <dgm:constr type="l" for="ch" forName="Child10" refType="w" fact="0.8264"/>
              <dgm:constr type="t" for="ch" forName="Child10" refType="h" fact="0.6876"/>
              <dgm:constr type="w" for="ch" forName="Child10" refType="w" fact="0.081"/>
              <dgm:constr type="h" for="ch" forName="Child10" refType="h" fact="0.3124"/>
              <dgm:constr type="l" for="ch" forName="Accent9" refType="w" fact="0.7158"/>
              <dgm:constr type="t" for="ch" forName="Accent9" refType="h" fact="-0.0109"/>
              <dgm:constr type="w" for="ch" forName="Accent9" refType="w" fact="0.1228"/>
              <dgm:constr type="h" for="ch" forName="Accent9" refType="h" fact="0.806"/>
              <dgm:constr type="l" for="ch" forName="ParentBackground9" refType="w" fact="0.7367"/>
              <dgm:constr type="t" for="ch" forName="ParentBackground9" refType="h" fact="0.1262"/>
              <dgm:constr type="w" for="ch" forName="ParentBackground9" refType="w" fact="0.081"/>
              <dgm:constr type="h" for="ch" forName="ParentBackground9" refType="h" fact="0.5319"/>
              <dgm:constr type="l" for="ch" forName="Child9" refType="w" fact="0.7367"/>
              <dgm:constr type="t" for="ch" forName="Child9" refType="h" fact="0.6876"/>
              <dgm:constr type="w" for="ch" forName="Child9" refType="w" fact="0.081"/>
              <dgm:constr type="h" for="ch" forName="Child9" refType="h" fact="0.3124"/>
              <dgm:constr type="l" for="ch" forName="Accent8" refType="w" fact="0.6261"/>
              <dgm:constr type="t" for="ch" forName="Accent8" refType="h" fact="-0.0109"/>
              <dgm:constr type="w" for="ch" forName="Accent8" refType="w" fact="0.1228"/>
              <dgm:constr type="h" for="ch" forName="Accent8" refType="h" fact="0.806"/>
              <dgm:constr type="l" for="ch" forName="ParentBackground8" refType="w" fact="0.647"/>
              <dgm:constr type="t" for="ch" forName="ParentBackground8" refType="h" fact="0.1262"/>
              <dgm:constr type="w" for="ch" forName="ParentBackground8" refType="w" fact="0.081"/>
              <dgm:constr type="h" for="ch" forName="ParentBackground8" refType="h" fact="0.5319"/>
              <dgm:constr type="l" for="ch" forName="Child8" refType="w" fact="0.647"/>
              <dgm:constr type="t" for="ch" forName="Child8" refType="h" fact="0.6876"/>
              <dgm:constr type="w" for="ch" forName="Child8" refType="w" fact="0.081"/>
              <dgm:constr type="h" for="ch" forName="Child8" refType="h" fact="0.3124"/>
              <dgm:constr type="l" for="ch" forName="Accent7" refType="w" fact="0.5364"/>
              <dgm:constr type="t" for="ch" forName="Accent7" refType="h" fact="-0.0109"/>
              <dgm:constr type="w" for="ch" forName="Accent7" refType="w" fact="0.1228"/>
              <dgm:constr type="h" for="ch" forName="Accent7" refType="h" fact="0.806"/>
              <dgm:constr type="l" for="ch" forName="ParentBackground7" refType="w" fact="0.5573"/>
              <dgm:constr type="t" for="ch" forName="ParentBackground7" refType="h" fact="0.1262"/>
              <dgm:constr type="w" for="ch" forName="ParentBackground7" refType="w" fact="0.081"/>
              <dgm:constr type="h" for="ch" forName="ParentBackground7" refType="h" fact="0.5319"/>
              <dgm:constr type="l" for="ch" forName="Child7" refType="w" fact="0.5573"/>
              <dgm:constr type="t" for="ch" forName="Child7" refType="h" fact="0.6876"/>
              <dgm:constr type="w" for="ch" forName="Child7" refType="w" fact="0.081"/>
              <dgm:constr type="h" for="ch" forName="Child7" refType="h" fact="0.3124"/>
              <dgm:constr type="l" for="ch" forName="Accent6" refType="w" fact="0.4467"/>
              <dgm:constr type="t" for="ch" forName="Accent6" refType="h" fact="-0.0109"/>
              <dgm:constr type="w" for="ch" forName="Accent6" refType="w" fact="0.1228"/>
              <dgm:constr type="h" for="ch" forName="Accent6" refType="h" fact="0.806"/>
              <dgm:constr type="l" for="ch" forName="ParentBackground6" refType="w" fact="0.4677"/>
              <dgm:constr type="t" for="ch" forName="ParentBackground6" refType="h" fact="0.1262"/>
              <dgm:constr type="w" for="ch" forName="ParentBackground6" refType="w" fact="0.081"/>
              <dgm:constr type="h" for="ch" forName="ParentBackground6" refType="h" fact="0.5319"/>
              <dgm:constr type="l" for="ch" forName="Child6" refType="w" fact="0.4677"/>
              <dgm:constr type="t" for="ch" forName="Child6" refType="h" fact="0.6876"/>
              <dgm:constr type="w" for="ch" forName="Child6" refType="w" fact="0.081"/>
              <dgm:constr type="h" for="ch" forName="Child6" refType="h" fact="0.3124"/>
              <dgm:constr type="l" for="ch" forName="Accent5" refType="w" fact="0.3571"/>
              <dgm:constr type="t" for="ch" forName="Accent5" refType="h" fact="-0.0109"/>
              <dgm:constr type="w" for="ch" forName="Accent5" refType="w" fact="0.1228"/>
              <dgm:constr type="h" for="ch" forName="Accent5" refType="h" fact="0.806"/>
              <dgm:constr type="l" for="ch" forName="ParentBackground5" refType="w" fact="0.378"/>
              <dgm:constr type="t" for="ch" forName="ParentBackground5" refType="h" fact="0.1262"/>
              <dgm:constr type="w" for="ch" forName="ParentBackground5" refType="w" fact="0.081"/>
              <dgm:constr type="h" for="ch" forName="ParentBackground5" refType="h" fact="0.5319"/>
              <dgm:constr type="l" for="ch" forName="Child5" refType="w" fact="0.378"/>
              <dgm:constr type="t" for="ch" forName="Child5" refType="h" fact="0.6876"/>
              <dgm:constr type="w" for="ch" forName="Child5" refType="w" fact="0.081"/>
              <dgm:constr type="h" for="ch" forName="Child5" refType="h" fact="0.3124"/>
              <dgm:constr type="l" for="ch" forName="Accent4" refType="w" fact="0.2674"/>
              <dgm:constr type="t" for="ch" forName="Accent4" refType="h" fact="-0.0109"/>
              <dgm:constr type="w" for="ch" forName="Accent4" refType="w" fact="0.1228"/>
              <dgm:constr type="h" for="ch" forName="Accent4" refType="h" fact="0.806"/>
              <dgm:constr type="l" for="ch" forName="ParentBackground4" refType="w" fact="0.2883"/>
              <dgm:constr type="t" for="ch" forName="ParentBackground4" refType="h" fact="0.1262"/>
              <dgm:constr type="w" for="ch" forName="ParentBackground4" refType="w" fact="0.081"/>
              <dgm:constr type="h" for="ch" forName="ParentBackground4" refType="h" fact="0.5319"/>
              <dgm:constr type="l" for="ch" forName="Child4" refType="w" fact="0.2883"/>
              <dgm:constr type="t" for="ch" forName="Child4" refType="h" fact="0.6876"/>
              <dgm:constr type="w" for="ch" forName="Child4" refType="w" fact="0.081"/>
              <dgm:constr type="h" for="ch" forName="Child4" refType="h" fact="0.3124"/>
              <dgm:constr type="l" for="ch" forName="Accent3" refType="w" fact="0.1777"/>
              <dgm:constr type="t" for="ch" forName="Accent3" refType="h" fact="-0.0109"/>
              <dgm:constr type="w" for="ch" forName="Accent3" refType="w" fact="0.1228"/>
              <dgm:constr type="h" for="ch" forName="Accent3" refType="h" fact="0.806"/>
              <dgm:constr type="l" for="ch" forName="ParentBackground3" refType="w" fact="0.1986"/>
              <dgm:constr type="t" for="ch" forName="ParentBackground3" refType="h" fact="0.1262"/>
              <dgm:constr type="w" for="ch" forName="ParentBackground3" refType="w" fact="0.081"/>
              <dgm:constr type="h" for="ch" forName="ParentBackground3" refType="h" fact="0.5319"/>
              <dgm:constr type="l" for="ch" forName="Child3" refType="w" fact="0.1986"/>
              <dgm:constr type="t" for="ch" forName="Child3" refType="h" fact="0.6876"/>
              <dgm:constr type="w" for="ch" forName="Child3" refType="w" fact="0.081"/>
              <dgm:constr type="h" for="ch" forName="Child3" refType="h" fact="0.3124"/>
              <dgm:constr type="l" for="ch" forName="Accent2" refType="w" fact="0.088"/>
              <dgm:constr type="t" for="ch" forName="Accent2" refType="h" fact="-0.0109"/>
              <dgm:constr type="w" for="ch" forName="Accent2" refType="w" fact="0.1228"/>
              <dgm:constr type="h" for="ch" forName="Accent2" refType="h" fact="0.806"/>
              <dgm:constr type="l" for="ch" forName="ParentBackground2" refType="w" fact="0.1089"/>
              <dgm:constr type="t" for="ch" forName="ParentBackground2" refType="h" fact="0.1262"/>
              <dgm:constr type="w" for="ch" forName="ParentBackground2" refType="w" fact="0.081"/>
              <dgm:constr type="h" for="ch" forName="ParentBackground2" refType="h" fact="0.5319"/>
              <dgm:constr type="l" for="ch" forName="Child2" refType="w" fact="0.1089"/>
              <dgm:constr type="t" for="ch" forName="Child2" refType="h" fact="0.6876"/>
              <dgm:constr type="w" for="ch" forName="Child2" refType="w" fact="0.081"/>
              <dgm:constr type="h" for="ch" forName="Child2" refType="h" fact="0.3124"/>
              <dgm:constr type="l" for="ch" forName="Accent1" refType="w" fact="-0.0017"/>
              <dgm:constr type="t" for="ch" forName="Accent1" refType="h" fact="-0.0109"/>
              <dgm:constr type="w" for="ch" forName="Accent1" refType="w" fact="0.1228"/>
              <dgm:constr type="h" for="ch" forName="Accent1" refType="h" fact="0.806"/>
              <dgm:constr type="l" for="ch" forName="ParentBackground1" refType="w" fact="0.0192"/>
              <dgm:constr type="t" for="ch" forName="ParentBackground1" refType="h" fact="0.1262"/>
              <dgm:constr type="w" for="ch" forName="ParentBackground1" refType="w" fact="0.081"/>
              <dgm:constr type="h" for="ch" forName="ParentBackground1" refType="h" fact="0.5319"/>
              <dgm:constr type="l" for="ch" forName="Child1" refType="w" fact="0.0192"/>
              <dgm:constr type="t" for="ch" forName="Child1" refType="h" fact="0.6876"/>
              <dgm:constr type="w" for="ch" forName="Child1" refType="w" fact="0.081"/>
              <dgm:constr type="h" for="ch" forName="Child1" refType="h" fact="0.3124"/>
            </dgm:constrLst>
          </dgm:else>
        </dgm:choose>
      </dgm:if>
      <dgm:else name="Name15">
        <dgm:choose name="Name16">
          <dgm:if name="Name17" axis="ch" ptType="node" func="cnt" op="equ" val="1">
            <dgm:alg type="composite">
              <dgm:param type="ar" val="0.6383"/>
            </dgm:alg>
            <dgm:constrLst>
              <dgm:constr type="primFontSz" for="des" forName="Child1" val="65"/>
              <dgm:constr type="primFontSz" for="des" forName="Parent1" val="65"/>
              <dgm:constr type="primFontSz" for="des" forName="Child1" refType="primFontSz" refFor="des" refForName="Parent1" op="lte"/>
              <dgm:constr type="l" for="ch" forName="Parent1" refType="w" fact="0.1667"/>
              <dgm:constr type="t" for="ch" forName="Parent1" refType="h" fact="0.1064"/>
              <dgm:constr type="w" for="ch" forName="Parent1" refType="w" fact="0.6667"/>
              <dgm:constr type="h" for="ch" forName="Parent1" refType="h" fact="0.4255"/>
              <dgm:constr type="l" for="ch" forName="Accent1" refType="w" fact="0"/>
              <dgm:constr type="t" for="ch" forName="Accent1" refType="h" fact="0"/>
              <dgm:constr type="w" for="ch" forName="Accent1" refType="w"/>
              <dgm:constr type="h" for="ch" forName="Accent1" refType="h" fact="0.6383"/>
              <dgm:constr type="l" for="ch" forName="ParentBackground1" refType="w" fact="0.0333"/>
              <dgm:constr type="t" for="ch" forName="ParentBackground1" refType="h" fact="0.0213"/>
              <dgm:constr type="w" for="ch" forName="ParentBackground1" refType="w" fact="0.9333"/>
              <dgm:constr type="h" for="ch" forName="ParentBackground1" refType="h" fact="0.5957"/>
              <dgm:constr type="l" for="ch" forName="Child1" refType="w" fact="0.0333"/>
              <dgm:constr type="t" for="ch" forName="Child1" refType="h" fact="0.6574"/>
              <dgm:constr type="w" for="ch" forName="Child1" refType="w" fact="0.9333"/>
              <dgm:constr type="h" for="ch" forName="Child1" refType="h" fact="0.3426"/>
            </dgm:constrLst>
          </dgm:if>
          <dgm:if name="Name18" axis="ch" ptType="node" func="cnt" op="equ" val="2">
            <dgm:alg type="composite">
              <dgm:param type="ar" val="1.265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r" for="ch" forName="Parent2" refType="w" fact="0.3751"/>
              <dgm:constr type="t" for="ch" forName="Parent2" refType="h" fact="0.2022"/>
              <dgm:constr type="w" for="ch" forName="Parent2" refType="w" fact="0.3001"/>
              <dgm:constr type="h" for="ch" forName="Parent2" refType="h" fact="0.3799"/>
              <dgm:constr type="r" for="ch" forName="Parent1" refType="w" fact="0.8403"/>
              <dgm:constr type="t" for="ch" forName="Parent1" refType="h" fact="0.2022"/>
              <dgm:constr type="w" for="ch" forName="Parent1" refType="w" fact="0.3001"/>
              <dgm:constr type="h" for="ch" forName="Parent1" refType="h" fact="0.3799"/>
              <dgm:constr type="r" for="ch" forName="Accent2" refType="w" fact="0.4502"/>
              <dgm:constr type="t" for="ch" forName="Accent2" refType="h" fact="0.1072"/>
              <dgm:constr type="w" for="ch" forName="Accent2" refType="w" fact="0.4502"/>
              <dgm:constr type="h" for="ch" forName="Accent2" refType="h" fact="0.5699"/>
              <dgm:constr type="r" for="ch" forName="ParentBackground2" refType="w" fact="0.4352"/>
              <dgm:constr type="t" for="ch" forName="ParentBackground2" refType="h" fact="0.1262"/>
              <dgm:constr type="w" for="ch" forName="ParentBackground2" refType="w" fact="0.4201"/>
              <dgm:constr type="h" for="ch" forName="ParentBackground2" refType="h" fact="0.5319"/>
              <dgm:constr type="r" for="ch" forName="Child2" refType="w" fact="0.4352"/>
              <dgm:constr type="t" for="ch" forName="Child2" refType="h" fact="0.6876"/>
              <dgm:constr type="w" for="ch" forName="Child2" refType="w" fact="0.4201"/>
              <dgm:constr type="h" for="ch" forName="Child2" refType="h" fact="0.3124"/>
              <dgm:constr type="r" for="ch" forName="Accent1" refType="w" fact="1.0086"/>
              <dgm:constr type="t" for="ch" forName="Accent1" refType="h" fact="-0.0109"/>
              <dgm:constr type="w" for="ch" forName="Accent1" refType="w" fact="0.6367"/>
              <dgm:constr type="h" for="ch" forName="Accent1" refType="h" fact="0.806"/>
              <dgm:constr type="r" for="ch" forName="ParentBackground1" refType="w" fact="0.9003"/>
              <dgm:constr type="t" for="ch" forName="ParentBackground1" refType="h" fact="0.1262"/>
              <dgm:constr type="w" for="ch" forName="ParentBackground1" refType="w" fact="0.4201"/>
              <dgm:constr type="h" for="ch" forName="ParentBackground1" refType="h" fact="0.5319"/>
              <dgm:constr type="r" for="ch" forName="Child1" refType="w" fact="0.9003"/>
              <dgm:constr type="t" for="ch" forName="Child1" refType="h" fact="0.6876"/>
              <dgm:constr type="w" for="ch" forName="Child1" refType="w" fact="0.4201"/>
              <dgm:constr type="h" for="ch" forName="Child1" refType="h" fact="0.3124"/>
            </dgm:constrLst>
          </dgm:if>
          <dgm:if name="Name19" axis="ch" ptType="node" func="cnt" op="equ" val="3">
            <dgm:alg type="composite">
              <dgm:param type="ar" val="1.854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r" for="ch" forName="Parent3" refType="w" fact="0.256"/>
              <dgm:constr type="t" for="ch" forName="Parent3" refType="h" fact="0.2022"/>
              <dgm:constr type="w" for="ch" forName="Parent3" refType="w" fact="0.2048"/>
              <dgm:constr type="h" for="ch" forName="Parent3" refType="h" fact="0.3799"/>
              <dgm:constr type="r" for="ch" forName="Parent2" refType="w" fact="0.5735"/>
              <dgm:constr type="t" for="ch" forName="Parent2" refType="h" fact="0.2022"/>
              <dgm:constr type="w" for="ch" forName="Parent2" refType="w" fact="0.2048"/>
              <dgm:constr type="h" for="ch" forName="Parent2" refType="h" fact="0.3799"/>
              <dgm:constr type="r" for="ch" forName="Parent1" refType="w" fact="0.891"/>
              <dgm:constr type="t" for="ch" forName="Parent1" refType="h" fact="0.2022"/>
              <dgm:constr type="w" for="ch" forName="Parent1" refType="w" fact="0.2048"/>
              <dgm:constr type="h" for="ch" forName="Parent1" refType="h" fact="0.3799"/>
              <dgm:constr type="r" for="ch" forName="Accent3" refType="w" fact="0.3072"/>
              <dgm:constr type="t" for="ch" forName="Accent3" refType="h" fact="0.1072"/>
              <dgm:constr type="w" for="ch" forName="Accent3" refType="w" fact="0.3072"/>
              <dgm:constr type="h" for="ch" forName="Accent3" refType="h" fact="0.5699"/>
              <dgm:constr type="r" for="ch" forName="ParentBackground3" refType="w" fact="0.297"/>
              <dgm:constr type="t" for="ch" forName="ParentBackground3" refType="h" fact="0.1262"/>
              <dgm:constr type="w" for="ch" forName="ParentBackground3" refType="w" fact="0.2868"/>
              <dgm:constr type="h" for="ch" forName="ParentBackground3" refType="h" fact="0.5319"/>
              <dgm:constr type="r" for="ch" forName="Child3" refType="w" fact="0.297"/>
              <dgm:constr type="t" for="ch" forName="Child3" refType="h" fact="0.6876"/>
              <dgm:constr type="w" for="ch" forName="Child3" refType="w" fact="0.2868"/>
              <dgm:constr type="h" for="ch" forName="Child3" refType="h" fact="0.3124"/>
              <dgm:constr type="r" for="ch" forName="Accent2" refType="w" fact="0.6878"/>
              <dgm:constr type="t" for="ch" forName="Accent2" refType="h" fact="-0.0109"/>
              <dgm:constr type="w" for="ch" forName="Accent2" refType="w" fact="0.4334"/>
              <dgm:constr type="h" for="ch" forName="Accent2" refType="h" fact="0.806"/>
              <dgm:constr type="r" for="ch" forName="ParentBackground2" refType="w" fact="0.6145"/>
              <dgm:constr type="t" for="ch" forName="ParentBackground2" refType="h" fact="0.1262"/>
              <dgm:constr type="w" for="ch" forName="ParentBackground2" refType="w" fact="0.2868"/>
              <dgm:constr type="h" for="ch" forName="ParentBackground2" refType="h" fact="0.5319"/>
              <dgm:constr type="r" for="ch" forName="Child2" refType="w" fact="0.6145"/>
              <dgm:constr type="t" for="ch" forName="Child2" refType="h" fact="0.6876"/>
              <dgm:constr type="w" for="ch" forName="Child2" refType="w" fact="0.2868"/>
              <dgm:constr type="h" for="ch" forName="Child2" refType="h" fact="0.3124"/>
              <dgm:constr type="r" for="ch" forName="Accent1" refType="w" fact="1.0053"/>
              <dgm:constr type="t" for="ch" forName="Accent1" refType="h" fact="-0.0109"/>
              <dgm:constr type="w" for="ch" forName="Accent1" refType="w" fact="0.4334"/>
              <dgm:constr type="h" for="ch" forName="Accent1" refType="h" fact="0.806"/>
              <dgm:constr type="r" for="ch" forName="ParentBackground1" refType="w" fact="0.932"/>
              <dgm:constr type="t" for="ch" forName="ParentBackground1" refType="h" fact="0.1262"/>
              <dgm:constr type="w" for="ch" forName="ParentBackground1" refType="w" fact="0.2868"/>
              <dgm:constr type="h" for="ch" forName="ParentBackground1" refType="h" fact="0.5319"/>
              <dgm:constr type="r" for="ch" forName="Child1" refType="w" fact="0.932"/>
              <dgm:constr type="t" for="ch" forName="Child1" refType="h" fact="0.6876"/>
              <dgm:constr type="w" for="ch" forName="Child1" refType="w" fact="0.2868"/>
              <dgm:constr type="h" for="ch" forName="Child1" refType="h" fact="0.3124"/>
            </dgm:constrLst>
          </dgm:if>
          <dgm:if name="Name20" axis="ch" ptType="node" func="cnt" op="equ" val="4">
            <dgm:alg type="composite">
              <dgm:param type="ar" val="2.44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r" for="ch" forName="Parent4" refType="w" fact="0.1943"/>
              <dgm:constr type="t" for="ch" forName="Parent4" refType="h" fact="0.2022"/>
              <dgm:constr type="w" for="ch" forName="Parent4" refType="w" fact="0.1555"/>
              <dgm:constr type="h" for="ch" forName="Parent4" refType="h" fact="0.3799"/>
              <dgm:constr type="r" for="ch" forName="Parent3" refType="w" fact="0.4353"/>
              <dgm:constr type="t" for="ch" forName="Parent3" refType="h" fact="0.2022"/>
              <dgm:constr type="w" for="ch" forName="Parent3" refType="w" fact="0.1555"/>
              <dgm:constr type="h" for="ch" forName="Parent3" refType="h" fact="0.3799"/>
              <dgm:constr type="r" for="ch" forName="Parent2" refType="w" fact="0.6763"/>
              <dgm:constr type="t" for="ch" forName="Parent2" refType="h" fact="0.2022"/>
              <dgm:constr type="w" for="ch" forName="Parent2" refType="w" fact="0.1555"/>
              <dgm:constr type="h" for="ch" forName="Parent2" refType="h" fact="0.3799"/>
              <dgm:constr type="r" for="ch" forName="Parent1" refType="w" fact="0.9173"/>
              <dgm:constr type="t" for="ch" forName="Parent1" refType="h" fact="0.2022"/>
              <dgm:constr type="w" for="ch" forName="Parent1" refType="w" fact="0.1555"/>
              <dgm:constr type="h" for="ch" forName="Parent1" refType="h" fact="0.3799"/>
              <dgm:constr type="r" for="ch" forName="Accent4" refType="w" fact="0.2332"/>
              <dgm:constr type="t" for="ch" forName="Accent4" refType="h" fact="0.1072"/>
              <dgm:constr type="w" for="ch" forName="Accent4" refType="w" fact="0.2332"/>
              <dgm:constr type="h" for="ch" forName="Accent4" refType="h" fact="0.5699"/>
              <dgm:constr type="r" for="ch" forName="ParentBackground4" refType="w" fact="0.2254"/>
              <dgm:constr type="t" for="ch" forName="ParentBackground4" refType="h" fact="0.1262"/>
              <dgm:constr type="w" for="ch" forName="ParentBackground4" refType="w" fact="0.2177"/>
              <dgm:constr type="h" for="ch" forName="ParentBackground4" refType="h" fact="0.5319"/>
              <dgm:constr type="r" for="ch" forName="Child4" refType="w" fact="0.2254"/>
              <dgm:constr type="t" for="ch" forName="Child4" refType="h" fact="0.6876"/>
              <dgm:constr type="w" for="ch" forName="Child4" refType="w" fact="0.2177"/>
              <dgm:constr type="h" for="ch" forName="Child4" refType="h" fact="0.3124"/>
              <dgm:constr type="r" for="ch" forName="Accent3" refType="w" fact="0.5235"/>
              <dgm:constr type="t" for="ch" forName="Accent3" refType="h" fact="-0.0109"/>
              <dgm:constr type="w" for="ch" forName="Accent3" refType="w" fact="0.3298"/>
              <dgm:constr type="h" for="ch" forName="Accent3" refType="h" fact="0.806"/>
              <dgm:constr type="r" for="ch" forName="ParentBackground3" refType="w" fact="0.4664"/>
              <dgm:constr type="t" for="ch" forName="ParentBackground3" refType="h" fact="0.1262"/>
              <dgm:constr type="w" for="ch" forName="ParentBackground3" refType="w" fact="0.2177"/>
              <dgm:constr type="h" for="ch" forName="ParentBackground3" refType="h" fact="0.5319"/>
              <dgm:constr type="r" for="ch" forName="Child3" refType="w" fact="0.4664"/>
              <dgm:constr type="t" for="ch" forName="Child3" refType="h" fact="0.6876"/>
              <dgm:constr type="w" for="ch" forName="Child3" refType="w" fact="0.2177"/>
              <dgm:constr type="h" for="ch" forName="Child3" refType="h" fact="0.3124"/>
              <dgm:constr type="r" for="ch" forName="Accent2" refType="w" fact="0.7635"/>
              <dgm:constr type="t" for="ch" forName="Accent2" refType="h" fact="-0.0109"/>
              <dgm:constr type="w" for="ch" forName="Accent2" refType="w" fact="0.3298"/>
              <dgm:constr type="h" for="ch" forName="Accent2" refType="h" fact="0.806"/>
              <dgm:constr type="r" for="ch" forName="ParentBackground2" refType="w" fact="0.7074"/>
              <dgm:constr type="t" for="ch" forName="ParentBackground2" refType="h" fact="0.1262"/>
              <dgm:constr type="w" for="ch" forName="ParentBackground2" refType="w" fact="0.2177"/>
              <dgm:constr type="h" for="ch" forName="ParentBackground2" refType="h" fact="0.5319"/>
              <dgm:constr type="r" for="ch" forName="Child2" refType="w" fact="0.7074"/>
              <dgm:constr type="t" for="ch" forName="Child2" refType="h" fact="0.6876"/>
              <dgm:constr type="w" for="ch" forName="Child2" refType="w" fact="0.2177"/>
              <dgm:constr type="h" for="ch" forName="Child2" refType="h" fact="0.3124"/>
              <dgm:constr type="r" for="ch" forName="Accent1" refType="w" fact="1.0045"/>
              <dgm:constr type="t" for="ch" forName="Accent1" refType="h" fact="-0.0109"/>
              <dgm:constr type="w" for="ch" forName="Accent1" refType="w" fact="0.3298"/>
              <dgm:constr type="h" for="ch" forName="Accent1" refType="h" fact="0.806"/>
              <dgm:constr type="r" for="ch" forName="ParentBackground1" refType="w" fact="0.9484"/>
              <dgm:constr type="t" for="ch" forName="ParentBackground1" refType="h" fact="0.1262"/>
              <dgm:constr type="w" for="ch" forName="ParentBackground1" refType="w" fact="0.2177"/>
              <dgm:constr type="h" for="ch" forName="ParentBackground1" refType="h" fact="0.5319"/>
              <dgm:constr type="r" for="ch" forName="Child1" refType="w" fact="0.9484"/>
              <dgm:constr type="t" for="ch" forName="Child1" refType="h" fact="0.6876"/>
              <dgm:constr type="w" for="ch" forName="Child1" refType="w" fact="0.2177"/>
              <dgm:constr type="h" for="ch" forName="Child1" refType="h" fact="0.3124"/>
            </dgm:constrLst>
          </dgm:if>
          <dgm:if name="Name21" axis="ch" ptType="node" func="cnt" op="equ" val="5">
            <dgm:alg type="composite">
              <dgm:param type="ar" val="3.0325"/>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r" for="ch" forName="Parent5" refType="w" fact="0.1566"/>
              <dgm:constr type="t" for="ch" forName="Parent5" refType="h" fact="0.2022"/>
              <dgm:constr type="w" for="ch" forName="Parent5" refType="w" fact="0.1253"/>
              <dgm:constr type="h" for="ch" forName="Parent5" refType="h" fact="0.3799"/>
              <dgm:constr type="r" for="ch" forName="Parent4" refType="w" fact="0.3508"/>
              <dgm:constr type="t" for="ch" forName="Parent4" refType="h" fact="0.2022"/>
              <dgm:constr type="w" for="ch" forName="Parent4" refType="w" fact="0.1253"/>
              <dgm:constr type="h" for="ch" forName="Parent4" refType="h" fact="0.3799"/>
              <dgm:constr type="r" for="ch" forName="Parent3" refType="w" fact="0.545"/>
              <dgm:constr type="t" for="ch" forName="Parent3" refType="h" fact="0.2022"/>
              <dgm:constr type="w" for="ch" forName="Parent3" refType="w" fact="0.1253"/>
              <dgm:constr type="h" for="ch" forName="Parent3" refType="h" fact="0.3799"/>
              <dgm:constr type="r" for="ch" forName="Parent2" refType="w" fact="0.7391"/>
              <dgm:constr type="t" for="ch" forName="Parent2" refType="h" fact="0.2022"/>
              <dgm:constr type="w" for="ch" forName="Parent2" refType="w" fact="0.1253"/>
              <dgm:constr type="h" for="ch" forName="Parent2" refType="h" fact="0.3799"/>
              <dgm:constr type="r" for="ch" forName="Parent1" refType="w" fact="0.9333"/>
              <dgm:constr type="t" for="ch" forName="Parent1" refType="h" fact="0.2022"/>
              <dgm:constr type="w" for="ch" forName="Parent1" refType="w" fact="0.1253"/>
              <dgm:constr type="h" for="ch" forName="Parent1" refType="h" fact="0.3799"/>
              <dgm:constr type="r" for="ch" forName="Accent5" refType="w" fact="0.1879"/>
              <dgm:constr type="t" for="ch" forName="Accent5" refType="h" fact="0.1072"/>
              <dgm:constr type="w" for="ch" forName="Accent5" refType="w" fact="0.1879"/>
              <dgm:constr type="h" for="ch" forName="Accent5" refType="h" fact="0.5699"/>
              <dgm:constr type="r" for="ch" forName="ParentBackground5" refType="w" fact="0.1817"/>
              <dgm:constr type="t" for="ch" forName="ParentBackground5" refType="h" fact="0.1262"/>
              <dgm:constr type="w" for="ch" forName="ParentBackground5" refType="w" fact="0.1754"/>
              <dgm:constr type="h" for="ch" forName="ParentBackground5" refType="h" fact="0.5319"/>
              <dgm:constr type="r" for="ch" forName="Child5" refType="w" fact="0.1817"/>
              <dgm:constr type="t" for="ch" forName="Child5" refType="h" fact="0.6876"/>
              <dgm:constr type="w" for="ch" forName="Child5" refType="w" fact="0.1754"/>
              <dgm:constr type="h" for="ch" forName="Child5" refType="h" fact="0.3124"/>
              <dgm:constr type="r" for="ch" forName="Accent4" refType="w" fact="0.4211"/>
              <dgm:constr type="t" for="ch" forName="Accent4" refType="h" fact="-0.0109"/>
              <dgm:constr type="w" for="ch" forName="Accent4" refType="w" fact="0.2657"/>
              <dgm:constr type="h" for="ch" forName="Accent4" refType="h" fact="0.806"/>
              <dgm:constr type="r" for="ch" forName="ParentBackground4" refType="w" fact="0.3758"/>
              <dgm:constr type="t" for="ch" forName="ParentBackground4" refType="h" fact="0.1262"/>
              <dgm:constr type="w" for="ch" forName="ParentBackground4" refType="w" fact="0.1754"/>
              <dgm:constr type="h" for="ch" forName="ParentBackground4" refType="h" fact="0.5319"/>
              <dgm:constr type="r" for="ch" forName="Child4" refType="w" fact="0.3758"/>
              <dgm:constr type="t" for="ch" forName="Child4" refType="h" fact="0.6876"/>
              <dgm:constr type="w" for="ch" forName="Child4" refType="w" fact="0.1754"/>
              <dgm:constr type="h" for="ch" forName="Child4" refType="h" fact="0.3124"/>
              <dgm:constr type="r" for="ch" forName="Accent3" refType="w" fact="0.6152"/>
              <dgm:constr type="t" for="ch" forName="Accent3" refType="h" fact="-0.0109"/>
              <dgm:constr type="w" for="ch" forName="Accent3" refType="w" fact="0.2657"/>
              <dgm:constr type="h" for="ch" forName="Accent3" refType="h" fact="0.806"/>
              <dgm:constr type="r" for="ch" forName="ParentBackground3" refType="w" fact="0.57"/>
              <dgm:constr type="t" for="ch" forName="ParentBackground3" refType="h" fact="0.1262"/>
              <dgm:constr type="w" for="ch" forName="ParentBackground3" refType="w" fact="0.1754"/>
              <dgm:constr type="h" for="ch" forName="ParentBackground3" refType="h" fact="0.5319"/>
              <dgm:constr type="r" for="ch" forName="Child3" refType="w" fact="0.57"/>
              <dgm:constr type="t" for="ch" forName="Child3" refType="h" fact="0.6876"/>
              <dgm:constr type="w" for="ch" forName="Child3" refType="w" fact="0.1754"/>
              <dgm:constr type="h" for="ch" forName="Child3" refType="h" fact="0.3124"/>
              <dgm:constr type="r" for="ch" forName="Accent2" refType="w" fact="0.8094"/>
              <dgm:constr type="t" for="ch" forName="Accent2" refType="h" fact="-0.0109"/>
              <dgm:constr type="w" for="ch" forName="Accent2" refType="w" fact="0.2657"/>
              <dgm:constr type="h" for="ch" forName="Accent2" refType="h" fact="0.806"/>
              <dgm:constr type="r" for="ch" forName="ParentBackground2" refType="w" fact="0.7642"/>
              <dgm:constr type="t" for="ch" forName="ParentBackground2" refType="h" fact="0.1262"/>
              <dgm:constr type="w" for="ch" forName="ParentBackground2" refType="w" fact="0.1754"/>
              <dgm:constr type="h" for="ch" forName="ParentBackground2" refType="h" fact="0.5319"/>
              <dgm:constr type="r" for="ch" forName="Child2" refType="w" fact="0.7642"/>
              <dgm:constr type="t" for="ch" forName="Child2" refType="h" fact="0.6876"/>
              <dgm:constr type="w" for="ch" forName="Child2" refType="w" fact="0.1754"/>
              <dgm:constr type="h" for="ch" forName="Child2" refType="h" fact="0.3124"/>
              <dgm:constr type="r" for="ch" forName="Accent1" refType="w" fact="1.0036"/>
              <dgm:constr type="t" for="ch" forName="Accent1" refType="h" fact="-0.0109"/>
              <dgm:constr type="w" for="ch" forName="Accent1" refType="w" fact="0.2657"/>
              <dgm:constr type="h" for="ch" forName="Accent1" refType="h" fact="0.806"/>
              <dgm:constr type="r" for="ch" forName="ParentBackground1" refType="w" fact="0.9584"/>
              <dgm:constr type="t" for="ch" forName="ParentBackground1" refType="h" fact="0.1262"/>
              <dgm:constr type="w" for="ch" forName="ParentBackground1" refType="w" fact="0.1754"/>
              <dgm:constr type="h" for="ch" forName="ParentBackground1" refType="h" fact="0.5319"/>
              <dgm:constr type="r" for="ch" forName="Child1" refType="w" fact="0.9584"/>
              <dgm:constr type="t" for="ch" forName="Child1" refType="h" fact="0.6876"/>
              <dgm:constr type="w" for="ch" forName="Child1" refType="w" fact="0.1754"/>
              <dgm:constr type="h" for="ch" forName="Child1" refType="h" fact="0.3124"/>
            </dgm:constrLst>
          </dgm:if>
          <dgm:if name="Name22" axis="ch" ptType="node" func="cnt" op="equ" val="6">
            <dgm:alg type="composite">
              <dgm:param type="ar" val="3.621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r" for="ch" forName="Parent6" refType="w" fact="0.1311"/>
              <dgm:constr type="t" for="ch" forName="Parent6" refType="h" fact="0.2022"/>
              <dgm:constr type="w" for="ch" forName="Parent6" refType="w" fact="0.1049"/>
              <dgm:constr type="h" for="ch" forName="Parent6" refType="h" fact="0.3799"/>
              <dgm:constr type="r" for="ch" forName="Parent5" refType="w" fact="0.2937"/>
              <dgm:constr type="t" for="ch" forName="Parent5" refType="h" fact="0.2022"/>
              <dgm:constr type="w" for="ch" forName="Parent5" refType="w" fact="0.1049"/>
              <dgm:constr type="h" for="ch" forName="Parent5" refType="h" fact="0.3799"/>
              <dgm:constr type="r" for="ch" forName="Parent4" refType="w" fact="0.4563"/>
              <dgm:constr type="t" for="ch" forName="Parent4" refType="h" fact="0.2022"/>
              <dgm:constr type="w" for="ch" forName="Parent4" refType="w" fact="0.1049"/>
              <dgm:constr type="h" for="ch" forName="Parent4" refType="h" fact="0.3799"/>
              <dgm:constr type="r" for="ch" forName="Parent3" refType="w" fact="0.619"/>
              <dgm:constr type="t" for="ch" forName="Parent3" refType="h" fact="0.2022"/>
              <dgm:constr type="w" for="ch" forName="Parent3" refType="w" fact="0.1049"/>
              <dgm:constr type="h" for="ch" forName="Parent3" refType="h" fact="0.3799"/>
              <dgm:constr type="r" for="ch" forName="Parent2" refType="w" fact="0.7816"/>
              <dgm:constr type="t" for="ch" forName="Parent2" refType="h" fact="0.2022"/>
              <dgm:constr type="w" for="ch" forName="Parent2" refType="w" fact="0.1049"/>
              <dgm:constr type="h" for="ch" forName="Parent2" refType="h" fact="0.3799"/>
              <dgm:constr type="r" for="ch" forName="Parent1" refType="w" fact="0.9442"/>
              <dgm:constr type="t" for="ch" forName="Parent1" refType="h" fact="0.2022"/>
              <dgm:constr type="w" for="ch" forName="Parent1" refType="w" fact="0.1049"/>
              <dgm:constr type="h" for="ch" forName="Parent1" refType="h" fact="0.3799"/>
              <dgm:constr type="r" for="ch" forName="Accent6" refType="w" fact="0.1574"/>
              <dgm:constr type="t" for="ch" forName="Accent6" refType="h" fact="0.1072"/>
              <dgm:constr type="w" for="ch" forName="Accent6" refType="w" fact="0.1574"/>
              <dgm:constr type="h" for="ch" forName="Accent6" refType="h" fact="0.5699"/>
              <dgm:constr type="r" for="ch" forName="ParentBackground6" refType="w" fact="0.1521"/>
              <dgm:constr type="t" for="ch" forName="ParentBackground6" refType="h" fact="0.1262"/>
              <dgm:constr type="w" for="ch" forName="ParentBackground6" refType="w" fact="0.1469"/>
              <dgm:constr type="h" for="ch" forName="ParentBackground6" refType="h" fact="0.5319"/>
              <dgm:constr type="r" for="ch" forName="Child6" refType="w" fact="0.1521"/>
              <dgm:constr type="t" for="ch" forName="Child6" refType="h" fact="0.6876"/>
              <dgm:constr type="w" for="ch" forName="Child6" refType="w" fact="0.1469"/>
              <dgm:constr type="h" for="ch" forName="Child6" refType="h" fact="0.3124"/>
              <dgm:constr type="r" for="ch" forName="Accent5" refType="w" fact="0.3526"/>
              <dgm:constr type="t" for="ch" forName="Accent5" refType="h" fact="-0.0109"/>
              <dgm:constr type="w" for="ch" forName="Accent5" refType="w" fact="0.2226"/>
              <dgm:constr type="h" for="ch" forName="Accent5" refType="h" fact="0.806"/>
              <dgm:constr type="r" for="ch" forName="ParentBackground5" refType="w" fact="0.3147"/>
              <dgm:constr type="t" for="ch" forName="ParentBackground5" refType="h" fact="0.1262"/>
              <dgm:constr type="w" for="ch" forName="ParentBackground5" refType="w" fact="0.1469"/>
              <dgm:constr type="h" for="ch" forName="ParentBackground5" refType="h" fact="0.5319"/>
              <dgm:constr type="r" for="ch" forName="Child5" refType="w" fact="0.3147"/>
              <dgm:constr type="t" for="ch" forName="Child5" refType="h" fact="0.6876"/>
              <dgm:constr type="w" for="ch" forName="Child5" refType="w" fact="0.1469"/>
              <dgm:constr type="h" for="ch" forName="Child5" refType="h" fact="0.3124"/>
              <dgm:constr type="r" for="ch" forName="Accent4" refType="w" fact="0.5152"/>
              <dgm:constr type="t" for="ch" forName="Accent4" refType="h" fact="-0.0109"/>
              <dgm:constr type="w" for="ch" forName="Accent4" refType="w" fact="0.2226"/>
              <dgm:constr type="h" for="ch" forName="Accent4" refType="h" fact="0.806"/>
              <dgm:constr type="r" for="ch" forName="ParentBackground4" refType="w" fact="0.4773"/>
              <dgm:constr type="t" for="ch" forName="ParentBackground4" refType="h" fact="0.1262"/>
              <dgm:constr type="w" for="ch" forName="ParentBackground4" refType="w" fact="0.1469"/>
              <dgm:constr type="h" for="ch" forName="ParentBackground4" refType="h" fact="0.5319"/>
              <dgm:constr type="r" for="ch" forName="Child4" refType="w" fact="0.4773"/>
              <dgm:constr type="t" for="ch" forName="Child4" refType="h" fact="0.6876"/>
              <dgm:constr type="w" for="ch" forName="Child4" refType="w" fact="0.1469"/>
              <dgm:constr type="h" for="ch" forName="Child4" refType="h" fact="0.3124"/>
              <dgm:constr type="r" for="ch" forName="Accent3" refType="w" fact="0.6778"/>
              <dgm:constr type="t" for="ch" forName="Accent3" refType="h" fact="-0.0109"/>
              <dgm:constr type="w" for="ch" forName="Accent3" refType="w" fact="0.2226"/>
              <dgm:constr type="h" for="ch" forName="Accent3" refType="h" fact="0.806"/>
              <dgm:constr type="r" for="ch" forName="ParentBackground3" refType="w" fact="0.6399"/>
              <dgm:constr type="t" for="ch" forName="ParentBackground3" refType="h" fact="0.1262"/>
              <dgm:constr type="w" for="ch" forName="ParentBackground3" refType="w" fact="0.1469"/>
              <dgm:constr type="h" for="ch" forName="ParentBackground3" refType="h" fact="0.5319"/>
              <dgm:constr type="r" for="ch" forName="Child3" refType="w" fact="0.6399"/>
              <dgm:constr type="t" for="ch" forName="Child3" refType="h" fact="0.6876"/>
              <dgm:constr type="w" for="ch" forName="Child3" refType="w" fact="0.1469"/>
              <dgm:constr type="h" for="ch" forName="Child3" refType="h" fact="0.3124"/>
              <dgm:constr type="r" for="ch" forName="Accent2" refType="w" fact="0.8404"/>
              <dgm:constr type="t" for="ch" forName="Accent2" refType="h" fact="-0.0109"/>
              <dgm:constr type="w" for="ch" forName="Accent2" refType="w" fact="0.2226"/>
              <dgm:constr type="h" for="ch" forName="Accent2" refType="h" fact="0.806"/>
              <dgm:constr type="r" for="ch" forName="ParentBackground2" refType="w" fact="0.8025"/>
              <dgm:constr type="t" for="ch" forName="ParentBackground2" refType="h" fact="0.1262"/>
              <dgm:constr type="w" for="ch" forName="ParentBackground2" refType="w" fact="0.1469"/>
              <dgm:constr type="h" for="ch" forName="ParentBackground2" refType="h" fact="0.5319"/>
              <dgm:constr type="r" for="ch" forName="Child2" refType="w" fact="0.8025"/>
              <dgm:constr type="t" for="ch" forName="Child2" refType="h" fact="0.6876"/>
              <dgm:constr type="w" for="ch" forName="Child2" refType="w" fact="0.1469"/>
              <dgm:constr type="h" for="ch" forName="Child2" refType="h" fact="0.3124"/>
              <dgm:constr type="r" for="ch" forName="Accent1" refType="w" fact="1.003"/>
              <dgm:constr type="t" for="ch" forName="Accent1" refType="h" fact="-0.0109"/>
              <dgm:constr type="w" for="ch" forName="Accent1" refType="w" fact="0.2226"/>
              <dgm:constr type="h" for="ch" forName="Accent1" refType="h" fact="0.806"/>
              <dgm:constr type="r" for="ch" forName="ParentBackground1" refType="w" fact="0.9652"/>
              <dgm:constr type="t" for="ch" forName="ParentBackground1" refType="h" fact="0.1262"/>
              <dgm:constr type="w" for="ch" forName="ParentBackground1" refType="w" fact="0.1469"/>
              <dgm:constr type="h" for="ch" forName="ParentBackground1" refType="h" fact="0.5319"/>
              <dgm:constr type="r" for="ch" forName="Child1" refType="w" fact="0.9652"/>
              <dgm:constr type="t" for="ch" forName="Child1" refType="h" fact="0.6876"/>
              <dgm:constr type="w" for="ch" forName="Child1" refType="w" fact="0.1469"/>
              <dgm:constr type="h" for="ch" forName="Child1" refType="h" fact="0.3124"/>
            </dgm:constrLst>
          </dgm:if>
          <dgm:if name="Name23" axis="ch" ptType="node" func="cnt" op="equ" val="7">
            <dgm:alg type="composite">
              <dgm:param type="ar" val="4.210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r" for="ch" forName="Parent7" refType="w" fact="0.1128"/>
              <dgm:constr type="t" for="ch" forName="Parent7" refType="h" fact="0.2022"/>
              <dgm:constr type="w" for="ch" forName="Parent7" refType="w" fact="0.0902"/>
              <dgm:constr type="h" for="ch" forName="Parent7" refType="h" fact="0.3799"/>
              <dgm:constr type="r" for="ch" forName="Parent6" refType="w" fact="0.2527"/>
              <dgm:constr type="t" for="ch" forName="Parent6" refType="h" fact="0.2022"/>
              <dgm:constr type="w" for="ch" forName="Parent6" refType="w" fact="0.0902"/>
              <dgm:constr type="h" for="ch" forName="Parent6" refType="h" fact="0.3799"/>
              <dgm:constr type="r" for="ch" forName="Parent5" refType="w" fact="0.3925"/>
              <dgm:constr type="t" for="ch" forName="Parent5" refType="h" fact="0.2022"/>
              <dgm:constr type="w" for="ch" forName="Parent5" refType="w" fact="0.0902"/>
              <dgm:constr type="h" for="ch" forName="Parent5" refType="h" fact="0.3799"/>
              <dgm:constr type="r" for="ch" forName="Parent4" refType="w" fact="0.5324"/>
              <dgm:constr type="t" for="ch" forName="Parent4" refType="h" fact="0.2022"/>
              <dgm:constr type="w" for="ch" forName="Parent4" refType="w" fact="0.0902"/>
              <dgm:constr type="h" for="ch" forName="Parent4" refType="h" fact="0.3799"/>
              <dgm:constr type="r" for="ch" forName="Parent3" refType="w" fact="0.6723"/>
              <dgm:constr type="t" for="ch" forName="Parent3" refType="h" fact="0.2022"/>
              <dgm:constr type="w" for="ch" forName="Parent3" refType="w" fact="0.0902"/>
              <dgm:constr type="h" for="ch" forName="Parent3" refType="h" fact="0.3799"/>
              <dgm:constr type="r" for="ch" forName="Parent2" refType="w" fact="0.8121"/>
              <dgm:constr type="t" for="ch" forName="Parent2" refType="h" fact="0.2022"/>
              <dgm:constr type="w" for="ch" forName="Parent2" refType="w" fact="0.0902"/>
              <dgm:constr type="h" for="ch" forName="Parent2" refType="h" fact="0.3799"/>
              <dgm:constr type="r" for="ch" forName="Parent1" refType="w" fact="0.952"/>
              <dgm:constr type="t" for="ch" forName="Parent1" refType="h" fact="0.2022"/>
              <dgm:constr type="w" for="ch" forName="Parent1" refType="w" fact="0.0902"/>
              <dgm:constr type="h" for="ch" forName="Parent1" refType="h" fact="0.3799"/>
              <dgm:constr type="r" for="ch" forName="Accent7" refType="w" fact="0.1354"/>
              <dgm:constr type="t" for="ch" forName="Accent7" refType="h" fact="0.1072"/>
              <dgm:constr type="w" for="ch" forName="Accent7" refType="w" fact="0.1354"/>
              <dgm:constr type="h" for="ch" forName="Accent7" refType="h" fact="0.5699"/>
              <dgm:constr type="r" for="ch" forName="ParentBackground7" refType="w" fact="0.1308"/>
              <dgm:constr type="t" for="ch" forName="ParentBackground7" refType="h" fact="0.1262"/>
              <dgm:constr type="w" for="ch" forName="ParentBackground7" refType="w" fact="0.1263"/>
              <dgm:constr type="h" for="ch" forName="ParentBackground7" refType="h" fact="0.5319"/>
              <dgm:constr type="r" for="ch" forName="Child7" refType="w" fact="0.1308"/>
              <dgm:constr type="t" for="ch" forName="Child7" refType="h" fact="0.6876"/>
              <dgm:constr type="w" for="ch" forName="Child7" refType="w" fact="0.1263"/>
              <dgm:constr type="h" for="ch" forName="Child7" refType="h" fact="0.3124"/>
              <dgm:constr type="r" for="ch" forName="Accent6" refType="w" fact="0.3033"/>
              <dgm:constr type="t" for="ch" forName="Accent6" refType="h" fact="-0.0109"/>
              <dgm:constr type="w" for="ch" forName="Accent6" refType="w" fact="0.1915"/>
              <dgm:constr type="h" for="ch" forName="Accent6" refType="h" fact="0.806"/>
              <dgm:constr type="r" for="ch" forName="ParentBackground6" refType="w" fact="0.2707"/>
              <dgm:constr type="t" for="ch" forName="ParentBackground6" refType="h" fact="0.1262"/>
              <dgm:constr type="w" for="ch" forName="ParentBackground6" refType="w" fact="0.1263"/>
              <dgm:constr type="h" for="ch" forName="ParentBackground6" refType="h" fact="0.5319"/>
              <dgm:constr type="r" for="ch" forName="Child6" refType="w" fact="0.2707"/>
              <dgm:constr type="t" for="ch" forName="Child6" refType="h" fact="0.6876"/>
              <dgm:constr type="w" for="ch" forName="Child6" refType="w" fact="0.1263"/>
              <dgm:constr type="h" for="ch" forName="Child6" refType="h" fact="0.3124"/>
              <dgm:constr type="r" for="ch" forName="Accent5" refType="w" fact="0.4431"/>
              <dgm:constr type="t" for="ch" forName="Accent5" refType="h" fact="-0.0109"/>
              <dgm:constr type="w" for="ch" forName="Accent5" refType="w" fact="0.1915"/>
              <dgm:constr type="h" for="ch" forName="Accent5" refType="h" fact="0.806"/>
              <dgm:constr type="r" for="ch" forName="ParentBackground5" refType="w" fact="0.4106"/>
              <dgm:constr type="t" for="ch" forName="ParentBackground5" refType="h" fact="0.1262"/>
              <dgm:constr type="w" for="ch" forName="ParentBackground5" refType="w" fact="0.1263"/>
              <dgm:constr type="h" for="ch" forName="ParentBackground5" refType="h" fact="0.5319"/>
              <dgm:constr type="r" for="ch" forName="Child5" refType="w" fact="0.4106"/>
              <dgm:constr type="t" for="ch" forName="Child5" refType="h" fact="0.6876"/>
              <dgm:constr type="w" for="ch" forName="Child5" refType="w" fact="0.1263"/>
              <dgm:constr type="h" for="ch" forName="Child5" refType="h" fact="0.3124"/>
              <dgm:constr type="r" for="ch" forName="Accent4" refType="w" fact="0.583"/>
              <dgm:constr type="t" for="ch" forName="Accent4" refType="h" fact="-0.0109"/>
              <dgm:constr type="w" for="ch" forName="Accent4" refType="w" fact="0.1915"/>
              <dgm:constr type="h" for="ch" forName="Accent4" refType="h" fact="0.806"/>
              <dgm:constr type="r" for="ch" forName="ParentBackground4" refType="w" fact="0.5504"/>
              <dgm:constr type="t" for="ch" forName="ParentBackground4" refType="h" fact="0.1262"/>
              <dgm:constr type="w" for="ch" forName="ParentBackground4" refType="w" fact="0.1263"/>
              <dgm:constr type="h" for="ch" forName="ParentBackground4" refType="h" fact="0.5319"/>
              <dgm:constr type="r" for="ch" forName="Child4" refType="w" fact="0.5504"/>
              <dgm:constr type="t" for="ch" forName="Child4" refType="h" fact="0.6876"/>
              <dgm:constr type="w" for="ch" forName="Child4" refType="w" fact="0.1263"/>
              <dgm:constr type="h" for="ch" forName="Child4" refType="h" fact="0.3124"/>
              <dgm:constr type="r" for="ch" forName="Accent3" refType="w" fact="0.7229"/>
              <dgm:constr type="t" for="ch" forName="Accent3" refType="h" fact="-0.0109"/>
              <dgm:constr type="w" for="ch" forName="Accent3" refType="w" fact="0.1915"/>
              <dgm:constr type="h" for="ch" forName="Accent3" refType="h" fact="0.806"/>
              <dgm:constr type="r" for="ch" forName="ParentBackground3" refType="w" fact="0.6903"/>
              <dgm:constr type="t" for="ch" forName="ParentBackground3" refType="h" fact="0.1262"/>
              <dgm:constr type="w" for="ch" forName="ParentBackground3" refType="w" fact="0.1263"/>
              <dgm:constr type="h" for="ch" forName="ParentBackground3" refType="h" fact="0.5319"/>
              <dgm:constr type="r" for="ch" forName="Child3" refType="w" fact="0.6903"/>
              <dgm:constr type="t" for="ch" forName="Child3" refType="h" fact="0.6876"/>
              <dgm:constr type="w" for="ch" forName="Child3" refType="w" fact="0.1263"/>
              <dgm:constr type="h" for="ch" forName="Child3" refType="h" fact="0.3124"/>
              <dgm:constr type="r" for="ch" forName="Accent2" refType="w" fact="0.8627"/>
              <dgm:constr type="t" for="ch" forName="Accent2" refType="h" fact="-0.0109"/>
              <dgm:constr type="w" for="ch" forName="Accent2" refType="w" fact="0.1915"/>
              <dgm:constr type="h" for="ch" forName="Accent2" refType="h" fact="0.806"/>
              <dgm:constr type="r" for="ch" forName="ParentBackground2" refType="w" fact="0.8302"/>
              <dgm:constr type="t" for="ch" forName="ParentBackground2" refType="h" fact="0.1262"/>
              <dgm:constr type="w" for="ch" forName="ParentBackground2" refType="w" fact="0.1263"/>
              <dgm:constr type="h" for="ch" forName="ParentBackground2" refType="h" fact="0.5319"/>
              <dgm:constr type="r" for="ch" forName="Child2" refType="w" fact="0.8302"/>
              <dgm:constr type="t" for="ch" forName="Child2" refType="h" fact="0.6876"/>
              <dgm:constr type="w" for="ch" forName="Child2" refType="w" fact="0.1263"/>
              <dgm:constr type="h" for="ch" forName="Child2" refType="h" fact="0.3124"/>
              <dgm:constr type="r" for="ch" forName="Accent1" refType="w" fact="1.0026"/>
              <dgm:constr type="t" for="ch" forName="Accent1" refType="h" fact="-0.0109"/>
              <dgm:constr type="w" for="ch" forName="Accent1" refType="w" fact="0.1915"/>
              <dgm:constr type="h" for="ch" forName="Accent1" refType="h" fact="0.806"/>
              <dgm:constr type="r" for="ch" forName="ParentBackground1" refType="w" fact="0.97"/>
              <dgm:constr type="t" for="ch" forName="ParentBackground1" refType="h" fact="0.1262"/>
              <dgm:constr type="w" for="ch" forName="ParentBackground1" refType="w" fact="0.1263"/>
              <dgm:constr type="h" for="ch" forName="ParentBackground1" refType="h" fact="0.5319"/>
              <dgm:constr type="r" for="ch" forName="Child1" refType="w" fact="0.97"/>
              <dgm:constr type="t" for="ch" forName="Child1" refType="h" fact="0.6876"/>
              <dgm:constr type="w" for="ch" forName="Child1" refType="w" fact="0.1263"/>
              <dgm:constr type="h" for="ch" forName="Child1" refType="h" fact="0.3124"/>
            </dgm:constrLst>
          </dgm:if>
          <dgm:if name="Name24" axis="ch" ptType="node" func="cnt" op="equ" val="8">
            <dgm:alg type="composite">
              <dgm:param type="ar" val="4.799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r" for="ch" forName="Parent8" refType="w" fact="0.099"/>
              <dgm:constr type="t" for="ch" forName="Parent8" refType="h" fact="0.2022"/>
              <dgm:constr type="w" for="ch" forName="Parent8" refType="w" fact="0.0792"/>
              <dgm:constr type="h" for="ch" forName="Parent8" refType="h" fact="0.3799"/>
              <dgm:constr type="r" for="ch" forName="Parent7" refType="w" fact="0.2217"/>
              <dgm:constr type="t" for="ch" forName="Parent7" refType="h" fact="0.2022"/>
              <dgm:constr type="w" for="ch" forName="Parent7" refType="w" fact="0.0792"/>
              <dgm:constr type="h" for="ch" forName="Parent7" refType="h" fact="0.3799"/>
              <dgm:constr type="r" for="ch" forName="Parent6" refType="w" fact="0.3444"/>
              <dgm:constr type="t" for="ch" forName="Parent6" refType="h" fact="0.2022"/>
              <dgm:constr type="w" for="ch" forName="Parent6" refType="w" fact="0.0792"/>
              <dgm:constr type="h" for="ch" forName="Parent6" refType="h" fact="0.3799"/>
              <dgm:constr type="r" for="ch" forName="Parent5" refType="w" fact="0.4671"/>
              <dgm:constr type="t" for="ch" forName="Parent5" refType="h" fact="0.2022"/>
              <dgm:constr type="w" for="ch" forName="Parent5" refType="w" fact="0.0792"/>
              <dgm:constr type="h" for="ch" forName="Parent5" refType="h" fact="0.3799"/>
              <dgm:constr type="r" for="ch" forName="Parent4" refType="w" fact="0.5898"/>
              <dgm:constr type="t" for="ch" forName="Parent4" refType="h" fact="0.2022"/>
              <dgm:constr type="w" for="ch" forName="Parent4" refType="w" fact="0.0792"/>
              <dgm:constr type="h" for="ch" forName="Parent4" refType="h" fact="0.3799"/>
              <dgm:constr type="r" for="ch" forName="Parent3" refType="w" fact="0.7125"/>
              <dgm:constr type="t" for="ch" forName="Parent3" refType="h" fact="0.2022"/>
              <dgm:constr type="w" for="ch" forName="Parent3" refType="w" fact="0.0792"/>
              <dgm:constr type="h" for="ch" forName="Parent3" refType="h" fact="0.3799"/>
              <dgm:constr type="r" for="ch" forName="Parent2" refType="w" fact="0.8352"/>
              <dgm:constr type="t" for="ch" forName="Parent2" refType="h" fact="0.2022"/>
              <dgm:constr type="w" for="ch" forName="Parent2" refType="w" fact="0.0792"/>
              <dgm:constr type="h" for="ch" forName="Parent2" refType="h" fact="0.3799"/>
              <dgm:constr type="r" for="ch" forName="Parent1" refType="w" fact="0.9579"/>
              <dgm:constr type="t" for="ch" forName="Parent1" refType="h" fact="0.2022"/>
              <dgm:constr type="w" for="ch" forName="Parent1" refType="w" fact="0.0792"/>
              <dgm:constr type="h" for="ch" forName="Parent1" refType="h" fact="0.3799"/>
              <dgm:constr type="r" for="ch" forName="Accent8" refType="w" fact="0.1187"/>
              <dgm:constr type="t" for="ch" forName="Accent8" refType="h" fact="0.1072"/>
              <dgm:constr type="w" for="ch" forName="Accent8" refType="w" fact="0.1187"/>
              <dgm:constr type="h" for="ch" forName="Accent8" refType="h" fact="0.5699"/>
              <dgm:constr type="r" for="ch" forName="ParentBackground8" refType="w" fact="0.1148"/>
              <dgm:constr type="t" for="ch" forName="ParentBackground8" refType="h" fact="0.1262"/>
              <dgm:constr type="w" for="ch" forName="ParentBackground8" refType="w" fact="0.1108"/>
              <dgm:constr type="h" for="ch" forName="ParentBackground8" refType="h" fact="0.5319"/>
              <dgm:constr type="r" for="ch" forName="Child8" refType="w" fact="0.1148"/>
              <dgm:constr type="t" for="ch" forName="Child8" refType="h" fact="0.6876"/>
              <dgm:constr type="w" for="ch" forName="Child8" refType="w" fact="0.1108"/>
              <dgm:constr type="h" for="ch" forName="Child8" refType="h" fact="0.3124"/>
              <dgm:constr type="r" for="ch" forName="Accent7" refType="w" fact="0.2661"/>
              <dgm:constr type="t" for="ch" forName="Accent7" refType="h" fact="-0.0109"/>
              <dgm:constr type="w" for="ch" forName="Accent7" refType="w" fact="0.1679"/>
              <dgm:constr type="h" for="ch" forName="Accent7" refType="h" fact="0.806"/>
              <dgm:constr type="r" for="ch" forName="ParentBackground7" refType="w" fact="0.2375"/>
              <dgm:constr type="t" for="ch" forName="ParentBackground7" refType="h" fact="0.1262"/>
              <dgm:constr type="w" for="ch" forName="ParentBackground7" refType="w" fact="0.1108"/>
              <dgm:constr type="h" for="ch" forName="ParentBackground7" refType="h" fact="0.5319"/>
              <dgm:constr type="r" for="ch" forName="Child7" refType="w" fact="0.2375"/>
              <dgm:constr type="t" for="ch" forName="Child7" refType="h" fact="0.6876"/>
              <dgm:constr type="w" for="ch" forName="Child7" refType="w" fact="0.1108"/>
              <dgm:constr type="h" for="ch" forName="Child7" refType="h" fact="0.3124"/>
              <dgm:constr type="r" for="ch" forName="Accent6" refType="w" fact="0.3888"/>
              <dgm:constr type="t" for="ch" forName="Accent6" refType="h" fact="-0.0109"/>
              <dgm:constr type="w" for="ch" forName="Accent6" refType="w" fact="0.1679"/>
              <dgm:constr type="h" for="ch" forName="Accent6" refType="h" fact="0.806"/>
              <dgm:constr type="r" for="ch" forName="ParentBackground6" refType="w" fact="0.3602"/>
              <dgm:constr type="t" for="ch" forName="ParentBackground6" refType="h" fact="0.1262"/>
              <dgm:constr type="w" for="ch" forName="ParentBackground6" refType="w" fact="0.1108"/>
              <dgm:constr type="h" for="ch" forName="ParentBackground6" refType="h" fact="0.5319"/>
              <dgm:constr type="r" for="ch" forName="Child6" refType="w" fact="0.3602"/>
              <dgm:constr type="t" for="ch" forName="Child6" refType="h" fact="0.6876"/>
              <dgm:constr type="w" for="ch" forName="Child6" refType="w" fact="0.1108"/>
              <dgm:constr type="h" for="ch" forName="Child6" refType="h" fact="0.3124"/>
              <dgm:constr type="r" for="ch" forName="Accent5" refType="w" fact="0.5115"/>
              <dgm:constr type="t" for="ch" forName="Accent5" refType="h" fact="-0.0109"/>
              <dgm:constr type="w" for="ch" forName="Accent5" refType="w" fact="0.1679"/>
              <dgm:constr type="h" for="ch" forName="Accent5" refType="h" fact="0.806"/>
              <dgm:constr type="r" for="ch" forName="ParentBackground5" refType="w" fact="0.4829"/>
              <dgm:constr type="t" for="ch" forName="ParentBackground5" refType="h" fact="0.1262"/>
              <dgm:constr type="w" for="ch" forName="ParentBackground5" refType="w" fact="0.1108"/>
              <dgm:constr type="h" for="ch" forName="ParentBackground5" refType="h" fact="0.5319"/>
              <dgm:constr type="r" for="ch" forName="Child5" refType="w" fact="0.4829"/>
              <dgm:constr type="t" for="ch" forName="Child5" refType="h" fact="0.6876"/>
              <dgm:constr type="w" for="ch" forName="Child5" refType="w" fact="0.1108"/>
              <dgm:constr type="h" for="ch" forName="Child5" refType="h" fact="0.3124"/>
              <dgm:constr type="r" for="ch" forName="Accent4" refType="w" fact="0.6342"/>
              <dgm:constr type="t" for="ch" forName="Accent4" refType="h" fact="-0.0109"/>
              <dgm:constr type="w" for="ch" forName="Accent4" refType="w" fact="0.1679"/>
              <dgm:constr type="h" for="ch" forName="Accent4" refType="h" fact="0.806"/>
              <dgm:constr type="r" for="ch" forName="ParentBackground4" refType="w" fact="0.6056"/>
              <dgm:constr type="t" for="ch" forName="ParentBackground4" refType="h" fact="0.1262"/>
              <dgm:constr type="w" for="ch" forName="ParentBackground4" refType="w" fact="0.1108"/>
              <dgm:constr type="h" for="ch" forName="ParentBackground4" refType="h" fact="0.5319"/>
              <dgm:constr type="r" for="ch" forName="Child4" refType="w" fact="0.6056"/>
              <dgm:constr type="t" for="ch" forName="Child4" refType="h" fact="0.6876"/>
              <dgm:constr type="w" for="ch" forName="Child4" refType="w" fact="0.1108"/>
              <dgm:constr type="h" for="ch" forName="Child4" refType="h" fact="0.3124"/>
              <dgm:constr type="r" for="ch" forName="Accent3" refType="w" fact="0.7569"/>
              <dgm:constr type="t" for="ch" forName="Accent3" refType="h" fact="-0.0109"/>
              <dgm:constr type="w" for="ch" forName="Accent3" refType="w" fact="0.1679"/>
              <dgm:constr type="h" for="ch" forName="Accent3" refType="h" fact="0.806"/>
              <dgm:constr type="r" for="ch" forName="ParentBackground3" refType="w" fact="0.7283"/>
              <dgm:constr type="t" for="ch" forName="ParentBackground3" refType="h" fact="0.1262"/>
              <dgm:constr type="w" for="ch" forName="ParentBackground3" refType="w" fact="0.1108"/>
              <dgm:constr type="h" for="ch" forName="ParentBackground3" refType="h" fact="0.5319"/>
              <dgm:constr type="r" for="ch" forName="Child3" refType="w" fact="0.7283"/>
              <dgm:constr type="t" for="ch" forName="Child3" refType="h" fact="0.6876"/>
              <dgm:constr type="w" for="ch" forName="Child3" refType="w" fact="0.1108"/>
              <dgm:constr type="h" for="ch" forName="Child3" refType="h" fact="0.3124"/>
              <dgm:constr type="r" for="ch" forName="Accent2" refType="w" fact="0.8796"/>
              <dgm:constr type="t" for="ch" forName="Accent2" refType="h" fact="-0.0109"/>
              <dgm:constr type="w" for="ch" forName="Accent2" refType="w" fact="0.1679"/>
              <dgm:constr type="h" for="ch" forName="Accent2" refType="h" fact="0.806"/>
              <dgm:constr type="r" for="ch" forName="ParentBackground2" refType="w" fact="0.851"/>
              <dgm:constr type="t" for="ch" forName="ParentBackground2" refType="h" fact="0.1262"/>
              <dgm:constr type="w" for="ch" forName="ParentBackground2" refType="w" fact="0.1108"/>
              <dgm:constr type="h" for="ch" forName="ParentBackground2" refType="h" fact="0.5319"/>
              <dgm:constr type="r" for="ch" forName="Child2" refType="w" fact="0.851"/>
              <dgm:constr type="t" for="ch" forName="Child2" refType="h" fact="0.6876"/>
              <dgm:constr type="w" for="ch" forName="Child2" refType="w" fact="0.1108"/>
              <dgm:constr type="h" for="ch" forName="Child2" refType="h" fact="0.3124"/>
              <dgm:constr type="r" for="ch" forName="Accent1" refType="w" fact="1.0023"/>
              <dgm:constr type="t" for="ch" forName="Accent1" refType="h" fact="-0.0109"/>
              <dgm:constr type="w" for="ch" forName="Accent1" refType="w" fact="0.1679"/>
              <dgm:constr type="h" for="ch" forName="Accent1" refType="h" fact="0.806"/>
              <dgm:constr type="r" for="ch" forName="ParentBackground1" refType="w" fact="0.9737"/>
              <dgm:constr type="t" for="ch" forName="ParentBackground1" refType="h" fact="0.1262"/>
              <dgm:constr type="w" for="ch" forName="ParentBackground1" refType="w" fact="0.1108"/>
              <dgm:constr type="h" for="ch" forName="ParentBackground1" refType="h" fact="0.5319"/>
              <dgm:constr type="r" for="ch" forName="Child1" refType="w" fact="0.9737"/>
              <dgm:constr type="t" for="ch" forName="Child1" refType="h" fact="0.6876"/>
              <dgm:constr type="w" for="ch" forName="Child1" refType="w" fact="0.1108"/>
              <dgm:constr type="h" for="ch" forName="Child1" refType="h" fact="0.3124"/>
            </dgm:constrLst>
          </dgm:if>
          <dgm:if name="Name25" axis="ch" ptType="node" func="cnt" op="equ" val="9">
            <dgm:alg type="composite">
              <dgm:param type="ar" val="5.38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r" for="ch" forName="Parent9" refType="w" fact="0.0881"/>
              <dgm:constr type="t" for="ch" forName="Parent9" refType="h" fact="0.2022"/>
              <dgm:constr type="w" for="ch" forName="Parent9" refType="w" fact="0.0705"/>
              <dgm:constr type="h" for="ch" forName="Parent9" refType="h" fact="0.3799"/>
              <dgm:constr type="r" for="ch" forName="Parent8" refType="w" fact="0.1974"/>
              <dgm:constr type="t" for="ch" forName="Parent8" refType="h" fact="0.2022"/>
              <dgm:constr type="w" for="ch" forName="Parent8" refType="w" fact="0.0705"/>
              <dgm:constr type="h" for="ch" forName="Parent8" refType="h" fact="0.3799"/>
              <dgm:constr type="r" for="ch" forName="Parent7" refType="w" fact="0.3067"/>
              <dgm:constr type="t" for="ch" forName="Parent7" refType="h" fact="0.2022"/>
              <dgm:constr type="w" for="ch" forName="Parent7" refType="w" fact="0.0705"/>
              <dgm:constr type="h" for="ch" forName="Parent7" refType="h" fact="0.3799"/>
              <dgm:constr type="r" for="ch" forName="Parent6" refType="w" fact="0.416"/>
              <dgm:constr type="t" for="ch" forName="Parent6" refType="h" fact="0.2022"/>
              <dgm:constr type="w" for="ch" forName="Parent6" refType="w" fact="0.0705"/>
              <dgm:constr type="h" for="ch" forName="Parent6" refType="h" fact="0.3799"/>
              <dgm:constr type="r" for="ch" forName="Parent5" refType="w" fact="0.5253"/>
              <dgm:constr type="t" for="ch" forName="Parent5" refType="h" fact="0.2022"/>
              <dgm:constr type="w" for="ch" forName="Parent5" refType="w" fact="0.0705"/>
              <dgm:constr type="h" for="ch" forName="Parent5" refType="h" fact="0.3799"/>
              <dgm:constr type="r" for="ch" forName="Parent4" refType="w" fact="0.6346"/>
              <dgm:constr type="t" for="ch" forName="Parent4" refType="h" fact="0.2022"/>
              <dgm:constr type="w" for="ch" forName="Parent4" refType="w" fact="0.0705"/>
              <dgm:constr type="h" for="ch" forName="Parent4" refType="h" fact="0.3799"/>
              <dgm:constr type="r" for="ch" forName="Parent3" refType="w" fact="0.7439"/>
              <dgm:constr type="t" for="ch" forName="Parent3" refType="h" fact="0.2022"/>
              <dgm:constr type="w" for="ch" forName="Parent3" refType="w" fact="0.0705"/>
              <dgm:constr type="h" for="ch" forName="Parent3" refType="h" fact="0.3799"/>
              <dgm:constr type="r" for="ch" forName="Parent2" refType="w" fact="0.8532"/>
              <dgm:constr type="t" for="ch" forName="Parent2" refType="h" fact="0.2022"/>
              <dgm:constr type="w" for="ch" forName="Parent2" refType="w" fact="0.0705"/>
              <dgm:constr type="h" for="ch" forName="Parent2" refType="h" fact="0.3799"/>
              <dgm:constr type="r" for="ch" forName="Parent1" refType="w" fact="0.9625"/>
              <dgm:constr type="t" for="ch" forName="Parent1" refType="h" fact="0.2022"/>
              <dgm:constr type="w" for="ch" forName="Parent1" refType="w" fact="0.0705"/>
              <dgm:constr type="h" for="ch" forName="Parent1" refType="h" fact="0.3799"/>
              <dgm:constr type="r" for="ch" forName="Accent9" refType="w" fact="0.1058"/>
              <dgm:constr type="t" for="ch" forName="Accent9" refType="h" fact="0.1072"/>
              <dgm:constr type="w" for="ch" forName="Accent9" refType="w" fact="0.1058"/>
              <dgm:constr type="h" for="ch" forName="Accent9" refType="h" fact="0.5699"/>
              <dgm:constr type="r" for="ch" forName="ParentBackground9" refType="w" fact="0.1022"/>
              <dgm:constr type="t" for="ch" forName="ParentBackground9" refType="h" fact="0.1262"/>
              <dgm:constr type="w" for="ch" forName="ParentBackground9" refType="w" fact="0.0987"/>
              <dgm:constr type="h" for="ch" forName="ParentBackground9" refType="h" fact="0.5319"/>
              <dgm:constr type="r" for="ch" forName="Child9" refType="w" fact="0.1022"/>
              <dgm:constr type="t" for="ch" forName="Child9" refType="h" fact="0.6876"/>
              <dgm:constr type="w" for="ch" forName="Child9" refType="w" fact="0.0987"/>
              <dgm:constr type="h" for="ch" forName="Child9" refType="h" fact="0.3124"/>
              <dgm:constr type="r" for="ch" forName="Accent8" refType="w" fact="0.237"/>
              <dgm:constr type="t" for="ch" forName="Accent8" refType="h" fact="-0.0109"/>
              <dgm:constr type="w" for="ch" forName="Accent8" refType="w" fact="0.1496"/>
              <dgm:constr type="h" for="ch" forName="Accent8" refType="h" fact="0.806"/>
              <dgm:constr type="r" for="ch" forName="ParentBackground8" refType="w" fact="0.2115"/>
              <dgm:constr type="t" for="ch" forName="ParentBackground8" refType="h" fact="0.1262"/>
              <dgm:constr type="w" for="ch" forName="ParentBackground8" refType="w" fact="0.0987"/>
              <dgm:constr type="h" for="ch" forName="ParentBackground8" refType="h" fact="0.5319"/>
              <dgm:constr type="r" for="ch" forName="Child8" refType="w" fact="0.2115"/>
              <dgm:constr type="t" for="ch" forName="Child8" refType="h" fact="0.6876"/>
              <dgm:constr type="w" for="ch" forName="Child8" refType="w" fact="0.0987"/>
              <dgm:constr type="h" for="ch" forName="Child8" refType="h" fact="0.3124"/>
              <dgm:constr type="r" for="ch" forName="Accent7" refType="w" fact="0.3462"/>
              <dgm:constr type="t" for="ch" forName="Accent7" refType="h" fact="-0.0109"/>
              <dgm:constr type="w" for="ch" forName="Accent7" refType="w" fact="0.1496"/>
              <dgm:constr type="h" for="ch" forName="Accent7" refType="h" fact="0.806"/>
              <dgm:constr type="r" for="ch" forName="ParentBackground7" refType="w" fact="0.3208"/>
              <dgm:constr type="t" for="ch" forName="ParentBackground7" refType="h" fact="0.1262"/>
              <dgm:constr type="w" for="ch" forName="ParentBackground7" refType="w" fact="0.0987"/>
              <dgm:constr type="h" for="ch" forName="ParentBackground7" refType="h" fact="0.5319"/>
              <dgm:constr type="r" for="ch" forName="Child7" refType="w" fact="0.3208"/>
              <dgm:constr type="t" for="ch" forName="Child7" refType="h" fact="0.6876"/>
              <dgm:constr type="w" for="ch" forName="Child7" refType="w" fact="0.0987"/>
              <dgm:constr type="h" for="ch" forName="Child7" refType="h" fact="0.3124"/>
              <dgm:constr type="r" for="ch" forName="Accent6" refType="w" fact="0.4555"/>
              <dgm:constr type="t" for="ch" forName="Accent6" refType="h" fact="-0.0109"/>
              <dgm:constr type="w" for="ch" forName="Accent6" refType="w" fact="0.1496"/>
              <dgm:constr type="h" for="ch" forName="Accent6" refType="h" fact="0.806"/>
              <dgm:constr type="r" for="ch" forName="ParentBackground6" refType="w" fact="0.4301"/>
              <dgm:constr type="t" for="ch" forName="ParentBackground6" refType="h" fact="0.1262"/>
              <dgm:constr type="w" for="ch" forName="ParentBackground6" refType="w" fact="0.0987"/>
              <dgm:constr type="h" for="ch" forName="ParentBackground6" refType="h" fact="0.5319"/>
              <dgm:constr type="r" for="ch" forName="Child6" refType="w" fact="0.4301"/>
              <dgm:constr type="t" for="ch" forName="Child6" refType="h" fact="0.6876"/>
              <dgm:constr type="w" for="ch" forName="Child6" refType="w" fact="0.0987"/>
              <dgm:constr type="h" for="ch" forName="Child6" refType="h" fact="0.3124"/>
              <dgm:constr type="r" for="ch" forName="Accent5" refType="w" fact="0.5648"/>
              <dgm:constr type="t" for="ch" forName="Accent5" refType="h" fact="-0.0109"/>
              <dgm:constr type="w" for="ch" forName="Accent5" refType="w" fact="0.1496"/>
              <dgm:constr type="h" for="ch" forName="Accent5" refType="h" fact="0.806"/>
              <dgm:constr type="r" for="ch" forName="ParentBackground5" refType="w" fact="0.5394"/>
              <dgm:constr type="t" for="ch" forName="ParentBackground5" refType="h" fact="0.1262"/>
              <dgm:constr type="w" for="ch" forName="ParentBackground5" refType="w" fact="0.0987"/>
              <dgm:constr type="h" for="ch" forName="ParentBackground5" refType="h" fact="0.5319"/>
              <dgm:constr type="r" for="ch" forName="Child5" refType="w" fact="0.5394"/>
              <dgm:constr type="t" for="ch" forName="Child5" refType="h" fact="0.6876"/>
              <dgm:constr type="w" for="ch" forName="Child5" refType="w" fact="0.0987"/>
              <dgm:constr type="h" for="ch" forName="Child5" refType="h" fact="0.3124"/>
              <dgm:constr type="r" for="ch" forName="Accent4" refType="w" fact="0.6741"/>
              <dgm:constr type="t" for="ch" forName="Accent4" refType="h" fact="-0.0109"/>
              <dgm:constr type="w" for="ch" forName="Accent4" refType="w" fact="0.1496"/>
              <dgm:constr type="h" for="ch" forName="Accent4" refType="h" fact="0.806"/>
              <dgm:constr type="r" for="ch" forName="ParentBackground4" refType="w" fact="0.6487"/>
              <dgm:constr type="t" for="ch" forName="ParentBackground4" refType="h" fact="0.1262"/>
              <dgm:constr type="w" for="ch" forName="ParentBackground4" refType="w" fact="0.0987"/>
              <dgm:constr type="h" for="ch" forName="ParentBackground4" refType="h" fact="0.5319"/>
              <dgm:constr type="r" for="ch" forName="Child4" refType="w" fact="0.6487"/>
              <dgm:constr type="t" for="ch" forName="Child4" refType="h" fact="0.6876"/>
              <dgm:constr type="w" for="ch" forName="Child4" refType="w" fact="0.0987"/>
              <dgm:constr type="h" for="ch" forName="Child4" refType="h" fact="0.3124"/>
              <dgm:constr type="r" for="ch" forName="Accent3" refType="w" fact="0.7834"/>
              <dgm:constr type="t" for="ch" forName="Accent3" refType="h" fact="-0.0109"/>
              <dgm:constr type="w" for="ch" forName="Accent3" refType="w" fact="0.1496"/>
              <dgm:constr type="h" for="ch" forName="Accent3" refType="h" fact="0.806"/>
              <dgm:constr type="r" for="ch" forName="ParentBackground3" refType="w" fact="0.758"/>
              <dgm:constr type="t" for="ch" forName="ParentBackground3" refType="h" fact="0.1262"/>
              <dgm:constr type="w" for="ch" forName="ParentBackground3" refType="w" fact="0.0987"/>
              <dgm:constr type="h" for="ch" forName="ParentBackground3" refType="h" fact="0.5319"/>
              <dgm:constr type="r" for="ch" forName="Child3" refType="w" fact="0.758"/>
              <dgm:constr type="t" for="ch" forName="Child3" refType="h" fact="0.6876"/>
              <dgm:constr type="w" for="ch" forName="Child3" refType="w" fact="0.0987"/>
              <dgm:constr type="h" for="ch" forName="Child3" refType="h" fact="0.3124"/>
              <dgm:constr type="r" for="ch" forName="Accent2" refType="w" fact="0.8927"/>
              <dgm:constr type="t" for="ch" forName="Accent2" refType="h" fact="-0.0109"/>
              <dgm:constr type="w" for="ch" forName="Accent2" refType="w" fact="0.1496"/>
              <dgm:constr type="h" for="ch" forName="Accent2" refType="h" fact="0.806"/>
              <dgm:constr type="r" for="ch" forName="ParentBackground2" refType="w" fact="0.8673"/>
              <dgm:constr type="t" for="ch" forName="ParentBackground2" refType="h" fact="0.1262"/>
              <dgm:constr type="w" for="ch" forName="ParentBackground2" refType="w" fact="0.0987"/>
              <dgm:constr type="h" for="ch" forName="ParentBackground2" refType="h" fact="0.5319"/>
              <dgm:constr type="r" for="ch" forName="Child2" refType="w" fact="0.8673"/>
              <dgm:constr type="t" for="ch" forName="Child2" refType="h" fact="0.6876"/>
              <dgm:constr type="w" for="ch" forName="Child2" refType="w" fact="0.0987"/>
              <dgm:constr type="h" for="ch" forName="Child2" refType="h" fact="0.3124"/>
              <dgm:constr type="r" for="ch" forName="Accent1" refType="w" fact="1.002"/>
              <dgm:constr type="t" for="ch" forName="Accent1" refType="h" fact="-0.0109"/>
              <dgm:constr type="w" for="ch" forName="Accent1" refType="w" fact="0.1496"/>
              <dgm:constr type="h" for="ch" forName="Accent1" refType="h" fact="0.806"/>
              <dgm:constr type="r" for="ch" forName="ParentBackground1" refType="w" fact="0.9765"/>
              <dgm:constr type="t" for="ch" forName="ParentBackground1" refType="h" fact="0.1262"/>
              <dgm:constr type="w" for="ch" forName="ParentBackground1" refType="w" fact="0.0987"/>
              <dgm:constr type="h" for="ch" forName="ParentBackground1" refType="h" fact="0.5319"/>
              <dgm:constr type="r" for="ch" forName="Child1" refType="w" fact="0.9765"/>
              <dgm:constr type="t" for="ch" forName="Child1" refType="h" fact="0.6876"/>
              <dgm:constr type="w" for="ch" forName="Child1" refType="w" fact="0.0987"/>
              <dgm:constr type="h" for="ch" forName="Child1" refType="h" fact="0.3124"/>
            </dgm:constrLst>
          </dgm:if>
          <dgm:if name="Name26" axis="ch" ptType="node" func="cnt" op="equ" val="10">
            <dgm:alg type="composite">
              <dgm:param type="ar" val="5.976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7"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r" for="ch" forName="Parent10" refType="w" fact="0.0795"/>
              <dgm:constr type="t" for="ch" forName="Parent10" refType="h" fact="0.2022"/>
              <dgm:constr type="w" for="ch" forName="Parent10" refType="w" fact="0.0636"/>
              <dgm:constr type="h" for="ch" forName="Parent10" refType="h" fact="0.3799"/>
              <dgm:constr type="r" for="ch" forName="Parent9" refType="w" fact="0.178"/>
              <dgm:constr type="t" for="ch" forName="Parent9" refType="h" fact="0.2022"/>
              <dgm:constr type="w" for="ch" forName="Parent9" refType="w" fact="0.0636"/>
              <dgm:constr type="h" for="ch" forName="Parent9" refType="h" fact="0.3799"/>
              <dgm:constr type="r" for="ch" forName="Parent8" refType="w" fact="0.2765"/>
              <dgm:constr type="t" for="ch" forName="Parent8" refType="h" fact="0.2022"/>
              <dgm:constr type="w" for="ch" forName="Parent8" refType="w" fact="0.0636"/>
              <dgm:constr type="h" for="ch" forName="Parent8" refType="h" fact="0.3799"/>
              <dgm:constr type="r" for="ch" forName="Parent7" refType="w" fact="0.375"/>
              <dgm:constr type="t" for="ch" forName="Parent7" refType="h" fact="0.2022"/>
              <dgm:constr type="w" for="ch" forName="Parent7" refType="w" fact="0.0636"/>
              <dgm:constr type="h" for="ch" forName="Parent7" refType="h" fact="0.3799"/>
              <dgm:constr type="r" for="ch" forName="Parent6" refType="w" fact="0.4736"/>
              <dgm:constr type="t" for="ch" forName="Parent6" refType="h" fact="0.2022"/>
              <dgm:constr type="w" for="ch" forName="Parent6" refType="w" fact="0.0636"/>
              <dgm:constr type="h" for="ch" forName="Parent6" refType="h" fact="0.3799"/>
              <dgm:constr type="r" for="ch" forName="Parent5" refType="w" fact="0.5721"/>
              <dgm:constr type="t" for="ch" forName="Parent5" refType="h" fact="0.2022"/>
              <dgm:constr type="w" for="ch" forName="Parent5" refType="w" fact="0.0636"/>
              <dgm:constr type="h" for="ch" forName="Parent5" refType="h" fact="0.3799"/>
              <dgm:constr type="r" for="ch" forName="Parent4" refType="w" fact="0.6706"/>
              <dgm:constr type="t" for="ch" forName="Parent4" refType="h" fact="0.2022"/>
              <dgm:constr type="w" for="ch" forName="Parent4" refType="w" fact="0.0636"/>
              <dgm:constr type="h" for="ch" forName="Parent4" refType="h" fact="0.3799"/>
              <dgm:constr type="r" for="ch" forName="Parent3" refType="w" fact="0.7691"/>
              <dgm:constr type="t" for="ch" forName="Parent3" refType="h" fact="0.2022"/>
              <dgm:constr type="w" for="ch" forName="Parent3" refType="w" fact="0.0636"/>
              <dgm:constr type="h" for="ch" forName="Parent3" refType="h" fact="0.3799"/>
              <dgm:constr type="r" for="ch" forName="Parent2" refType="w" fact="0.8676"/>
              <dgm:constr type="t" for="ch" forName="Parent2" refType="h" fact="0.2022"/>
              <dgm:constr type="w" for="ch" forName="Parent2" refType="w" fact="0.0636"/>
              <dgm:constr type="h" for="ch" forName="Parent2" refType="h" fact="0.3799"/>
              <dgm:constr type="r" for="ch" forName="Parent1" refType="w" fact="0.9662"/>
              <dgm:constr type="t" for="ch" forName="Parent1" refType="h" fact="0.2022"/>
              <dgm:constr type="w" for="ch" forName="Parent1" refType="w" fact="0.0636"/>
              <dgm:constr type="h" for="ch" forName="Parent1" refType="h" fact="0.3799"/>
              <dgm:constr type="r" for="ch" forName="Accent10" refType="w" fact="0.0953"/>
              <dgm:constr type="t" for="ch" forName="Accent10" refType="h" fact="0.1072"/>
              <dgm:constr type="w" for="ch" forName="Accent10" refType="w" fact="0.0953"/>
              <dgm:constr type="h" for="ch" forName="Accent10" refType="h" fact="0.5699"/>
              <dgm:constr type="r" for="ch" forName="ParentBackground10" refType="w" fact="0.0922"/>
              <dgm:constr type="t" for="ch" forName="ParentBackground10" refType="h" fact="0.1262"/>
              <dgm:constr type="w" for="ch" forName="ParentBackground10" refType="w" fact="0.089"/>
              <dgm:constr type="h" for="ch" forName="ParentBackground10" refType="h" fact="0.5319"/>
              <dgm:constr type="r" for="ch" forName="Child10" refType="w" fact="0.0922"/>
              <dgm:constr type="t" for="ch" forName="Child10" refType="h" fact="0.6876"/>
              <dgm:constr type="w" for="ch" forName="Child10" refType="w" fact="0.089"/>
              <dgm:constr type="h" for="ch" forName="Child10" refType="h" fact="0.3124"/>
              <dgm:constr type="r" for="ch" forName="Accent9" refType="w" fact="0.2136"/>
              <dgm:constr type="t" for="ch" forName="Accent9" refType="h" fact="-0.0109"/>
              <dgm:constr type="w" for="ch" forName="Accent9" refType="w" fact="0.1348"/>
              <dgm:constr type="h" for="ch" forName="Accent9" refType="h" fact="0.806"/>
              <dgm:constr type="r" for="ch" forName="ParentBackground9" refType="w" fact="0.1907"/>
              <dgm:constr type="t" for="ch" forName="ParentBackground9" refType="h" fact="0.1262"/>
              <dgm:constr type="w" for="ch" forName="ParentBackground9" refType="w" fact="0.089"/>
              <dgm:constr type="h" for="ch" forName="ParentBackground9" refType="h" fact="0.5319"/>
              <dgm:constr type="r" for="ch" forName="Child9" refType="w" fact="0.1907"/>
              <dgm:constr type="t" for="ch" forName="Child9" refType="h" fact="0.6876"/>
              <dgm:constr type="w" for="ch" forName="Child9" refType="w" fact="0.089"/>
              <dgm:constr type="h" for="ch" forName="Child9" refType="h" fact="0.3124"/>
              <dgm:constr type="r" for="ch" forName="Accent8" refType="w" fact="0.3121"/>
              <dgm:constr type="t" for="ch" forName="Accent8" refType="h" fact="-0.0109"/>
              <dgm:constr type="w" for="ch" forName="Accent8" refType="w" fact="0.1348"/>
              <dgm:constr type="h" for="ch" forName="Accent8" refType="h" fact="0.806"/>
              <dgm:constr type="r" for="ch" forName="ParentBackground8" refType="w" fact="0.2892"/>
              <dgm:constr type="t" for="ch" forName="ParentBackground8" refType="h" fact="0.1262"/>
              <dgm:constr type="w" for="ch" forName="ParentBackground8" refType="w" fact="0.089"/>
              <dgm:constr type="h" for="ch" forName="ParentBackground8" refType="h" fact="0.5319"/>
              <dgm:constr type="r" for="ch" forName="Child8" refType="w" fact="0.2892"/>
              <dgm:constr type="t" for="ch" forName="Child8" refType="h" fact="0.6876"/>
              <dgm:constr type="w" for="ch" forName="Child8" refType="w" fact="0.089"/>
              <dgm:constr type="h" for="ch" forName="Child8" refType="h" fact="0.3124"/>
              <dgm:constr type="r" for="ch" forName="Accent7" refType="w" fact="0.4107"/>
              <dgm:constr type="t" for="ch" forName="Accent7" refType="h" fact="-0.0109"/>
              <dgm:constr type="w" for="ch" forName="Accent7" refType="w" fact="0.1348"/>
              <dgm:constr type="h" for="ch" forName="Accent7" refType="h" fact="0.806"/>
              <dgm:constr type="r" for="ch" forName="ParentBackground7" refType="w" fact="0.3877"/>
              <dgm:constr type="t" for="ch" forName="ParentBackground7" refType="h" fact="0.1262"/>
              <dgm:constr type="w" for="ch" forName="ParentBackground7" refType="w" fact="0.089"/>
              <dgm:constr type="h" for="ch" forName="ParentBackground7" refType="h" fact="0.5319"/>
              <dgm:constr type="r" for="ch" forName="Child7" refType="w" fact="0.3877"/>
              <dgm:constr type="t" for="ch" forName="Child7" refType="h" fact="0.6876"/>
              <dgm:constr type="w" for="ch" forName="Child7" refType="w" fact="0.089"/>
              <dgm:constr type="h" for="ch" forName="Child7" refType="h" fact="0.3124"/>
              <dgm:constr type="r" for="ch" forName="Accent6" refType="w" fact="0.5092"/>
              <dgm:constr type="t" for="ch" forName="Accent6" refType="h" fact="-0.0109"/>
              <dgm:constr type="w" for="ch" forName="Accent6" refType="w" fact="0.1348"/>
              <dgm:constr type="h" for="ch" forName="Accent6" refType="h" fact="0.806"/>
              <dgm:constr type="r" for="ch" forName="ParentBackground6" refType="w" fact="0.4863"/>
              <dgm:constr type="t" for="ch" forName="ParentBackground6" refType="h" fact="0.1262"/>
              <dgm:constr type="w" for="ch" forName="ParentBackground6" refType="w" fact="0.089"/>
              <dgm:constr type="h" for="ch" forName="ParentBackground6" refType="h" fact="0.5319"/>
              <dgm:constr type="r" for="ch" forName="Child6" refType="w" fact="0.4863"/>
              <dgm:constr type="t" for="ch" forName="Child6" refType="h" fact="0.6876"/>
              <dgm:constr type="w" for="ch" forName="Child6" refType="w" fact="0.089"/>
              <dgm:constr type="h" for="ch" forName="Child6" refType="h" fact="0.3124"/>
              <dgm:constr type="r" for="ch" forName="Accent5" refType="w" fact="0.6077"/>
              <dgm:constr type="t" for="ch" forName="Accent5" refType="h" fact="-0.0109"/>
              <dgm:constr type="w" for="ch" forName="Accent5" refType="w" fact="0.1348"/>
              <dgm:constr type="h" for="ch" forName="Accent5" refType="h" fact="0.806"/>
              <dgm:constr type="r" for="ch" forName="ParentBackground5" refType="w" fact="0.5848"/>
              <dgm:constr type="t" for="ch" forName="ParentBackground5" refType="h" fact="0.1262"/>
              <dgm:constr type="w" for="ch" forName="ParentBackground5" refType="w" fact="0.089"/>
              <dgm:constr type="h" for="ch" forName="ParentBackground5" refType="h" fact="0.5319"/>
              <dgm:constr type="r" for="ch" forName="Child5" refType="w" fact="0.5848"/>
              <dgm:constr type="t" for="ch" forName="Child5" refType="h" fact="0.6876"/>
              <dgm:constr type="w" for="ch" forName="Child5" refType="w" fact="0.089"/>
              <dgm:constr type="h" for="ch" forName="Child5" refType="h" fact="0.3124"/>
              <dgm:constr type="r" for="ch" forName="Accent4" refType="w" fact="0.7062"/>
              <dgm:constr type="t" for="ch" forName="Accent4" refType="h" fact="-0.0109"/>
              <dgm:constr type="w" for="ch" forName="Accent4" refType="w" fact="0.1348"/>
              <dgm:constr type="h" for="ch" forName="Accent4" refType="h" fact="0.806"/>
              <dgm:constr type="r" for="ch" forName="ParentBackground4" refType="w" fact="0.6833"/>
              <dgm:constr type="t" for="ch" forName="ParentBackground4" refType="h" fact="0.1262"/>
              <dgm:constr type="w" for="ch" forName="ParentBackground4" refType="w" fact="0.089"/>
              <dgm:constr type="h" for="ch" forName="ParentBackground4" refType="h" fact="0.5319"/>
              <dgm:constr type="r" for="ch" forName="Child4" refType="w" fact="0.6833"/>
              <dgm:constr type="t" for="ch" forName="Child4" refType="h" fact="0.6876"/>
              <dgm:constr type="w" for="ch" forName="Child4" refType="w" fact="0.089"/>
              <dgm:constr type="h" for="ch" forName="Child4" refType="h" fact="0.3124"/>
              <dgm:constr type="r" for="ch" forName="Accent3" refType="w" fact="0.8048"/>
              <dgm:constr type="t" for="ch" forName="Accent3" refType="h" fact="-0.0109"/>
              <dgm:constr type="w" for="ch" forName="Accent3" refType="w" fact="0.1348"/>
              <dgm:constr type="h" for="ch" forName="Accent3" refType="h" fact="0.806"/>
              <dgm:constr type="r" for="ch" forName="ParentBackground3" refType="w" fact="0.7818"/>
              <dgm:constr type="t" for="ch" forName="ParentBackground3" refType="h" fact="0.1262"/>
              <dgm:constr type="w" for="ch" forName="ParentBackground3" refType="w" fact="0.089"/>
              <dgm:constr type="h" for="ch" forName="ParentBackground3" refType="h" fact="0.5319"/>
              <dgm:constr type="r" for="ch" forName="Child3" refType="w" fact="0.7818"/>
              <dgm:constr type="t" for="ch" forName="Child3" refType="h" fact="0.6876"/>
              <dgm:constr type="w" for="ch" forName="Child3" refType="w" fact="0.089"/>
              <dgm:constr type="h" for="ch" forName="Child3" refType="h" fact="0.3124"/>
              <dgm:constr type="r" for="ch" forName="Accent2" refType="w" fact="0.9033"/>
              <dgm:constr type="t" for="ch" forName="Accent2" refType="h" fact="-0.0109"/>
              <dgm:constr type="w" for="ch" forName="Accent2" refType="w" fact="0.1348"/>
              <dgm:constr type="h" for="ch" forName="Accent2" refType="h" fact="0.806"/>
              <dgm:constr type="r" for="ch" forName="ParentBackground2" refType="w" fact="0.8804"/>
              <dgm:constr type="t" for="ch" forName="ParentBackground2" refType="h" fact="0.1262"/>
              <dgm:constr type="w" for="ch" forName="ParentBackground2" refType="w" fact="0.089"/>
              <dgm:constr type="h" for="ch" forName="ParentBackground2" refType="h" fact="0.5319"/>
              <dgm:constr type="r" for="ch" forName="Child2" refType="w" fact="0.8804"/>
              <dgm:constr type="t" for="ch" forName="Child2" refType="h" fact="0.6876"/>
              <dgm:constr type="w" for="ch" forName="Child2" refType="w" fact="0.089"/>
              <dgm:constr type="h" for="ch" forName="Child2" refType="h" fact="0.3124"/>
              <dgm:constr type="r" for="ch" forName="Accent1" refType="w" fact="1.0018"/>
              <dgm:constr type="t" for="ch" forName="Accent1" refType="h" fact="-0.0109"/>
              <dgm:constr type="w" for="ch" forName="Accent1" refType="w" fact="0.1348"/>
              <dgm:constr type="h" for="ch" forName="Accent1" refType="h" fact="0.806"/>
              <dgm:constr type="r" for="ch" forName="ParentBackground1" refType="w" fact="0.9789"/>
              <dgm:constr type="t" for="ch" forName="ParentBackground1" refType="h" fact="0.1262"/>
              <dgm:constr type="w" for="ch" forName="ParentBackground1" refType="w" fact="0.089"/>
              <dgm:constr type="h" for="ch" forName="ParentBackground1" refType="h" fact="0.5319"/>
              <dgm:constr type="r" for="ch" forName="Child1" refType="w" fact="0.9789"/>
              <dgm:constr type="t" for="ch" forName="Child1" refType="h" fact="0.6876"/>
              <dgm:constr type="w" for="ch" forName="Child1" refType="w" fact="0.089"/>
              <dgm:constr type="h" for="ch" forName="Child1" refType="h" fact="0.3124"/>
            </dgm:constrLst>
          </dgm:if>
          <dgm:else name="Name27">
            <dgm:alg type="composite">
              <dgm:param type="ar" val="6.565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1"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1"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1"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1"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1"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6" op="lte"/>
              <dgm:constr type="primFontSz" for="des" forName="Child11"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1"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1"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1"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Child11" refType="primFontSz" refFor="des" refForName="Parent10" op="lte"/>
              <dgm:constr type="primFontSz" for="des" forName="Child1" refType="primFontSz" refFor="des" refForName="Parent11" op="lte"/>
              <dgm:constr type="primFontSz" for="des" forName="Child2" refType="primFontSz" refFor="des" refForName="Parent11" op="lte"/>
              <dgm:constr type="primFontSz" for="des" forName="Child3" refType="primFontSz" refFor="des" refForName="Parent11" op="lte"/>
              <dgm:constr type="primFontSz" for="des" forName="Child4" refType="primFontSz" refFor="des" refForName="Parent11" op="lte"/>
              <dgm:constr type="primFontSz" for="des" forName="Child5" refType="primFontSz" refFor="des" refForName="Parent11" op="lte"/>
              <dgm:constr type="primFontSz" for="des" forName="Child6" refType="primFontSz" refFor="des" refForName="Parent11" op="lte"/>
              <dgm:constr type="primFontSz" for="des" forName="Child7" refType="primFontSz" refFor="des" refForName="Parent11" op="lte"/>
              <dgm:constr type="primFontSz" for="des" forName="Child8" refType="primFontSz" refFor="des" refForName="Parent11" op="lte"/>
              <dgm:constr type="primFontSz" for="des" forName="Child9" refType="primFontSz" refFor="des" refForName="Parent11" op="lte"/>
              <dgm:constr type="primFontSz" for="des" forName="Child10" refType="primFontSz" refFor="des" refForName="Parent11" op="lte"/>
              <dgm:constr type="primFontSz" for="des" forName="Child11" refType="primFontSz" refFor="des" refForName="Parent11"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Parent11"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primFontSz" for="des" forName="Child11" refType="primFontSz" refFor="des" refForName="Child1" op="equ"/>
              <dgm:constr type="r" for="ch" forName="Parent11" refType="w" fact="0.0723"/>
              <dgm:constr type="t" for="ch" forName="Parent11" refType="h" fact="0.2022"/>
              <dgm:constr type="w" for="ch" forName="Parent11" refType="w" fact="0.0579"/>
              <dgm:constr type="h" for="ch" forName="Parent11" refType="h" fact="0.3799"/>
              <dgm:constr type="r" for="ch" forName="Parent10" refType="w" fact="0.162"/>
              <dgm:constr type="t" for="ch" forName="Parent10" refType="h" fact="0.2022"/>
              <dgm:constr type="w" for="ch" forName="Parent10" refType="w" fact="0.0579"/>
              <dgm:constr type="h" for="ch" forName="Parent10" refType="h" fact="0.3799"/>
              <dgm:constr type="r" for="ch" forName="Parent9" refType="w" fact="0.2517"/>
              <dgm:constr type="t" for="ch" forName="Parent9" refType="h" fact="0.2022"/>
              <dgm:constr type="w" for="ch" forName="Parent9" refType="w" fact="0.0579"/>
              <dgm:constr type="h" for="ch" forName="Parent9" refType="h" fact="0.3799"/>
              <dgm:constr type="r" for="ch" forName="Parent8" refType="w" fact="0.3414"/>
              <dgm:constr type="t" for="ch" forName="Parent8" refType="h" fact="0.2022"/>
              <dgm:constr type="w" for="ch" forName="Parent8" refType="w" fact="0.0579"/>
              <dgm:constr type="h" for="ch" forName="Parent8" refType="h" fact="0.3799"/>
              <dgm:constr type="r" for="ch" forName="Parent7" refType="w" fact="0.4311"/>
              <dgm:constr type="t" for="ch" forName="Parent7" refType="h" fact="0.2022"/>
              <dgm:constr type="w" for="ch" forName="Parent7" refType="w" fact="0.0579"/>
              <dgm:constr type="h" for="ch" forName="Parent7" refType="h" fact="0.3799"/>
              <dgm:constr type="r" for="ch" forName="Parent6" refType="w" fact="0.5208"/>
              <dgm:constr type="t" for="ch" forName="Parent6" refType="h" fact="0.2022"/>
              <dgm:constr type="w" for="ch" forName="Parent6" refType="w" fact="0.0579"/>
              <dgm:constr type="h" for="ch" forName="Parent6" refType="h" fact="0.3799"/>
              <dgm:constr type="r" for="ch" forName="Parent5" refType="w" fact="0.6105"/>
              <dgm:constr type="t" for="ch" forName="Parent5" refType="h" fact="0.2022"/>
              <dgm:constr type="w" for="ch" forName="Parent5" refType="w" fact="0.0579"/>
              <dgm:constr type="h" for="ch" forName="Parent5" refType="h" fact="0.3799"/>
              <dgm:constr type="r" for="ch" forName="Parent4" refType="w" fact="0.7001"/>
              <dgm:constr type="t" for="ch" forName="Parent4" refType="h" fact="0.2022"/>
              <dgm:constr type="w" for="ch" forName="Parent4" refType="w" fact="0.0579"/>
              <dgm:constr type="h" for="ch" forName="Parent4" refType="h" fact="0.3799"/>
              <dgm:constr type="r" for="ch" forName="Parent3" refType="w" fact="0.7898"/>
              <dgm:constr type="t" for="ch" forName="Parent3" refType="h" fact="0.2022"/>
              <dgm:constr type="w" for="ch" forName="Parent3" refType="w" fact="0.0579"/>
              <dgm:constr type="h" for="ch" forName="Parent3" refType="h" fact="0.3799"/>
              <dgm:constr type="r" for="ch" forName="Parent2" refType="w" fact="0.8795"/>
              <dgm:constr type="t" for="ch" forName="Parent2" refType="h" fact="0.2022"/>
              <dgm:constr type="w" for="ch" forName="Parent2" refType="w" fact="0.0579"/>
              <dgm:constr type="h" for="ch" forName="Parent2" refType="h" fact="0.3799"/>
              <dgm:constr type="r" for="ch" forName="Parent1" refType="w" fact="0.9692"/>
              <dgm:constr type="t" for="ch" forName="Parent1" refType="h" fact="0.2022"/>
              <dgm:constr type="w" for="ch" forName="Parent1" refType="w" fact="0.0579"/>
              <dgm:constr type="h" for="ch" forName="Parent1" refType="h" fact="0.3799"/>
              <dgm:constr type="r" for="ch" forName="Accent11" refType="w" fact="0.0868"/>
              <dgm:constr type="t" for="ch" forName="Accent11" refType="h" fact="0.1072"/>
              <dgm:constr type="w" for="ch" forName="Accent11" refType="w" fact="0.0868"/>
              <dgm:constr type="h" for="ch" forName="Accent11" refType="h" fact="0.5699"/>
              <dgm:constr type="r" for="ch" forName="ParentBackground11" refType="w" fact="0.0839"/>
              <dgm:constr type="t" for="ch" forName="ParentBackground11" refType="h" fact="0.1262"/>
              <dgm:constr type="w" for="ch" forName="ParentBackground11" refType="w" fact="0.081"/>
              <dgm:constr type="h" for="ch" forName="ParentBackground11" refType="h" fact="0.5319"/>
              <dgm:constr type="r" for="ch" forName="Child11" refType="w" fact="0.0839"/>
              <dgm:constr type="t" for="ch" forName="Child11" refType="h" fact="0.6876"/>
              <dgm:constr type="w" for="ch" forName="Child11" refType="w" fact="0.081"/>
              <dgm:constr type="h" for="ch" forName="Child11" refType="h" fact="0.3124"/>
              <dgm:constr type="r" for="ch" forName="Accent10" refType="w" fact="0.1945"/>
              <dgm:constr type="t" for="ch" forName="Accent10" refType="h" fact="-0.0109"/>
              <dgm:constr type="w" for="ch" forName="Accent10" refType="w" fact="0.1228"/>
              <dgm:constr type="h" for="ch" forName="Accent10" refType="h" fact="0.806"/>
              <dgm:constr type="r" for="ch" forName="ParentBackground10" refType="w" fact="0.1736"/>
              <dgm:constr type="t" for="ch" forName="ParentBackground10" refType="h" fact="0.1262"/>
              <dgm:constr type="w" for="ch" forName="ParentBackground10" refType="w" fact="0.081"/>
              <dgm:constr type="h" for="ch" forName="ParentBackground10" refType="h" fact="0.5319"/>
              <dgm:constr type="r" for="ch" forName="Child10" refType="w" fact="0.1736"/>
              <dgm:constr type="t" for="ch" forName="Child10" refType="h" fact="0.6876"/>
              <dgm:constr type="w" for="ch" forName="Child10" refType="w" fact="0.081"/>
              <dgm:constr type="h" for="ch" forName="Child10" refType="h" fact="0.3124"/>
              <dgm:constr type="r" for="ch" forName="Accent9" refType="w" fact="0.2842"/>
              <dgm:constr type="t" for="ch" forName="Accent9" refType="h" fact="-0.0109"/>
              <dgm:constr type="w" for="ch" forName="Accent9" refType="w" fact="0.1228"/>
              <dgm:constr type="h" for="ch" forName="Accent9" refType="h" fact="0.806"/>
              <dgm:constr type="r" for="ch" forName="ParentBackground9" refType="w" fact="0.2633"/>
              <dgm:constr type="t" for="ch" forName="ParentBackground9" refType="h" fact="0.1262"/>
              <dgm:constr type="w" for="ch" forName="ParentBackground9" refType="w" fact="0.081"/>
              <dgm:constr type="h" for="ch" forName="ParentBackground9" refType="h" fact="0.5319"/>
              <dgm:constr type="r" for="ch" forName="Child9" refType="w" fact="0.2633"/>
              <dgm:constr type="t" for="ch" forName="Child9" refType="h" fact="0.6876"/>
              <dgm:constr type="w" for="ch" forName="Child9" refType="w" fact="0.081"/>
              <dgm:constr type="h" for="ch" forName="Child9" refType="h" fact="0.3124"/>
              <dgm:constr type="r" for="ch" forName="Accent8" refType="w" fact="0.3739"/>
              <dgm:constr type="t" for="ch" forName="Accent8" refType="h" fact="-0.0109"/>
              <dgm:constr type="w" for="ch" forName="Accent8" refType="w" fact="0.1228"/>
              <dgm:constr type="h" for="ch" forName="Accent8" refType="h" fact="0.806"/>
              <dgm:constr type="r" for="ch" forName="ParentBackground8" refType="w" fact="0.353"/>
              <dgm:constr type="t" for="ch" forName="ParentBackground8" refType="h" fact="0.1262"/>
              <dgm:constr type="w" for="ch" forName="ParentBackground8" refType="w" fact="0.081"/>
              <dgm:constr type="h" for="ch" forName="ParentBackground8" refType="h" fact="0.5319"/>
              <dgm:constr type="r" for="ch" forName="Child8" refType="w" fact="0.353"/>
              <dgm:constr type="t" for="ch" forName="Child8" refType="h" fact="0.6876"/>
              <dgm:constr type="w" for="ch" forName="Child8" refType="w" fact="0.081"/>
              <dgm:constr type="h" for="ch" forName="Child8" refType="h" fact="0.3124"/>
              <dgm:constr type="r" for="ch" forName="Accent7" refType="w" fact="0.4636"/>
              <dgm:constr type="t" for="ch" forName="Accent7" refType="h" fact="-0.0109"/>
              <dgm:constr type="w" for="ch" forName="Accent7" refType="w" fact="0.1228"/>
              <dgm:constr type="h" for="ch" forName="Accent7" refType="h" fact="0.806"/>
              <dgm:constr type="r" for="ch" forName="ParentBackground7" refType="w" fact="0.4427"/>
              <dgm:constr type="t" for="ch" forName="ParentBackground7" refType="h" fact="0.1262"/>
              <dgm:constr type="w" for="ch" forName="ParentBackground7" refType="w" fact="0.081"/>
              <dgm:constr type="h" for="ch" forName="ParentBackground7" refType="h" fact="0.5319"/>
              <dgm:constr type="r" for="ch" forName="Child7" refType="w" fact="0.4427"/>
              <dgm:constr type="t" for="ch" forName="Child7" refType="h" fact="0.6876"/>
              <dgm:constr type="w" for="ch" forName="Child7" refType="w" fact="0.081"/>
              <dgm:constr type="h" for="ch" forName="Child7" refType="h" fact="0.3124"/>
              <dgm:constr type="r" for="ch" forName="Accent6" refType="w" fact="0.5533"/>
              <dgm:constr type="t" for="ch" forName="Accent6" refType="h" fact="-0.0109"/>
              <dgm:constr type="w" for="ch" forName="Accent6" refType="w" fact="0.1228"/>
              <dgm:constr type="h" for="ch" forName="Accent6" refType="h" fact="0.806"/>
              <dgm:constr type="r" for="ch" forName="ParentBackground6" refType="w" fact="0.5323"/>
              <dgm:constr type="t" for="ch" forName="ParentBackground6" refType="h" fact="0.1262"/>
              <dgm:constr type="w" for="ch" forName="ParentBackground6" refType="w" fact="0.081"/>
              <dgm:constr type="h" for="ch" forName="ParentBackground6" refType="h" fact="0.5319"/>
              <dgm:constr type="r" for="ch" forName="Child6" refType="w" fact="0.5323"/>
              <dgm:constr type="t" for="ch" forName="Child6" refType="h" fact="0.6876"/>
              <dgm:constr type="w" for="ch" forName="Child6" refType="w" fact="0.081"/>
              <dgm:constr type="h" for="ch" forName="Child6" refType="h" fact="0.3124"/>
              <dgm:constr type="r" for="ch" forName="Accent5" refType="w" fact="0.6429"/>
              <dgm:constr type="t" for="ch" forName="Accent5" refType="h" fact="-0.0109"/>
              <dgm:constr type="w" for="ch" forName="Accent5" refType="w" fact="0.1228"/>
              <dgm:constr type="h" for="ch" forName="Accent5" refType="h" fact="0.806"/>
              <dgm:constr type="r" for="ch" forName="ParentBackground5" refType="w" fact="0.622"/>
              <dgm:constr type="t" for="ch" forName="ParentBackground5" refType="h" fact="0.1262"/>
              <dgm:constr type="w" for="ch" forName="ParentBackground5" refType="w" fact="0.081"/>
              <dgm:constr type="h" for="ch" forName="ParentBackground5" refType="h" fact="0.5319"/>
              <dgm:constr type="r" for="ch" forName="Child5" refType="w" fact="0.622"/>
              <dgm:constr type="t" for="ch" forName="Child5" refType="h" fact="0.6876"/>
              <dgm:constr type="w" for="ch" forName="Child5" refType="w" fact="0.081"/>
              <dgm:constr type="h" for="ch" forName="Child5" refType="h" fact="0.3124"/>
              <dgm:constr type="r" for="ch" forName="Accent4" refType="w" fact="0.7326"/>
              <dgm:constr type="t" for="ch" forName="Accent4" refType="h" fact="-0.0109"/>
              <dgm:constr type="w" for="ch" forName="Accent4" refType="w" fact="0.1228"/>
              <dgm:constr type="h" for="ch" forName="Accent4" refType="h" fact="0.806"/>
              <dgm:constr type="r" for="ch" forName="ParentBackground4" refType="w" fact="0.7117"/>
              <dgm:constr type="t" for="ch" forName="ParentBackground4" refType="h" fact="0.1262"/>
              <dgm:constr type="w" for="ch" forName="ParentBackground4" refType="w" fact="0.081"/>
              <dgm:constr type="h" for="ch" forName="ParentBackground4" refType="h" fact="0.5319"/>
              <dgm:constr type="r" for="ch" forName="Child4" refType="w" fact="0.7117"/>
              <dgm:constr type="t" for="ch" forName="Child4" refType="h" fact="0.6876"/>
              <dgm:constr type="w" for="ch" forName="Child4" refType="w" fact="0.081"/>
              <dgm:constr type="h" for="ch" forName="Child4" refType="h" fact="0.3124"/>
              <dgm:constr type="r" for="ch" forName="Accent3" refType="w" fact="0.8223"/>
              <dgm:constr type="t" for="ch" forName="Accent3" refType="h" fact="-0.0109"/>
              <dgm:constr type="w" for="ch" forName="Accent3" refType="w" fact="0.1228"/>
              <dgm:constr type="h" for="ch" forName="Accent3" refType="h" fact="0.806"/>
              <dgm:constr type="r" for="ch" forName="ParentBackground3" refType="w" fact="0.8014"/>
              <dgm:constr type="t" for="ch" forName="ParentBackground3" refType="h" fact="0.1262"/>
              <dgm:constr type="w" for="ch" forName="ParentBackground3" refType="w" fact="0.081"/>
              <dgm:constr type="h" for="ch" forName="ParentBackground3" refType="h" fact="0.5319"/>
              <dgm:constr type="r" for="ch" forName="Child3" refType="w" fact="0.8014"/>
              <dgm:constr type="t" for="ch" forName="Child3" refType="h" fact="0.6876"/>
              <dgm:constr type="w" for="ch" forName="Child3" refType="w" fact="0.081"/>
              <dgm:constr type="h" for="ch" forName="Child3" refType="h" fact="0.3124"/>
              <dgm:constr type="r" for="ch" forName="Accent2" refType="w" fact="0.912"/>
              <dgm:constr type="t" for="ch" forName="Accent2" refType="h" fact="-0.0109"/>
              <dgm:constr type="w" for="ch" forName="Accent2" refType="w" fact="0.1228"/>
              <dgm:constr type="h" for="ch" forName="Accent2" refType="h" fact="0.806"/>
              <dgm:constr type="r" for="ch" forName="ParentBackground2" refType="w" fact="0.8911"/>
              <dgm:constr type="t" for="ch" forName="ParentBackground2" refType="h" fact="0.1262"/>
              <dgm:constr type="w" for="ch" forName="ParentBackground2" refType="w" fact="0.081"/>
              <dgm:constr type="h" for="ch" forName="ParentBackground2" refType="h" fact="0.5319"/>
              <dgm:constr type="r" for="ch" forName="Child2" refType="w" fact="0.8911"/>
              <dgm:constr type="t" for="ch" forName="Child2" refType="h" fact="0.6876"/>
              <dgm:constr type="w" for="ch" forName="Child2" refType="w" fact="0.081"/>
              <dgm:constr type="h" for="ch" forName="Child2" refType="h" fact="0.3124"/>
              <dgm:constr type="r" for="ch" forName="Accent1" refType="w" fact="1.0017"/>
              <dgm:constr type="t" for="ch" forName="Accent1" refType="h" fact="-0.0109"/>
              <dgm:constr type="w" for="ch" forName="Accent1" refType="w" fact="0.1228"/>
              <dgm:constr type="h" for="ch" forName="Accent1" refType="h" fact="0.806"/>
              <dgm:constr type="r" for="ch" forName="ParentBackground1" refType="w" fact="0.9808"/>
              <dgm:constr type="t" for="ch" forName="ParentBackground1" refType="h" fact="0.1262"/>
              <dgm:constr type="w" for="ch" forName="ParentBackground1" refType="w" fact="0.081"/>
              <dgm:constr type="h" for="ch" forName="ParentBackground1" refType="h" fact="0.5319"/>
              <dgm:constr type="r" for="ch" forName="Child1" refType="w" fact="0.9808"/>
              <dgm:constr type="t" for="ch" forName="Child1" refType="h" fact="0.6876"/>
              <dgm:constr type="w" for="ch" forName="Child1" refType="w" fact="0.081"/>
              <dgm:constr type="h" for="ch" forName="Child1" refType="h" fact="0.3124"/>
            </dgm:constrLst>
          </dgm:else>
        </dgm:choose>
      </dgm:else>
    </dgm:choose>
    <dgm:forEach name="wrapper" axis="self" ptType="parTrans">
      <dgm:forEach name="accentRepeat" axis="self">
        <dgm:layoutNode name="Accent" styleLbl="node1">
          <dgm:alg type="sp"/>
          <dgm:choose name="Name28">
            <dgm:if name="Name29" axis="followSib" ptType="node" func="cnt" op="equ" val="0">
              <dgm:shape xmlns:r="http://schemas.openxmlformats.org/officeDocument/2006/relationships" type="ellipse" r:blip="">
                <dgm:adjLst/>
              </dgm:shape>
            </dgm:if>
            <dgm:else name="Name30">
              <dgm:choose name="Name31">
                <dgm:if name="Name32" axis="precedSib" ptType="node" func="cnt" op="equ" val="10">
                  <dgm:shape xmlns:r="http://schemas.openxmlformats.org/officeDocument/2006/relationships" type="ellipse" r:blip="">
                    <dgm:adjLst/>
                  </dgm:shape>
                </dgm:if>
                <dgm:else name="Name33">
                  <dgm:choose name="Name34">
                    <dgm:if name="Name35" func="var" arg="dir" op="equ" val="norm">
                      <dgm:shape xmlns:r="http://schemas.openxmlformats.org/officeDocument/2006/relationships" rot="45" type="teardrop" r:blip="">
                        <dgm:adjLst>
                          <dgm:adj idx="1" val="1"/>
                        </dgm:adjLst>
                      </dgm:shape>
                    </dgm:if>
                    <dgm:else name="Name36">
                      <dgm:shape xmlns:r="http://schemas.openxmlformats.org/officeDocument/2006/relationships" rot="225" type="teardrop" r:blip="">
                        <dgm:adjLst>
                          <dgm:adj idx="1" val="1"/>
                        </dgm:adjLst>
                      </dgm:shape>
                    </dgm:else>
                  </dgm:choose>
                </dgm:else>
              </dgm:choose>
            </dgm:else>
          </dgm:choose>
          <dgm:presOf/>
        </dgm:layoutNode>
      </dgm:forEach>
      <dgm:forEach name="parentBackgroundRepeat" axis="self">
        <dgm:layoutNode name="ParentBackground" styleLbl="fgAcc1">
          <dgm:alg type="sp"/>
          <dgm:shape xmlns:r="http://schemas.openxmlformats.org/officeDocument/2006/relationships" type="ellipse" r:blip="">
            <dgm:adjLst/>
          </dgm:shape>
          <dgm:presOf axis="self" ptType="node"/>
        </dgm:layoutNode>
      </dgm:forEach>
    </dgm:forEach>
    <dgm:forEach name="Name37" axis="ch" ptType="node" st="11" cnt="1">
      <dgm:layoutNode name="Accent11">
        <dgm:alg type="sp"/>
        <dgm:shape xmlns:r="http://schemas.openxmlformats.org/officeDocument/2006/relationships" r:blip="">
          <dgm:adjLst/>
        </dgm:shape>
        <dgm:presOf/>
        <dgm:constrLst/>
        <dgm:forEach name="Name38" ref="accentRepeat"/>
      </dgm:layoutNode>
      <dgm:layoutNode name="ParentBackground11">
        <dgm:alg type="sp"/>
        <dgm:shape xmlns:r="http://schemas.openxmlformats.org/officeDocument/2006/relationships" r:blip="">
          <dgm:adjLst/>
        </dgm:shape>
        <dgm:presOf/>
        <dgm:forEach name="Name39" ref="parentBackgroundRepeat"/>
      </dgm:layoutNode>
      <dgm:choose name="Name40">
        <dgm:if name="Name41" axis="ch" ptType="node" func="cnt" op="gte" val="1">
          <dgm:layoutNode name="Child11"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2"/>
      </dgm:choose>
      <dgm:layoutNode name="Parent11"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43" axis="ch" ptType="node" st="10" cnt="1">
      <dgm:layoutNode name="Accent10">
        <dgm:alg type="sp"/>
        <dgm:shape xmlns:r="http://schemas.openxmlformats.org/officeDocument/2006/relationships" r:blip="">
          <dgm:adjLst/>
        </dgm:shape>
        <dgm:presOf/>
        <dgm:constrLst/>
        <dgm:forEach name="Name44" ref="accentRepeat"/>
      </dgm:layoutNode>
      <dgm:layoutNode name="ParentBackground10">
        <dgm:alg type="sp"/>
        <dgm:shape xmlns:r="http://schemas.openxmlformats.org/officeDocument/2006/relationships" r:blip="">
          <dgm:adjLst/>
        </dgm:shape>
        <dgm:presOf/>
        <dgm:forEach name="Name45" ref="parentBackgroundRepeat"/>
      </dgm:layoutNode>
      <dgm:choose name="Name46">
        <dgm:if name="Name47" axis="ch" ptType="node" func="cnt" op="gte" val="1">
          <dgm:layoutNode name="Child10"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8"/>
      </dgm:choose>
      <dgm:layoutNode name="Parent10"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49" axis="ch" ptType="node" st="9" cnt="1">
      <dgm:layoutNode name="Accent9">
        <dgm:alg type="sp"/>
        <dgm:shape xmlns:r="http://schemas.openxmlformats.org/officeDocument/2006/relationships" r:blip="">
          <dgm:adjLst/>
        </dgm:shape>
        <dgm:presOf/>
        <dgm:constrLst/>
        <dgm:forEach name="Name50" ref="accentRepeat"/>
      </dgm:layoutNode>
      <dgm:layoutNode name="ParentBackground9">
        <dgm:alg type="sp"/>
        <dgm:shape xmlns:r="http://schemas.openxmlformats.org/officeDocument/2006/relationships" r:blip="">
          <dgm:adjLst/>
        </dgm:shape>
        <dgm:presOf/>
        <dgm:forEach name="Name51" ref="parentBackgroundRepeat"/>
      </dgm:layoutNode>
      <dgm:choose name="Name52">
        <dgm:if name="Name53" axis="ch" ptType="node" func="cnt" op="gte" val="1">
          <dgm:layoutNode name="Child9"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4"/>
      </dgm:choose>
      <dgm:layoutNode name="Parent9"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55" axis="ch" ptType="node" st="8" cnt="1">
      <dgm:layoutNode name="Accent8">
        <dgm:alg type="sp"/>
        <dgm:shape xmlns:r="http://schemas.openxmlformats.org/officeDocument/2006/relationships" r:blip="">
          <dgm:adjLst/>
        </dgm:shape>
        <dgm:presOf/>
        <dgm:constrLst/>
        <dgm:forEach name="Name56" ref="accentRepeat"/>
      </dgm:layoutNode>
      <dgm:layoutNode name="ParentBackground8">
        <dgm:alg type="sp"/>
        <dgm:shape xmlns:r="http://schemas.openxmlformats.org/officeDocument/2006/relationships" r:blip="">
          <dgm:adjLst/>
        </dgm:shape>
        <dgm:presOf/>
        <dgm:forEach name="Name57" ref="parentBackgroundRepeat"/>
      </dgm:layoutNode>
      <dgm:choose name="Name58">
        <dgm:if name="Name59" axis="ch" ptType="node" func="cnt" op="gte" val="1">
          <dgm:layoutNode name="Child8"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0"/>
      </dgm:choose>
      <dgm:layoutNode name="Parent8"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61" axis="ch" ptType="node" st="7" cnt="1">
      <dgm:layoutNode name="Accent7">
        <dgm:alg type="sp"/>
        <dgm:shape xmlns:r="http://schemas.openxmlformats.org/officeDocument/2006/relationships" r:blip="">
          <dgm:adjLst/>
        </dgm:shape>
        <dgm:presOf/>
        <dgm:constrLst/>
        <dgm:forEach name="Name62" ref="accentRepeat"/>
      </dgm:layoutNode>
      <dgm:layoutNode name="ParentBackground7">
        <dgm:alg type="sp"/>
        <dgm:shape xmlns:r="http://schemas.openxmlformats.org/officeDocument/2006/relationships" r:blip="">
          <dgm:adjLst/>
        </dgm:shape>
        <dgm:presOf/>
        <dgm:forEach name="Name63" ref="parentBackgroundRepeat"/>
      </dgm:layoutNode>
      <dgm:choose name="Name64">
        <dgm:if name="Name65" axis="ch" ptType="node" func="cnt" op="gte" val="1">
          <dgm:layoutNode name="Child7"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6"/>
      </dgm:choose>
      <dgm:layoutNode name="Parent7"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67" axis="ch" ptType="node" st="6" cnt="1">
      <dgm:layoutNode name="Accent6">
        <dgm:alg type="sp"/>
        <dgm:shape xmlns:r="http://schemas.openxmlformats.org/officeDocument/2006/relationships" r:blip="">
          <dgm:adjLst/>
        </dgm:shape>
        <dgm:presOf/>
        <dgm:constrLst/>
        <dgm:forEach name="Name68" ref="accentRepeat"/>
      </dgm:layoutNode>
      <dgm:layoutNode name="ParentBackground6">
        <dgm:alg type="sp"/>
        <dgm:shape xmlns:r="http://schemas.openxmlformats.org/officeDocument/2006/relationships" r:blip="">
          <dgm:adjLst/>
        </dgm:shape>
        <dgm:presOf/>
        <dgm:forEach name="Name69" ref="parentBackgroundRepeat"/>
      </dgm:layoutNode>
      <dgm:choose name="Name70">
        <dgm:if name="Name71" axis="ch" ptType="node" func="cnt" op="gte" val="1">
          <dgm:layoutNode name="Child6"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2"/>
      </dgm:choose>
      <dgm:layoutNode name="Parent6"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73" axis="ch" ptType="node" st="5" cnt="1">
      <dgm:layoutNode name="Accent5">
        <dgm:alg type="sp"/>
        <dgm:shape xmlns:r="http://schemas.openxmlformats.org/officeDocument/2006/relationships" r:blip="">
          <dgm:adjLst/>
        </dgm:shape>
        <dgm:presOf/>
        <dgm:constrLst/>
        <dgm:forEach name="Name74" ref="accentRepeat"/>
      </dgm:layoutNode>
      <dgm:layoutNode name="ParentBackground5">
        <dgm:alg type="sp"/>
        <dgm:shape xmlns:r="http://schemas.openxmlformats.org/officeDocument/2006/relationships" r:blip="">
          <dgm:adjLst/>
        </dgm:shape>
        <dgm:presOf/>
        <dgm:forEach name="Name75" ref="parentBackgroundRepeat"/>
      </dgm:layoutNode>
      <dgm:choose name="Name76">
        <dgm:if name="Name77" axis="ch" ptType="node" func="cnt" op="gte" val="1">
          <dgm:layoutNode name="Child5"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8"/>
      </dgm:choose>
      <dgm:layoutNode name="Parent5"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79" axis="ch" ptType="node" st="4" cnt="1">
      <dgm:layoutNode name="Accent4">
        <dgm:alg type="sp"/>
        <dgm:shape xmlns:r="http://schemas.openxmlformats.org/officeDocument/2006/relationships" r:blip="">
          <dgm:adjLst/>
        </dgm:shape>
        <dgm:presOf/>
        <dgm:constrLst/>
        <dgm:forEach name="Name80" ref="accentRepeat"/>
      </dgm:layoutNode>
      <dgm:layoutNode name="ParentBackground4">
        <dgm:alg type="sp"/>
        <dgm:shape xmlns:r="http://schemas.openxmlformats.org/officeDocument/2006/relationships" r:blip="">
          <dgm:adjLst/>
        </dgm:shape>
        <dgm:presOf/>
        <dgm:forEach name="Name81" ref="parentBackgroundRepeat"/>
      </dgm:layoutNode>
      <dgm:choose name="Name82">
        <dgm:if name="Name83" axis="ch" ptType="node" func="cnt" op="gte" val="1">
          <dgm:layoutNode name="Child4"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4"/>
      </dgm:choose>
      <dgm:layoutNode name="Parent4"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85" axis="ch" ptType="node" st="3" cnt="1">
      <dgm:layoutNode name="Accent3">
        <dgm:alg type="sp"/>
        <dgm:shape xmlns:r="http://schemas.openxmlformats.org/officeDocument/2006/relationships" r:blip="">
          <dgm:adjLst/>
        </dgm:shape>
        <dgm:presOf/>
        <dgm:constrLst/>
        <dgm:forEach name="Name86" ref="accentRepeat"/>
      </dgm:layoutNode>
      <dgm:layoutNode name="ParentBackground3">
        <dgm:alg type="sp"/>
        <dgm:shape xmlns:r="http://schemas.openxmlformats.org/officeDocument/2006/relationships" r:blip="">
          <dgm:adjLst/>
        </dgm:shape>
        <dgm:presOf/>
        <dgm:forEach name="Name87" ref="parentBackgroundRepeat"/>
      </dgm:layoutNode>
      <dgm:choose name="Name88">
        <dgm:if name="Name89" axis="ch" ptType="node" func="cnt" op="gte" val="1">
          <dgm:layoutNode name="Child3"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90"/>
      </dgm:choose>
      <dgm:layoutNode name="Parent3"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91" axis="ch" ptType="node" st="2" cnt="1">
      <dgm:layoutNode name="Accent2">
        <dgm:alg type="sp"/>
        <dgm:shape xmlns:r="http://schemas.openxmlformats.org/officeDocument/2006/relationships" r:blip="">
          <dgm:adjLst/>
        </dgm:shape>
        <dgm:presOf/>
        <dgm:constrLst/>
        <dgm:forEach name="Name92" ref="accentRepeat"/>
      </dgm:layoutNode>
      <dgm:layoutNode name="ParentBackground2" styleLbl="fgAcc1">
        <dgm:alg type="sp"/>
        <dgm:shape xmlns:r="http://schemas.openxmlformats.org/officeDocument/2006/relationships" r:blip="">
          <dgm:adjLst/>
        </dgm:shape>
        <dgm:presOf/>
        <dgm:forEach name="Name93" ref="parentBackgroundRepeat"/>
      </dgm:layoutNode>
      <dgm:choose name="Name94">
        <dgm:if name="Name95" axis="ch" ptType="node" func="cnt" op="gte" val="1">
          <dgm:layoutNode name="Child2"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96"/>
      </dgm:choose>
      <dgm:layoutNode name="Parent2"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97" axis="ch" ptType="node" cnt="1">
      <dgm:layoutNode name="Accent1">
        <dgm:alg type="sp"/>
        <dgm:shape xmlns:r="http://schemas.openxmlformats.org/officeDocument/2006/relationships" r:blip="">
          <dgm:adjLst/>
        </dgm:shape>
        <dgm:presOf/>
        <dgm:constrLst/>
        <dgm:forEach name="Name98" ref="accentRepeat"/>
      </dgm:layoutNode>
      <dgm:layoutNode name="ParentBackground1">
        <dgm:alg type="sp"/>
        <dgm:shape xmlns:r="http://schemas.openxmlformats.org/officeDocument/2006/relationships" r:blip="">
          <dgm:adjLst/>
        </dgm:shape>
        <dgm:presOf/>
        <dgm:forEach name="Name99" ref="parentBackgroundRepeat"/>
      </dgm:layoutNode>
      <dgm:choose name="Name100">
        <dgm:if name="Name101" axis="ch" ptType="node" func="cnt" op="gte" val="1">
          <dgm:layoutNode name="Child1"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02"/>
      </dgm:choose>
      <dgm:layoutNode name="Parent1"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layoutNode>
</dgm:layoutDef>
</file>

<file path=ppt/diagrams/layout5.xml><?xml version="1.0" encoding="utf-8"?>
<dgm:layoutDef xmlns:dgm="http://schemas.openxmlformats.org/drawingml/2006/diagram" xmlns:a="http://schemas.openxmlformats.org/drawingml/2006/main" uniqueId="urn:microsoft.com/office/officeart/2008/layout/AlternatingHexagons">
  <dgm:title val=""/>
  <dgm:desc val=""/>
  <dgm:catLst>
    <dgm:cat type="list" pri="15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Name0">
    <dgm:varLst>
      <dgm:chMax/>
      <dgm:chPref/>
      <dgm:dir/>
      <dgm:animLvl val="lvl"/>
    </dgm:varLst>
    <dgm:alg type="lin">
      <dgm:param type="linDir" val="fromT"/>
    </dgm:alg>
    <dgm:shape xmlns:r="http://schemas.openxmlformats.org/officeDocument/2006/relationships" r:blip="">
      <dgm:adjLst/>
    </dgm:shape>
    <dgm:constrLst>
      <dgm:constr type="primFontSz" for="des" forName="Parent1" val="65"/>
      <dgm:constr type="primFontSz" for="des" forName="Childtext1" refType="primFontSz" refFor="des" refForName="Parent1" op="lte"/>
      <dgm:constr type="w" for="ch" forName="composite" refType="w"/>
      <dgm:constr type="h" for="ch" forName="composite" refType="h"/>
      <dgm:constr type="h" for="ch" forName="spaceBetweenRectangles" refType="w" refFor="ch" refForName="composite" fact="-0.042"/>
      <dgm:constr type="sp" refType="h" refFor="ch" refForName="composite" op="equ" fact="0.1"/>
    </dgm:constrLst>
    <dgm:forEach name="nodesForEach" axis="ch" ptType="node">
      <dgm:layoutNode name="composite">
        <dgm:alg type="composite">
          <dgm:param type="ar" val="3.6"/>
        </dgm:alg>
        <dgm:shape xmlns:r="http://schemas.openxmlformats.org/officeDocument/2006/relationships" r:blip="">
          <dgm:adjLst/>
        </dgm:shape>
        <dgm:choose name="Name1">
          <dgm:if name="Name2" func="var" arg="dir" op="equ" val="norm">
            <dgm:choose name="Name3">
              <dgm:if name="Name4" axis="self" ptType="node" func="posOdd" op="equ" val="1">
                <dgm:constrLst>
                  <dgm:constr type="l" for="ch" forName="Accent1" refType="w" fact="0.18"/>
                  <dgm:constr type="t" for="ch" forName="Accent1" refType="h" fact="0"/>
                  <dgm:constr type="h" for="ch" forName="Accent1" refType="h"/>
                  <dgm:constr type="w" for="ch" forName="Accent1" refType="h" fact="0.87"/>
                  <dgm:constr type="l" for="ch" forName="Accent1Text" refType="w" fact="0.18"/>
                  <dgm:constr type="t" for="ch" forName="Accent1Text" refType="h" fact="0"/>
                  <dgm:constr type="h" for="ch" forName="Accent1Text" refType="h"/>
                  <dgm:constr type="w" for="ch" forName="Accent1Text" refType="h" fact="0.87"/>
                  <dgm:constr type="l" for="ch" forName="Parent1" refType="w" fact="0.441"/>
                  <dgm:constr type="t" for="ch" forName="Parent1" refType="h" fact="0"/>
                  <dgm:constr type="h" for="ch" forName="Parent1" refType="h"/>
                  <dgm:constr type="w" for="ch" forName="Parent1" refType="h" fact="0.87"/>
                  <dgm:constr type="l" for="ch" forName="Childtext1" refType="w" fact="0.69"/>
                  <dgm:constr type="t" for="ch" forName="Childtext1" refType="h" fact="0.2"/>
                  <dgm:constr type="w" for="ch" forName="Childtext1" refType="w" fact="0.31"/>
                  <dgm:constr type="h" for="ch" forName="Childtext1" refType="h" fact="0.6"/>
                  <dgm:constr type="l" for="ch" forName="BalanceSpacing" refType="w" fact="0"/>
                  <dgm:constr type="t" for="ch" forName="BalanceSpacing" refType="h" fact="0"/>
                  <dgm:constr type="w" for="ch" forName="BalanceSpacing" refType="w"/>
                  <dgm:constr type="h" for="ch" forName="BalanceSpacing" refType="h" fact="0.1"/>
                  <dgm:constr type="l" for="ch" forName="BalanceSpacing1" refType="w" fact="0.69"/>
                  <dgm:constr type="t" for="ch" forName="BalanceSpacing1" refType="h" fact="0.2"/>
                  <dgm:constr type="w" for="ch" forName="BalanceSpacing1" refType="w" fact="0.31"/>
                  <dgm:constr type="h" for="ch" forName="BalanceSpacing1" refType="h" fact="0.6"/>
                </dgm:constrLst>
              </dgm:if>
              <dgm:else name="Name5">
                <dgm:constrLst>
                  <dgm:constr type="l" for="ch" forName="Accent1" refType="w" fact="0.571"/>
                  <dgm:constr type="t" for="ch" forName="Accent1" refType="h" fact="0"/>
                  <dgm:constr type="h" for="ch" forName="Accent1" refType="h"/>
                  <dgm:constr type="w" for="ch" forName="Accent1" refType="h" fact="0.87"/>
                  <dgm:constr type="l" for="ch" forName="Accent1Text" refType="w" fact="0.571"/>
                  <dgm:constr type="t" for="ch" forName="Accent1Text" refType="h" fact="0"/>
                  <dgm:constr type="h" for="ch" forName="Accent1Text" refType="h"/>
                  <dgm:constr type="w" for="ch" forName="Accent1Text" refType="h" fact="0.87"/>
                  <dgm:constr type="l" for="ch" forName="Parent1" refType="w" fact="0.31"/>
                  <dgm:constr type="t" for="ch" forName="Parent1" refType="h" fact="0"/>
                  <dgm:constr type="h" for="ch" forName="Parent1" refType="h"/>
                  <dgm:constr type="w" for="ch" forName="Parent1" refType="h" fact="0.87"/>
                  <dgm:constr type="l" for="ch" forName="Childtext1" refType="w" fact="0"/>
                  <dgm:constr type="t" for="ch" forName="Childtext1" refType="h" fact="0.2"/>
                  <dgm:constr type="w" for="ch" forName="Childtext1" refType="w" fact="0.3"/>
                  <dgm:constr type="h" for="ch" forName="Childtext1" refType="h" fact="0.6"/>
                  <dgm:constr type="l" for="ch" forName="BalanceSpacing" refType="w" fact="0.82"/>
                  <dgm:constr type="t" for="ch" forName="BalanceSpacing" refType="h" fact="0"/>
                  <dgm:constr type="w" for="ch" forName="BalanceSpacing" refType="w" fact="0.18"/>
                  <dgm:constr type="h" for="ch" forName="BalanceSpacing" refType="h"/>
                  <dgm:constr type="l" for="ch" forName="BalanceSpacing1" refType="w" fact="0"/>
                  <dgm:constr type="t" for="ch" forName="BalanceSpacing1" refType="h" fact="0.2"/>
                  <dgm:constr type="w" for="ch" forName="BalanceSpacing1" refType="w" fact="0.3"/>
                  <dgm:constr type="h" for="ch" forName="BalanceSpacing1" refType="h" fact="0.6"/>
                </dgm:constrLst>
              </dgm:else>
            </dgm:choose>
          </dgm:if>
          <dgm:else name="Name6">
            <dgm:choose name="Name7">
              <dgm:if name="Name8" axis="self" ptType="node" func="posOdd" op="equ" val="1">
                <dgm:constrLst>
                  <dgm:constr type="l" for="ch" forName="Accent1" refType="w" fact="0.571"/>
                  <dgm:constr type="t" for="ch" forName="Accent1" refType="h" fact="0"/>
                  <dgm:constr type="h" for="ch" forName="Accent1" refType="h"/>
                  <dgm:constr type="w" for="ch" forName="Accent1" refType="h" fact="0.87"/>
                  <dgm:constr type="l" for="ch" forName="Accent1Text" refType="w" fact="0.571"/>
                  <dgm:constr type="t" for="ch" forName="Accent1Text" refType="h" fact="0"/>
                  <dgm:constr type="h" for="ch" forName="Accent1Text" refType="h"/>
                  <dgm:constr type="w" for="ch" forName="Accent1Text" refType="h" fact="0.87"/>
                  <dgm:constr type="l" for="ch" forName="Parent1" refType="w" fact="0.31"/>
                  <dgm:constr type="t" for="ch" forName="Parent1" refType="h" fact="0"/>
                  <dgm:constr type="h" for="ch" forName="Parent1" refType="h"/>
                  <dgm:constr type="w" for="ch" forName="Parent1" refType="h" fact="0.87"/>
                  <dgm:constr type="l" for="ch" forName="Childtext1" refType="w" fact="0"/>
                  <dgm:constr type="t" for="ch" forName="Childtext1" refType="h" fact="0.2"/>
                  <dgm:constr type="w" for="ch" forName="Childtext1" refType="w" fact="0.3"/>
                  <dgm:constr type="h" for="ch" forName="Childtext1" refType="h" fact="0.6"/>
                  <dgm:constr type="l" for="ch" forName="BalanceSpacing" refType="w" fact="0.82"/>
                  <dgm:constr type="t" for="ch" forName="BalanceSpacing" refType="h" fact="0"/>
                  <dgm:constr type="w" for="ch" forName="BalanceSpacing" refType="w" fact="0.18"/>
                  <dgm:constr type="h" for="ch" forName="BalanceSpacing" refType="h"/>
                </dgm:constrLst>
              </dgm:if>
              <dgm:else name="Name9">
                <dgm:constrLst>
                  <dgm:constr type="l" for="ch" forName="Accent1" refType="w" fact="0.18"/>
                  <dgm:constr type="t" for="ch" forName="Accent1" refType="h" fact="0"/>
                  <dgm:constr type="h" for="ch" forName="Accent1" refType="h"/>
                  <dgm:constr type="w" for="ch" forName="Accent1" refType="h" fact="0.87"/>
                  <dgm:constr type="l" for="ch" forName="Accent1Text" refType="w" fact="0.18"/>
                  <dgm:constr type="t" for="ch" forName="Accent1Text" refType="h" fact="0"/>
                  <dgm:constr type="h" for="ch" forName="Accent1Text" refType="h"/>
                  <dgm:constr type="w" for="ch" forName="Accent1Text" refType="h" fact="0.87"/>
                  <dgm:constr type="l" for="ch" forName="Parent1" refType="w" fact="0.441"/>
                  <dgm:constr type="t" for="ch" forName="Parent1" refType="h" fact="0"/>
                  <dgm:constr type="h" for="ch" forName="Parent1" refType="h"/>
                  <dgm:constr type="w" for="ch" forName="Parent1" refType="h" fact="0.87"/>
                  <dgm:constr type="l" for="ch" forName="Childtext1" refType="w" fact="0.69"/>
                  <dgm:constr type="t" for="ch" forName="Childtext1" refType="h" fact="0.2"/>
                  <dgm:constr type="w" for="ch" forName="Childtext1" refType="w" fact="0.31"/>
                  <dgm:constr type="h" for="ch" forName="Childtext1" refType="h" fact="0.6"/>
                  <dgm:constr type="l" for="ch" forName="BalanceSpacing" refType="w" fact="0"/>
                  <dgm:constr type="t" for="ch" forName="BalanceSpacing" refType="h" fact="0"/>
                  <dgm:constr type="w" for="ch" forName="BalanceSpacing" refType="w" fact="0.18"/>
                  <dgm:constr type="h" for="ch" forName="BalanceSpacing" refType="h"/>
                </dgm:constrLst>
              </dgm:else>
            </dgm:choose>
          </dgm:else>
        </dgm:choose>
        <dgm:layoutNode name="Parent1" styleLbl="node1">
          <dgm:varLst>
            <dgm:chMax val="1"/>
            <dgm:chPref val="1"/>
            <dgm:bulletEnabled val="1"/>
          </dgm:varLst>
          <dgm:alg type="tx"/>
          <dgm:shape xmlns:r="http://schemas.openxmlformats.org/officeDocument/2006/relationships" rot="90" type="hexagon" r:blip="">
            <dgm:adjLst>
              <dgm:adj idx="1" val="0.25"/>
              <dgm:adj idx="2" val="1.1547"/>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hildtext1" styleLbl="revTx">
          <dgm:varLst>
            <dgm:chMax val="0"/>
            <dgm:chPref val="0"/>
            <dgm:bulletEnabled val="1"/>
          </dgm:varLst>
          <dgm:choose name="Name10">
            <dgm:if name="Name11" func="var" arg="dir" op="equ" val="norm">
              <dgm:choose name="Name12">
                <dgm:if name="Name13" axis="self" ptType="node" func="posOdd" op="equ" val="1">
                  <dgm:alg type="tx">
                    <dgm:param type="parTxLTRAlign" val="l"/>
                  </dgm:alg>
                </dgm:if>
                <dgm:else name="Name14">
                  <dgm:alg type="tx">
                    <dgm:param type="parTxLTRAlign" val="r"/>
                  </dgm:alg>
                </dgm:else>
              </dgm:choose>
            </dgm:if>
            <dgm:else name="Name15">
              <dgm:choose name="Name16">
                <dgm:if name="Name17" axis="self" ptType="node" func="posOdd" op="equ" val="1">
                  <dgm:alg type="tx">
                    <dgm:param type="parTxLTRAlign" val="r"/>
                  </dgm:alg>
                </dgm:if>
                <dgm:else name="Name18">
                  <dgm:alg type="tx">
                    <dgm:param type="parTxLTRAlign" val="l"/>
                  </dgm:alg>
                </dgm:else>
              </dgm:choose>
            </dgm:else>
          </dgm:choose>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BalanceSpacing">
          <dgm:alg type="sp"/>
          <dgm:shape xmlns:r="http://schemas.openxmlformats.org/officeDocument/2006/relationships" r:blip="">
            <dgm:adjLst/>
          </dgm:shape>
        </dgm:layoutNode>
        <dgm:layoutNode name="BalanceSpacing1">
          <dgm:alg type="sp"/>
          <dgm:shape xmlns:r="http://schemas.openxmlformats.org/officeDocument/2006/relationships" r:blip="">
            <dgm:adjLst/>
          </dgm:shape>
        </dgm:layoutNode>
        <dgm:forEach name="Name19" axis="followSib" ptType="sibTrans" hideLastTrans="0" cnt="1">
          <dgm:layoutNode name="Accent1Text" styleLbl="node1">
            <dgm:alg type="tx"/>
            <dgm:shape xmlns:r="http://schemas.openxmlformats.org/officeDocument/2006/relationships" rot="90" type="hexagon" r:blip="">
              <dgm:adjLst>
                <dgm:adj idx="1" val="0.25"/>
                <dgm:adj idx="2" val="1.1547"/>
              </dgm:adjLst>
            </dgm:shape>
            <dgm:presOf axis="self" ptType="sibTrans"/>
            <dgm:constrLst>
              <dgm:constr type="lMarg"/>
              <dgm:constr type="rMarg"/>
              <dgm:constr type="tMarg"/>
              <dgm:constr type="bMarg"/>
            </dgm:constrLst>
            <dgm:ruleLst>
              <dgm:rule type="primFontSz" val="5" fact="NaN" max="NaN"/>
            </dgm:ruleLst>
          </dgm:layoutNode>
        </dgm:forEach>
      </dgm:layoutNode>
      <dgm:forEach name="Name2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BC3F693-054D-45DB-9BD3-CB20C551FFC4}" type="datetimeFigureOut">
              <a:rPr lang="en-IN" smtClean="0"/>
              <a:t>31-10-2025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E68C3FD-9FBD-47CB-A1CF-269557268E3B}" type="slidenum">
              <a:rPr lang="en-IN" smtClean="0"/>
              <a:t>‹#›</a:t>
            </a:fld>
            <a:endParaRPr lang="en-IN"/>
          </a:p>
        </p:txBody>
      </p:sp>
    </p:spTree>
    <p:extLst>
      <p:ext uri="{BB962C8B-B14F-4D97-AF65-F5344CB8AC3E}">
        <p14:creationId xmlns:p14="http://schemas.microsoft.com/office/powerpoint/2010/main" val="41827279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www.skillsyouneed.com/ips/negotiation.html#ixzz4RzjNFcpx" TargetMode="External"/><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is inevitable that, from time-to-time, conflict and disagreement will arise as the differing needs, wants, aims and beliefs of people are brought together.  Without negotiation, such conflicts may lead to argument and resentment resulting in one or all of the parties feeling dissatisfied. The point of negotiation is to try to reach agreements without causing future barriers to communications.</a:t>
            </a:r>
          </a:p>
        </p:txBody>
      </p:sp>
      <p:sp>
        <p:nvSpPr>
          <p:cNvPr id="4" name="Slide Number Placeholder 3"/>
          <p:cNvSpPr>
            <a:spLocks noGrp="1"/>
          </p:cNvSpPr>
          <p:nvPr>
            <p:ph type="sldNum" sz="quarter" idx="10"/>
          </p:nvPr>
        </p:nvSpPr>
        <p:spPr/>
        <p:txBody>
          <a:bodyPr/>
          <a:lstStyle/>
          <a:p>
            <a:fld id="{DE68C3FD-9FBD-47CB-A1CF-269557268E3B}" type="slidenum">
              <a:rPr lang="en-IN" smtClean="0"/>
              <a:t>4</a:t>
            </a:fld>
            <a:endParaRPr lang="en-IN"/>
          </a:p>
        </p:txBody>
      </p:sp>
    </p:spTree>
    <p:extLst>
      <p:ext uri="{BB962C8B-B14F-4D97-AF65-F5344CB8AC3E}">
        <p14:creationId xmlns:p14="http://schemas.microsoft.com/office/powerpoint/2010/main" val="21749013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http://www.skillsyouneed.com/ips/negotiation.html</a:t>
            </a:r>
          </a:p>
        </p:txBody>
      </p:sp>
      <p:sp>
        <p:nvSpPr>
          <p:cNvPr id="4" name="Slide Number Placeholder 3"/>
          <p:cNvSpPr>
            <a:spLocks noGrp="1"/>
          </p:cNvSpPr>
          <p:nvPr>
            <p:ph type="sldNum" sz="quarter" idx="10"/>
          </p:nvPr>
        </p:nvSpPr>
        <p:spPr/>
        <p:txBody>
          <a:bodyPr/>
          <a:lstStyle/>
          <a:p>
            <a:fld id="{DE68C3FD-9FBD-47CB-A1CF-269557268E3B}" type="slidenum">
              <a:rPr lang="en-IN" smtClean="0"/>
              <a:t>6</a:t>
            </a:fld>
            <a:endParaRPr lang="en-IN"/>
          </a:p>
        </p:txBody>
      </p:sp>
    </p:spTree>
    <p:extLst>
      <p:ext uri="{BB962C8B-B14F-4D97-AF65-F5344CB8AC3E}">
        <p14:creationId xmlns:p14="http://schemas.microsoft.com/office/powerpoint/2010/main" val="285545480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At the subsequent meeting, the stages of negotiation should be repeated.  Any new ideas or interests should be taken into account and the situation looked at afresh.  At this stage it may also be helpful to look at other alternative solutions and/or bring in another person to mediate.</a:t>
            </a:r>
            <a:br>
              <a:rPr lang="en-US" sz="1200" b="0" i="0" kern="1200" dirty="0">
                <a:solidFill>
                  <a:schemeClr val="tx1"/>
                </a:solidFill>
                <a:effectLst/>
                <a:latin typeface="+mn-lt"/>
                <a:ea typeface="+mn-ea"/>
                <a:cs typeface="+mn-cs"/>
              </a:rPr>
            </a:b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Find more at: </a:t>
            </a:r>
            <a:r>
              <a:rPr lang="en-US" sz="1200" b="0" i="0" u="none" strike="noStrike" kern="1200" dirty="0">
                <a:solidFill>
                  <a:schemeClr val="tx1"/>
                </a:solidFill>
                <a:effectLst/>
                <a:latin typeface="+mn-lt"/>
                <a:ea typeface="+mn-ea"/>
                <a:cs typeface="+mn-cs"/>
                <a:hlinkClick r:id="rId3"/>
              </a:rPr>
              <a:t>http://www.skillsyouneed.com/ips/negotiation.html#ixzz4RzjNFcpx</a:t>
            </a:r>
            <a:endParaRPr lang="en-IN" dirty="0"/>
          </a:p>
        </p:txBody>
      </p:sp>
      <p:sp>
        <p:nvSpPr>
          <p:cNvPr id="4" name="Slide Number Placeholder 3"/>
          <p:cNvSpPr>
            <a:spLocks noGrp="1"/>
          </p:cNvSpPr>
          <p:nvPr>
            <p:ph type="sldNum" sz="quarter" idx="10"/>
          </p:nvPr>
        </p:nvSpPr>
        <p:spPr/>
        <p:txBody>
          <a:bodyPr/>
          <a:lstStyle/>
          <a:p>
            <a:fld id="{DE68C3FD-9FBD-47CB-A1CF-269557268E3B}" type="slidenum">
              <a:rPr lang="en-IN" smtClean="0"/>
              <a:t>12</a:t>
            </a:fld>
            <a:endParaRPr lang="en-IN"/>
          </a:p>
        </p:txBody>
      </p:sp>
    </p:spTree>
    <p:extLst>
      <p:ext uri="{BB962C8B-B14F-4D97-AF65-F5344CB8AC3E}">
        <p14:creationId xmlns:p14="http://schemas.microsoft.com/office/powerpoint/2010/main" val="3251838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http://www.skillsyouneed.com/ips/negotiation.html</a:t>
            </a:r>
          </a:p>
        </p:txBody>
      </p:sp>
      <p:sp>
        <p:nvSpPr>
          <p:cNvPr id="4" name="Slide Number Placeholder 3"/>
          <p:cNvSpPr>
            <a:spLocks noGrp="1"/>
          </p:cNvSpPr>
          <p:nvPr>
            <p:ph type="sldNum" sz="quarter" idx="10"/>
          </p:nvPr>
        </p:nvSpPr>
        <p:spPr/>
        <p:txBody>
          <a:bodyPr/>
          <a:lstStyle/>
          <a:p>
            <a:fld id="{DE68C3FD-9FBD-47CB-A1CF-269557268E3B}" type="slidenum">
              <a:rPr lang="en-IN" smtClean="0"/>
              <a:t>17</a:t>
            </a:fld>
            <a:endParaRPr lang="en-IN"/>
          </a:p>
        </p:txBody>
      </p:sp>
    </p:spTree>
    <p:extLst>
      <p:ext uri="{BB962C8B-B14F-4D97-AF65-F5344CB8AC3E}">
        <p14:creationId xmlns:p14="http://schemas.microsoft.com/office/powerpoint/2010/main" val="17355614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B2AB2261-E123-4B26-8FD3-55986CF59F14}" type="datetimeFigureOut">
              <a:rPr lang="en-IN" smtClean="0"/>
              <a:t>31-10-2025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E1D009C-7F26-47DF-B213-1C205AF295ED}" type="slidenum">
              <a:rPr lang="en-IN" smtClean="0"/>
              <a:t>‹#›</a:t>
            </a:fld>
            <a:endParaRPr lang="en-IN"/>
          </a:p>
        </p:txBody>
      </p:sp>
    </p:spTree>
    <p:extLst>
      <p:ext uri="{BB962C8B-B14F-4D97-AF65-F5344CB8AC3E}">
        <p14:creationId xmlns:p14="http://schemas.microsoft.com/office/powerpoint/2010/main" val="22773925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B2AB2261-E123-4B26-8FD3-55986CF59F14}" type="datetimeFigureOut">
              <a:rPr lang="en-IN" smtClean="0"/>
              <a:t>31-10-2025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E1D009C-7F26-47DF-B213-1C205AF295ED}" type="slidenum">
              <a:rPr lang="en-IN" smtClean="0"/>
              <a:t>‹#›</a:t>
            </a:fld>
            <a:endParaRPr lang="en-IN"/>
          </a:p>
        </p:txBody>
      </p:sp>
    </p:spTree>
    <p:extLst>
      <p:ext uri="{BB962C8B-B14F-4D97-AF65-F5344CB8AC3E}">
        <p14:creationId xmlns:p14="http://schemas.microsoft.com/office/powerpoint/2010/main" val="32594834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2AB2261-E123-4B26-8FD3-55986CF59F14}" type="datetimeFigureOut">
              <a:rPr lang="en-IN" smtClean="0"/>
              <a:t>31-10-2025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E1D009C-7F26-47DF-B213-1C205AF295ED}" type="slidenum">
              <a:rPr lang="en-IN" smtClean="0"/>
              <a:t>‹#›</a:t>
            </a:fld>
            <a:endParaRPr lang="en-IN"/>
          </a:p>
        </p:txBody>
      </p:sp>
    </p:spTree>
    <p:extLst>
      <p:ext uri="{BB962C8B-B14F-4D97-AF65-F5344CB8AC3E}">
        <p14:creationId xmlns:p14="http://schemas.microsoft.com/office/powerpoint/2010/main" val="4848626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B2AB2261-E123-4B26-8FD3-55986CF59F14}" type="datetimeFigureOut">
              <a:rPr lang="en-IN" smtClean="0"/>
              <a:t>31-10-2025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E1D009C-7F26-47DF-B213-1C205AF295ED}" type="slidenum">
              <a:rPr lang="en-IN" smtClean="0"/>
              <a:t>‹#›</a:t>
            </a:fld>
            <a:endParaRPr lang="en-IN"/>
          </a:p>
        </p:txBody>
      </p:sp>
    </p:spTree>
    <p:extLst>
      <p:ext uri="{BB962C8B-B14F-4D97-AF65-F5344CB8AC3E}">
        <p14:creationId xmlns:p14="http://schemas.microsoft.com/office/powerpoint/2010/main" val="8756758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B2AB2261-E123-4B26-8FD3-55986CF59F14}" type="datetimeFigureOut">
              <a:rPr lang="en-IN" smtClean="0"/>
              <a:t>31-10-2025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3E1D009C-7F26-47DF-B213-1C205AF295ED}" type="slidenum">
              <a:rPr lang="en-IN" smtClean="0"/>
              <a:t>‹#›</a:t>
            </a:fld>
            <a:endParaRPr lang="en-IN"/>
          </a:p>
        </p:txBody>
      </p:sp>
    </p:spTree>
    <p:extLst>
      <p:ext uri="{BB962C8B-B14F-4D97-AF65-F5344CB8AC3E}">
        <p14:creationId xmlns:p14="http://schemas.microsoft.com/office/powerpoint/2010/main" val="21108561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B2AB2261-E123-4B26-8FD3-55986CF59F14}" type="datetimeFigureOut">
              <a:rPr lang="en-IN" smtClean="0"/>
              <a:t>31-10-2025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3E1D009C-7F26-47DF-B213-1C205AF295ED}" type="slidenum">
              <a:rPr lang="en-IN" smtClean="0"/>
              <a:t>‹#›</a:t>
            </a:fld>
            <a:endParaRPr lang="en-IN"/>
          </a:p>
        </p:txBody>
      </p:sp>
    </p:spTree>
    <p:extLst>
      <p:ext uri="{BB962C8B-B14F-4D97-AF65-F5344CB8AC3E}">
        <p14:creationId xmlns:p14="http://schemas.microsoft.com/office/powerpoint/2010/main" val="23207327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2AB2261-E123-4B26-8FD3-55986CF59F14}" type="datetimeFigureOut">
              <a:rPr lang="en-IN" smtClean="0"/>
              <a:t>31-10-2025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3E1D009C-7F26-47DF-B213-1C205AF295ED}" type="slidenum">
              <a:rPr lang="en-IN" smtClean="0"/>
              <a:t>‹#›</a:t>
            </a:fld>
            <a:endParaRPr lang="en-IN"/>
          </a:p>
        </p:txBody>
      </p:sp>
    </p:spTree>
    <p:extLst>
      <p:ext uri="{BB962C8B-B14F-4D97-AF65-F5344CB8AC3E}">
        <p14:creationId xmlns:p14="http://schemas.microsoft.com/office/powerpoint/2010/main" val="7184411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2AB2261-E123-4B26-8FD3-55986CF59F14}" type="datetimeFigureOut">
              <a:rPr lang="en-IN" smtClean="0"/>
              <a:t>31-10-2025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E1D009C-7F26-47DF-B213-1C205AF295ED}" type="slidenum">
              <a:rPr lang="en-IN" smtClean="0"/>
              <a:t>‹#›</a:t>
            </a:fld>
            <a:endParaRPr lang="en-IN"/>
          </a:p>
        </p:txBody>
      </p:sp>
    </p:spTree>
    <p:extLst>
      <p:ext uri="{BB962C8B-B14F-4D97-AF65-F5344CB8AC3E}">
        <p14:creationId xmlns:p14="http://schemas.microsoft.com/office/powerpoint/2010/main" val="40183972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2AB2261-E123-4B26-8FD3-55986CF59F14}" type="datetimeFigureOut">
              <a:rPr lang="en-IN" smtClean="0"/>
              <a:t>31-10-2025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E1D009C-7F26-47DF-B213-1C205AF295ED}" type="slidenum">
              <a:rPr lang="en-IN" smtClean="0"/>
              <a:t>‹#›</a:t>
            </a:fld>
            <a:endParaRPr lang="en-IN"/>
          </a:p>
        </p:txBody>
      </p:sp>
    </p:spTree>
    <p:extLst>
      <p:ext uri="{BB962C8B-B14F-4D97-AF65-F5344CB8AC3E}">
        <p14:creationId xmlns:p14="http://schemas.microsoft.com/office/powerpoint/2010/main" val="29862999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B2AB2261-E123-4B26-8FD3-55986CF59F14}" type="datetimeFigureOut">
              <a:rPr lang="en-IN" smtClean="0"/>
              <a:t>31-10-2025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E1D009C-7F26-47DF-B213-1C205AF295ED}" type="slidenum">
              <a:rPr lang="en-IN" smtClean="0"/>
              <a:t>‹#›</a:t>
            </a:fld>
            <a:endParaRPr lang="en-IN"/>
          </a:p>
        </p:txBody>
      </p:sp>
    </p:spTree>
    <p:extLst>
      <p:ext uri="{BB962C8B-B14F-4D97-AF65-F5344CB8AC3E}">
        <p14:creationId xmlns:p14="http://schemas.microsoft.com/office/powerpoint/2010/main" val="15348184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B2AB2261-E123-4B26-8FD3-55986CF59F14}" type="datetimeFigureOut">
              <a:rPr lang="en-IN" smtClean="0"/>
              <a:t>31-10-2025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E1D009C-7F26-47DF-B213-1C205AF295ED}" type="slidenum">
              <a:rPr lang="en-IN" smtClean="0"/>
              <a:t>‹#›</a:t>
            </a:fld>
            <a:endParaRPr lang="en-IN"/>
          </a:p>
        </p:txBody>
      </p:sp>
    </p:spTree>
    <p:extLst>
      <p:ext uri="{BB962C8B-B14F-4D97-AF65-F5344CB8AC3E}">
        <p14:creationId xmlns:p14="http://schemas.microsoft.com/office/powerpoint/2010/main" val="5424797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2AB2261-E123-4B26-8FD3-55986CF59F14}" type="datetimeFigureOut">
              <a:rPr lang="en-IN" smtClean="0"/>
              <a:t>31-10-2025</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E1D009C-7F26-47DF-B213-1C205AF295ED}" type="slidenum">
              <a:rPr lang="en-IN" smtClean="0"/>
              <a:t>‹#›</a:t>
            </a:fld>
            <a:endParaRPr lang="en-IN"/>
          </a:p>
        </p:txBody>
      </p:sp>
    </p:spTree>
    <p:extLst>
      <p:ext uri="{BB962C8B-B14F-4D97-AF65-F5344CB8AC3E}">
        <p14:creationId xmlns:p14="http://schemas.microsoft.com/office/powerpoint/2010/main" val="161083666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3.png"/><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slide" Target="slide2.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slide" Target="slide2.xml"/><Relationship Id="rId7" Type="http://schemas.openxmlformats.org/officeDocument/2006/relationships/diagramColors" Target="../diagrams/colors2.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diagramLayout" Target="../diagrams/layout5.xml"/><Relationship Id="rId7" Type="http://schemas.openxmlformats.org/officeDocument/2006/relationships/image" Target="../media/image17.png"/><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hyperlink" Target="https://www.youtube.com/watch?v=lE5ko4ZeC_Y" TargetMode="External"/><Relationship Id="rId2" Type="http://schemas.openxmlformats.org/officeDocument/2006/relationships/hyperlink" Target="https://www.youtube.com/watch?v=7rzq2Bq_EsA" TargetMode="External"/><Relationship Id="rId1" Type="http://schemas.openxmlformats.org/officeDocument/2006/relationships/slideLayout" Target="../slideLayouts/slideLayout2.xml"/><Relationship Id="rId4" Type="http://schemas.openxmlformats.org/officeDocument/2006/relationships/hyperlink" Target="http://www.nytimes.com/2015/12/13/world/asia/korean-negotiators-falter-in-efforts-to-ease-strain-between-2-nations.html?_r=1" TargetMode="External"/></Relationships>
</file>

<file path=ppt/slides/_rels/slide2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0" y="-1"/>
            <a:ext cx="12192000" cy="6858000"/>
          </a:xfrm>
          <a:prstGeom prst="rect">
            <a:avLst/>
          </a:prstGeom>
        </p:spPr>
      </p:pic>
      <p:sp>
        <p:nvSpPr>
          <p:cNvPr id="6" name="TextBox 5"/>
          <p:cNvSpPr txBox="1"/>
          <p:nvPr/>
        </p:nvSpPr>
        <p:spPr>
          <a:xfrm>
            <a:off x="0" y="-1"/>
            <a:ext cx="5421086" cy="1107996"/>
          </a:xfrm>
          <a:prstGeom prst="rect">
            <a:avLst/>
          </a:prstGeom>
          <a:noFill/>
        </p:spPr>
        <p:txBody>
          <a:bodyPr wrap="square" rtlCol="0">
            <a:spAutoFit/>
          </a:bodyPr>
          <a:lstStyle/>
          <a:p>
            <a:r>
              <a:rPr lang="en-IN" sz="6600" dirty="0">
                <a:latin typeface="AR CHRISTY" panose="02000000000000000000" pitchFamily="2" charset="0"/>
              </a:rPr>
              <a:t>Negotiation</a:t>
            </a:r>
          </a:p>
        </p:txBody>
      </p:sp>
      <p:sp>
        <p:nvSpPr>
          <p:cNvPr id="7" name="TextBox 6"/>
          <p:cNvSpPr txBox="1"/>
          <p:nvPr/>
        </p:nvSpPr>
        <p:spPr>
          <a:xfrm>
            <a:off x="4245077" y="0"/>
            <a:ext cx="3701845" cy="1107996"/>
          </a:xfrm>
          <a:prstGeom prst="rect">
            <a:avLst/>
          </a:prstGeom>
          <a:noFill/>
        </p:spPr>
        <p:txBody>
          <a:bodyPr wrap="square" rtlCol="0">
            <a:spAutoFit/>
          </a:bodyPr>
          <a:lstStyle/>
          <a:p>
            <a:pPr algn="ctr"/>
            <a:r>
              <a:rPr lang="en-IN" sz="6600" dirty="0">
                <a:latin typeface="AR CHRISTY" panose="02000000000000000000" pitchFamily="2" charset="0"/>
              </a:rPr>
              <a:t>Skills</a:t>
            </a:r>
          </a:p>
        </p:txBody>
      </p:sp>
    </p:spTree>
    <p:extLst>
      <p:ext uri="{BB962C8B-B14F-4D97-AF65-F5344CB8AC3E}">
        <p14:creationId xmlns:p14="http://schemas.microsoft.com/office/powerpoint/2010/main" val="24519996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2"/>
          <a:stretch>
            <a:fillRect/>
          </a:stretch>
        </p:blipFill>
        <p:spPr>
          <a:xfrm>
            <a:off x="0" y="-6017"/>
            <a:ext cx="12192001" cy="6864017"/>
          </a:xfrm>
          <a:prstGeom prst="rect">
            <a:avLst/>
          </a:prstGeom>
        </p:spPr>
      </p:pic>
    </p:spTree>
    <p:extLst>
      <p:ext uri="{BB962C8B-B14F-4D97-AF65-F5344CB8AC3E}">
        <p14:creationId xmlns:p14="http://schemas.microsoft.com/office/powerpoint/2010/main" val="21824734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IN" sz="4800" dirty="0">
                <a:latin typeface="AR CHRISTY" panose="02000000000000000000" pitchFamily="2" charset="0"/>
              </a:rPr>
              <a:t>Negotiation Defined  </a:t>
            </a:r>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2395628931"/>
              </p:ext>
            </p:extLst>
          </p:nvPr>
        </p:nvGraphicFramePr>
        <p:xfrm>
          <a:off x="838200" y="1690688"/>
          <a:ext cx="10515600" cy="249630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4" name="Picture 3"/>
          <p:cNvPicPr>
            <a:picLocks noChangeAspect="1"/>
          </p:cNvPicPr>
          <p:nvPr/>
        </p:nvPicPr>
        <p:blipFill>
          <a:blip r:embed="rId7"/>
          <a:stretch>
            <a:fillRect/>
          </a:stretch>
        </p:blipFill>
        <p:spPr>
          <a:xfrm>
            <a:off x="497305" y="3253539"/>
            <a:ext cx="11181348" cy="3291640"/>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42325159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86142"/>
            <a:ext cx="10515600" cy="1325563"/>
          </a:xfrm>
        </p:spPr>
        <p:txBody>
          <a:bodyPr>
            <a:normAutofit/>
          </a:bodyPr>
          <a:lstStyle/>
          <a:p>
            <a:pPr algn="ctr"/>
            <a:r>
              <a:rPr lang="en-IN" sz="4800" dirty="0">
                <a:latin typeface="AR CHRISTY" panose="02000000000000000000" pitchFamily="2" charset="0"/>
              </a:rPr>
              <a:t>Why Negotiate?</a:t>
            </a:r>
          </a:p>
        </p:txBody>
      </p:sp>
      <p:pic>
        <p:nvPicPr>
          <p:cNvPr id="7" name="Picture 6"/>
          <p:cNvPicPr>
            <a:picLocks noChangeAspect="1"/>
          </p:cNvPicPr>
          <p:nvPr/>
        </p:nvPicPr>
        <p:blipFill>
          <a:blip r:embed="rId3"/>
          <a:stretch>
            <a:fillRect/>
          </a:stretch>
        </p:blipFill>
        <p:spPr>
          <a:xfrm>
            <a:off x="1572127" y="1074820"/>
            <a:ext cx="9047746" cy="3600906"/>
          </a:xfrm>
          <a:prstGeom prst="rect">
            <a:avLst/>
          </a:prstGeom>
        </p:spPr>
      </p:pic>
      <p:pic>
        <p:nvPicPr>
          <p:cNvPr id="10" name="Picture 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42253" y="3795082"/>
            <a:ext cx="4107493" cy="3417803"/>
          </a:xfrm>
          <a:prstGeom prst="rect">
            <a:avLst/>
          </a:prstGeom>
          <a:ln>
            <a:noFill/>
          </a:ln>
          <a:effectLst>
            <a:outerShdw blurRad="292100" dist="139700" dir="2700000" algn="tl" rotWithShape="0">
              <a:srgbClr val="333333">
                <a:alpha val="65000"/>
              </a:srgbClr>
            </a:outerShdw>
          </a:effectLst>
        </p:spPr>
      </p:pic>
      <p:sp>
        <p:nvSpPr>
          <p:cNvPr id="11" name="Arrow: Down 10">
            <a:hlinkClick r:id="rId5" action="ppaction://hlinksldjump"/>
          </p:cNvPr>
          <p:cNvSpPr/>
          <p:nvPr/>
        </p:nvSpPr>
        <p:spPr>
          <a:xfrm>
            <a:off x="5799221" y="3192379"/>
            <a:ext cx="593558" cy="978568"/>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Tree>
    <p:extLst>
      <p:ext uri="{BB962C8B-B14F-4D97-AF65-F5344CB8AC3E}">
        <p14:creationId xmlns:p14="http://schemas.microsoft.com/office/powerpoint/2010/main" val="34509873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sz="5300" b="1" dirty="0">
                <a:latin typeface="AR CHRISTY" panose="02000000000000000000" pitchFamily="2" charset="0"/>
              </a:rPr>
              <a:t>Preparation</a:t>
            </a:r>
            <a:br>
              <a:rPr lang="en-IN" b="1" dirty="0">
                <a:latin typeface="AR CHRISTY" panose="02000000000000000000" pitchFamily="2" charset="0"/>
              </a:rPr>
            </a:br>
            <a:endParaRPr lang="en-IN" dirty="0">
              <a:latin typeface="AR CHRISTY" panose="02000000000000000000" pitchFamily="2" charset="0"/>
            </a:endParaRPr>
          </a:p>
        </p:txBody>
      </p:sp>
      <p:sp>
        <p:nvSpPr>
          <p:cNvPr id="3" name="Content Placeholder 2"/>
          <p:cNvSpPr>
            <a:spLocks noGrp="1"/>
          </p:cNvSpPr>
          <p:nvPr>
            <p:ph idx="1"/>
          </p:nvPr>
        </p:nvSpPr>
        <p:spPr>
          <a:xfrm>
            <a:off x="838200" y="1322647"/>
            <a:ext cx="10515600" cy="4351338"/>
          </a:xfrm>
        </p:spPr>
        <p:txBody>
          <a:bodyPr/>
          <a:lstStyle/>
          <a:p>
            <a:pPr marL="0" indent="0" algn="ctr">
              <a:buNone/>
            </a:pPr>
            <a:r>
              <a:rPr lang="en-US" dirty="0"/>
              <a:t>Before any negotiation takes place, a decision needs to be taken as to when and where a meeting will take place to discuss the problem and who will attend.  Setting a limited time-scale can also be helpful to prevent the disagreement continuing.</a:t>
            </a:r>
            <a:br>
              <a:rPr lang="en-US" dirty="0"/>
            </a:br>
            <a:br>
              <a:rPr lang="en-US" dirty="0"/>
            </a:br>
            <a:endParaRPr lang="en-IN" dirty="0"/>
          </a:p>
        </p:txBody>
      </p:sp>
      <p:pic>
        <p:nvPicPr>
          <p:cNvPr id="4" name="Picture 3"/>
          <p:cNvPicPr>
            <a:picLocks noChangeAspect="1"/>
          </p:cNvPicPr>
          <p:nvPr/>
        </p:nvPicPr>
        <p:blipFill>
          <a:blip r:embed="rId2"/>
          <a:stretch>
            <a:fillRect/>
          </a:stretch>
        </p:blipFill>
        <p:spPr>
          <a:xfrm>
            <a:off x="2119290" y="2977979"/>
            <a:ext cx="7945870" cy="3575642"/>
          </a:xfrm>
          <a:prstGeom prst="rect">
            <a:avLst/>
          </a:prstGeom>
        </p:spPr>
      </p:pic>
    </p:spTree>
    <p:extLst>
      <p:ext uri="{BB962C8B-B14F-4D97-AF65-F5344CB8AC3E}">
        <p14:creationId xmlns:p14="http://schemas.microsoft.com/office/powerpoint/2010/main" val="37421305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671946" y="240435"/>
            <a:ext cx="10515600" cy="1325563"/>
          </a:xfrm>
        </p:spPr>
        <p:txBody>
          <a:bodyPr>
            <a:normAutofit/>
          </a:bodyPr>
          <a:lstStyle/>
          <a:p>
            <a:r>
              <a:rPr lang="en-IN" sz="4800" dirty="0">
                <a:latin typeface="AR CHRISTY" panose="02000000000000000000" pitchFamily="2" charset="0"/>
              </a:rPr>
              <a:t>Stages of </a:t>
            </a:r>
            <a:r>
              <a:rPr lang="en-IN" sz="4800" dirty="0">
                <a:latin typeface="AR CHRISTY" panose="02000000000000000000" pitchFamily="2" charset="0"/>
                <a:hlinkClick r:id="rId3" action="ppaction://hlinksldjump"/>
              </a:rPr>
              <a:t>Negotiation</a:t>
            </a:r>
            <a:endParaRPr lang="en-IN" sz="4800" dirty="0">
              <a:latin typeface="AR CHRISTY" panose="02000000000000000000" pitchFamily="2" charset="0"/>
            </a:endParaRPr>
          </a:p>
        </p:txBody>
      </p:sp>
      <p:graphicFrame>
        <p:nvGraphicFramePr>
          <p:cNvPr id="3" name="Diagram 2"/>
          <p:cNvGraphicFramePr/>
          <p:nvPr>
            <p:extLst>
              <p:ext uri="{D42A27DB-BD31-4B8C-83A1-F6EECF244321}">
                <p14:modId xmlns:p14="http://schemas.microsoft.com/office/powerpoint/2010/main" val="1318118056"/>
              </p:ext>
            </p:extLst>
          </p:nvPr>
        </p:nvGraphicFramePr>
        <p:xfrm>
          <a:off x="2045855" y="1273848"/>
          <a:ext cx="8128000" cy="5418667"/>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32885625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sz="5300" b="1" dirty="0">
                <a:latin typeface="AR CHRISTY" panose="02000000000000000000" pitchFamily="2" charset="0"/>
              </a:rPr>
              <a:t>Discussion</a:t>
            </a:r>
            <a:br>
              <a:rPr lang="en-IN" b="1" dirty="0"/>
            </a:br>
            <a:endParaRPr lang="en-IN" dirty="0"/>
          </a:p>
        </p:txBody>
      </p:sp>
      <p:sp>
        <p:nvSpPr>
          <p:cNvPr id="3" name="Content Placeholder 2"/>
          <p:cNvSpPr>
            <a:spLocks noGrp="1"/>
          </p:cNvSpPr>
          <p:nvPr>
            <p:ph idx="1"/>
          </p:nvPr>
        </p:nvSpPr>
        <p:spPr>
          <a:xfrm>
            <a:off x="838199" y="1397921"/>
            <a:ext cx="10515600" cy="4351338"/>
          </a:xfrm>
        </p:spPr>
        <p:txBody>
          <a:bodyPr/>
          <a:lstStyle/>
          <a:p>
            <a:pPr marL="0" indent="0" algn="ctr">
              <a:buNone/>
            </a:pPr>
            <a:r>
              <a:rPr lang="en-US" dirty="0"/>
              <a:t>During this stage, individuals or members of each side put forward the case as they see it, i.e. their understanding of the situation. </a:t>
            </a:r>
            <a:br>
              <a:rPr lang="en-US" dirty="0"/>
            </a:br>
            <a:br>
              <a:rPr lang="en-US" dirty="0"/>
            </a:br>
            <a:endParaRPr lang="en-IN" dirty="0"/>
          </a:p>
        </p:txBody>
      </p:sp>
      <p:pic>
        <p:nvPicPr>
          <p:cNvPr id="4" name="Picture 3"/>
          <p:cNvPicPr>
            <a:picLocks noChangeAspect="1"/>
          </p:cNvPicPr>
          <p:nvPr/>
        </p:nvPicPr>
        <p:blipFill>
          <a:blip r:embed="rId2"/>
          <a:stretch>
            <a:fillRect/>
          </a:stretch>
        </p:blipFill>
        <p:spPr>
          <a:xfrm>
            <a:off x="4041059" y="2267667"/>
            <a:ext cx="4352156" cy="4352156"/>
          </a:xfrm>
          <a:prstGeom prst="rect">
            <a:avLst/>
          </a:prstGeom>
        </p:spPr>
      </p:pic>
    </p:spTree>
    <p:extLst>
      <p:ext uri="{BB962C8B-B14F-4D97-AF65-F5344CB8AC3E}">
        <p14:creationId xmlns:p14="http://schemas.microsoft.com/office/powerpoint/2010/main" val="33880705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IN" sz="4800" b="1" dirty="0">
                <a:latin typeface="AR CHRISTY" panose="02000000000000000000" pitchFamily="2" charset="0"/>
              </a:rPr>
              <a:t>Clarifying Goals</a:t>
            </a:r>
            <a:br>
              <a:rPr lang="en-IN" sz="4800" b="1" dirty="0">
                <a:latin typeface="AR CHRISTY" panose="02000000000000000000" pitchFamily="2" charset="0"/>
              </a:rPr>
            </a:br>
            <a:endParaRPr lang="en-IN" sz="4800" dirty="0">
              <a:latin typeface="AR CHRISTY" panose="02000000000000000000" pitchFamily="2" charset="0"/>
            </a:endParaRPr>
          </a:p>
        </p:txBody>
      </p:sp>
      <p:sp>
        <p:nvSpPr>
          <p:cNvPr id="3" name="Content Placeholder 2"/>
          <p:cNvSpPr>
            <a:spLocks noGrp="1"/>
          </p:cNvSpPr>
          <p:nvPr>
            <p:ph idx="1"/>
          </p:nvPr>
        </p:nvSpPr>
        <p:spPr>
          <a:xfrm>
            <a:off x="838200" y="1397922"/>
            <a:ext cx="10515600" cy="4351338"/>
          </a:xfrm>
        </p:spPr>
        <p:txBody>
          <a:bodyPr/>
          <a:lstStyle/>
          <a:p>
            <a:pPr marL="0" indent="0" algn="ctr">
              <a:buNone/>
            </a:pPr>
            <a:r>
              <a:rPr lang="en-US" dirty="0"/>
              <a:t>From the discussion, the goals, interests and viewpoints of both sides of the disagreement need to be clarified. </a:t>
            </a:r>
            <a:br>
              <a:rPr lang="en-US" dirty="0"/>
            </a:br>
            <a:br>
              <a:rPr lang="en-US" dirty="0"/>
            </a:br>
            <a:endParaRPr lang="en-IN" dirty="0"/>
          </a:p>
        </p:txBody>
      </p:sp>
      <p:pic>
        <p:nvPicPr>
          <p:cNvPr id="4" name="Picture 3"/>
          <p:cNvPicPr>
            <a:picLocks noChangeAspect="1"/>
          </p:cNvPicPr>
          <p:nvPr/>
        </p:nvPicPr>
        <p:blipFill>
          <a:blip r:embed="rId2"/>
          <a:stretch>
            <a:fillRect/>
          </a:stretch>
        </p:blipFill>
        <p:spPr>
          <a:xfrm>
            <a:off x="604849" y="2590750"/>
            <a:ext cx="10982302" cy="4058572"/>
          </a:xfrm>
          <a:prstGeom prst="rect">
            <a:avLst/>
          </a:prstGeom>
        </p:spPr>
      </p:pic>
    </p:spTree>
    <p:extLst>
      <p:ext uri="{BB962C8B-B14F-4D97-AF65-F5344CB8AC3E}">
        <p14:creationId xmlns:p14="http://schemas.microsoft.com/office/powerpoint/2010/main" val="29874730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800" b="1" dirty="0">
                <a:latin typeface="AR CHRISTY" panose="02000000000000000000" pitchFamily="2" charset="0"/>
              </a:rPr>
              <a:t>Negotiate Towards a Win-Win Outcome</a:t>
            </a:r>
            <a:br>
              <a:rPr lang="en-US" sz="4800" b="1" dirty="0">
                <a:latin typeface="AR CHRISTY" panose="02000000000000000000" pitchFamily="2" charset="0"/>
              </a:rPr>
            </a:br>
            <a:endParaRPr lang="en-IN" sz="4800" dirty="0">
              <a:latin typeface="AR CHRISTY" panose="02000000000000000000" pitchFamily="2" charset="0"/>
            </a:endParaRPr>
          </a:p>
        </p:txBody>
      </p:sp>
      <p:sp>
        <p:nvSpPr>
          <p:cNvPr id="3" name="Content Placeholder 2"/>
          <p:cNvSpPr>
            <a:spLocks noGrp="1"/>
          </p:cNvSpPr>
          <p:nvPr>
            <p:ph idx="1"/>
          </p:nvPr>
        </p:nvSpPr>
        <p:spPr>
          <a:xfrm>
            <a:off x="838200" y="1397922"/>
            <a:ext cx="10515600" cy="4351338"/>
          </a:xfrm>
        </p:spPr>
        <p:txBody>
          <a:bodyPr/>
          <a:lstStyle/>
          <a:p>
            <a:pPr marL="0" indent="0" algn="ctr">
              <a:buNone/>
            </a:pPr>
            <a:r>
              <a:rPr lang="en-US" dirty="0"/>
              <a:t>This stage focuses on what is termed a 'win-win' outcome where both sides feel they have gained something positive through the process of negotiation and both sides feel their point of view has been taken into consideration.</a:t>
            </a:r>
            <a:br>
              <a:rPr lang="en-US" dirty="0"/>
            </a:br>
            <a:br>
              <a:rPr lang="en-US" dirty="0"/>
            </a:br>
            <a:endParaRPr lang="en-IN" dirty="0"/>
          </a:p>
        </p:txBody>
      </p:sp>
      <p:pic>
        <p:nvPicPr>
          <p:cNvPr id="5" name="Picture 4"/>
          <p:cNvPicPr>
            <a:picLocks noChangeAspect="1"/>
          </p:cNvPicPr>
          <p:nvPr/>
        </p:nvPicPr>
        <p:blipFill>
          <a:blip r:embed="rId2"/>
          <a:stretch>
            <a:fillRect/>
          </a:stretch>
        </p:blipFill>
        <p:spPr>
          <a:xfrm>
            <a:off x="2256503" y="3350495"/>
            <a:ext cx="7521354" cy="3197789"/>
          </a:xfrm>
          <a:prstGeom prst="rect">
            <a:avLst/>
          </a:prstGeom>
        </p:spPr>
      </p:pic>
    </p:spTree>
    <p:extLst>
      <p:ext uri="{BB962C8B-B14F-4D97-AF65-F5344CB8AC3E}">
        <p14:creationId xmlns:p14="http://schemas.microsoft.com/office/powerpoint/2010/main" val="25790508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sz="5300" b="1" dirty="0">
                <a:latin typeface="AR CHRISTY" panose="02000000000000000000" pitchFamily="2" charset="0"/>
              </a:rPr>
              <a:t>Agreement</a:t>
            </a:r>
            <a:br>
              <a:rPr lang="en-IN" b="1" dirty="0"/>
            </a:br>
            <a:endParaRPr lang="en-IN" dirty="0"/>
          </a:p>
        </p:txBody>
      </p:sp>
      <p:sp>
        <p:nvSpPr>
          <p:cNvPr id="3" name="Content Placeholder 2"/>
          <p:cNvSpPr>
            <a:spLocks noGrp="1"/>
          </p:cNvSpPr>
          <p:nvPr>
            <p:ph idx="1"/>
          </p:nvPr>
        </p:nvSpPr>
        <p:spPr>
          <a:xfrm>
            <a:off x="838200" y="1412670"/>
            <a:ext cx="10515600" cy="4351338"/>
          </a:xfrm>
        </p:spPr>
        <p:txBody>
          <a:bodyPr/>
          <a:lstStyle/>
          <a:p>
            <a:pPr marL="0" indent="0" algn="ctr">
              <a:buNone/>
            </a:pPr>
            <a:r>
              <a:rPr lang="en-US" dirty="0"/>
              <a:t>Agreement can be achieved once understanding of both sides’ viewpoints and interests have been considered. </a:t>
            </a:r>
            <a:br>
              <a:rPr lang="en-US" dirty="0"/>
            </a:br>
            <a:endParaRPr lang="en-IN" dirty="0"/>
          </a:p>
        </p:txBody>
      </p:sp>
      <p:pic>
        <p:nvPicPr>
          <p:cNvPr id="4" name="Picture 3"/>
          <p:cNvPicPr>
            <a:picLocks noChangeAspect="1"/>
          </p:cNvPicPr>
          <p:nvPr/>
        </p:nvPicPr>
        <p:blipFill>
          <a:blip r:embed="rId2"/>
          <a:stretch>
            <a:fillRect/>
          </a:stretch>
        </p:blipFill>
        <p:spPr>
          <a:xfrm>
            <a:off x="2193103" y="2738233"/>
            <a:ext cx="7805794" cy="3666358"/>
          </a:xfrm>
          <a:prstGeom prst="rect">
            <a:avLst/>
          </a:prstGeom>
        </p:spPr>
      </p:pic>
    </p:spTree>
    <p:extLst>
      <p:ext uri="{BB962C8B-B14F-4D97-AF65-F5344CB8AC3E}">
        <p14:creationId xmlns:p14="http://schemas.microsoft.com/office/powerpoint/2010/main" val="25577592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AR CHRISTY" panose="02000000000000000000" pitchFamily="2" charset="0"/>
              </a:rPr>
              <a:t>Implementing a Course of Action</a:t>
            </a:r>
            <a:br>
              <a:rPr lang="en-US" b="1" dirty="0"/>
            </a:br>
            <a:endParaRPr lang="en-IN" dirty="0"/>
          </a:p>
        </p:txBody>
      </p:sp>
      <p:sp>
        <p:nvSpPr>
          <p:cNvPr id="3" name="Content Placeholder 2"/>
          <p:cNvSpPr>
            <a:spLocks noGrp="1"/>
          </p:cNvSpPr>
          <p:nvPr>
            <p:ph idx="1"/>
          </p:nvPr>
        </p:nvSpPr>
        <p:spPr>
          <a:xfrm>
            <a:off x="838200" y="1456916"/>
            <a:ext cx="10515600" cy="1758233"/>
          </a:xfrm>
        </p:spPr>
        <p:txBody>
          <a:bodyPr/>
          <a:lstStyle/>
          <a:p>
            <a:pPr marL="0" indent="0" algn="ctr">
              <a:buNone/>
            </a:pPr>
            <a:r>
              <a:rPr lang="en-US" dirty="0"/>
              <a:t>From the agreement, a course of action has to be implemented to carry through the decision.</a:t>
            </a:r>
            <a:br>
              <a:rPr lang="en-US" dirty="0"/>
            </a:br>
            <a:br>
              <a:rPr lang="en-US" dirty="0"/>
            </a:br>
            <a:endParaRPr lang="en-IN" dirty="0"/>
          </a:p>
        </p:txBody>
      </p:sp>
      <p:pic>
        <p:nvPicPr>
          <p:cNvPr id="4" name="Picture 3"/>
          <p:cNvPicPr>
            <a:picLocks noChangeAspect="1"/>
          </p:cNvPicPr>
          <p:nvPr/>
        </p:nvPicPr>
        <p:blipFill>
          <a:blip r:embed="rId2"/>
          <a:stretch>
            <a:fillRect/>
          </a:stretch>
        </p:blipFill>
        <p:spPr>
          <a:xfrm>
            <a:off x="3996197" y="2539231"/>
            <a:ext cx="4454627" cy="3535418"/>
          </a:xfrm>
          <a:prstGeom prst="rect">
            <a:avLst/>
          </a:prstGeom>
        </p:spPr>
      </p:pic>
    </p:spTree>
    <p:extLst>
      <p:ext uri="{BB962C8B-B14F-4D97-AF65-F5344CB8AC3E}">
        <p14:creationId xmlns:p14="http://schemas.microsoft.com/office/powerpoint/2010/main" val="2562917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sz="5300" b="1" dirty="0">
                <a:latin typeface="AR CHRISTY" panose="02000000000000000000" pitchFamily="2" charset="0"/>
              </a:rPr>
              <a:t>Failure to Agree</a:t>
            </a:r>
            <a:br>
              <a:rPr lang="en-IN" b="1" dirty="0"/>
            </a:br>
            <a:endParaRPr lang="en-IN" dirty="0"/>
          </a:p>
        </p:txBody>
      </p:sp>
      <p:sp>
        <p:nvSpPr>
          <p:cNvPr id="3" name="Content Placeholder 2"/>
          <p:cNvSpPr>
            <a:spLocks noGrp="1"/>
          </p:cNvSpPr>
          <p:nvPr>
            <p:ph idx="1"/>
          </p:nvPr>
        </p:nvSpPr>
        <p:spPr>
          <a:xfrm>
            <a:off x="838200" y="1368425"/>
            <a:ext cx="10515600" cy="3129833"/>
          </a:xfrm>
        </p:spPr>
        <p:txBody>
          <a:bodyPr/>
          <a:lstStyle/>
          <a:p>
            <a:pPr marL="0" indent="0" algn="ctr">
              <a:buNone/>
            </a:pPr>
            <a:r>
              <a:rPr lang="en-US" dirty="0"/>
              <a:t>If the process of negotiation breaks down and agreement cannot be reached, then re-scheduling a further meeting is called for.  This avoids all parties becoming embroiled in heated discussion or argument, which not only wastes time but can also damage future relationships.</a:t>
            </a:r>
            <a:br>
              <a:rPr lang="en-US" dirty="0"/>
            </a:br>
            <a:br>
              <a:rPr lang="en-US" dirty="0"/>
            </a:br>
            <a:endParaRPr lang="en-IN" dirty="0"/>
          </a:p>
        </p:txBody>
      </p:sp>
      <p:pic>
        <p:nvPicPr>
          <p:cNvPr id="4" name="Picture 3"/>
          <p:cNvPicPr>
            <a:picLocks noChangeAspect="1"/>
          </p:cNvPicPr>
          <p:nvPr/>
        </p:nvPicPr>
        <p:blipFill>
          <a:blip r:embed="rId3"/>
          <a:stretch>
            <a:fillRect/>
          </a:stretch>
        </p:blipFill>
        <p:spPr>
          <a:xfrm>
            <a:off x="3406874" y="3008399"/>
            <a:ext cx="5534512" cy="3687369"/>
          </a:xfrm>
          <a:prstGeom prst="rect">
            <a:avLst/>
          </a:prstGeom>
          <a:ln>
            <a:noFill/>
          </a:ln>
          <a:effectLst>
            <a:softEdge rad="112500"/>
          </a:effectLst>
        </p:spPr>
      </p:pic>
    </p:spTree>
    <p:extLst>
      <p:ext uri="{BB962C8B-B14F-4D97-AF65-F5344CB8AC3E}">
        <p14:creationId xmlns:p14="http://schemas.microsoft.com/office/powerpoint/2010/main" val="34651831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sz="5300" b="1" dirty="0">
                <a:latin typeface="AR CHRISTY" panose="02000000000000000000" pitchFamily="2" charset="0"/>
              </a:rPr>
              <a:t>Informal Negotiation</a:t>
            </a:r>
            <a:br>
              <a:rPr lang="en-IN" b="1" dirty="0"/>
            </a:br>
            <a:endParaRPr lang="en-IN" dirty="0"/>
          </a:p>
        </p:txBody>
      </p:sp>
      <p:sp>
        <p:nvSpPr>
          <p:cNvPr id="3" name="Content Placeholder 2"/>
          <p:cNvSpPr>
            <a:spLocks noGrp="1"/>
          </p:cNvSpPr>
          <p:nvPr>
            <p:ph idx="1"/>
          </p:nvPr>
        </p:nvSpPr>
        <p:spPr>
          <a:xfrm>
            <a:off x="838200" y="1147198"/>
            <a:ext cx="10515600" cy="4351338"/>
          </a:xfrm>
        </p:spPr>
        <p:txBody>
          <a:bodyPr>
            <a:normAutofit/>
          </a:bodyPr>
          <a:lstStyle/>
          <a:p>
            <a:pPr marL="0" indent="0" algn="ctr">
              <a:buNone/>
            </a:pPr>
            <a:r>
              <a:rPr lang="en-US" dirty="0"/>
              <a:t>There are times when there is a need to negotiate more informally.  At such times, when a difference of opinion arises, it might not be possible or appropriate to go through the stages set out above in a formal manner. </a:t>
            </a:r>
          </a:p>
          <a:p>
            <a:pPr marL="0" indent="0" algn="ctr">
              <a:buNone/>
            </a:pPr>
            <a:r>
              <a:rPr lang="en-US" dirty="0"/>
              <a:t>Nevertheless, remembering the key points in the stages of formal negotiation may be very helpful in a variety of informal situations.</a:t>
            </a:r>
          </a:p>
          <a:p>
            <a:pPr marL="0" indent="0">
              <a:buNone/>
            </a:pPr>
            <a:br>
              <a:rPr lang="en-US" dirty="0"/>
            </a:br>
            <a:endParaRPr lang="en-IN" dirty="0"/>
          </a:p>
        </p:txBody>
      </p:sp>
      <p:pic>
        <p:nvPicPr>
          <p:cNvPr id="4" name="Picture 3"/>
          <p:cNvPicPr>
            <a:picLocks noChangeAspect="1"/>
          </p:cNvPicPr>
          <p:nvPr/>
        </p:nvPicPr>
        <p:blipFill>
          <a:blip r:embed="rId2"/>
          <a:stretch>
            <a:fillRect/>
          </a:stretch>
        </p:blipFill>
        <p:spPr>
          <a:xfrm>
            <a:off x="3869684" y="3653553"/>
            <a:ext cx="4452631" cy="2954452"/>
          </a:xfrm>
          <a:prstGeom prst="rect">
            <a:avLst/>
          </a:prstGeom>
        </p:spPr>
      </p:pic>
    </p:spTree>
    <p:extLst>
      <p:ext uri="{BB962C8B-B14F-4D97-AF65-F5344CB8AC3E}">
        <p14:creationId xmlns:p14="http://schemas.microsoft.com/office/powerpoint/2010/main" val="12874119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99651" y="796413"/>
            <a:ext cx="10601633" cy="2020529"/>
          </a:xfrm>
        </p:spPr>
        <p:txBody>
          <a:bodyPr>
            <a:normAutofit fontScale="90000"/>
          </a:bodyPr>
          <a:lstStyle/>
          <a:p>
            <a:pPr algn="ctr"/>
            <a:r>
              <a:rPr lang="en-US" dirty="0">
                <a:latin typeface="AR CHRISTY" panose="02000000000000000000" pitchFamily="2" charset="0"/>
              </a:rPr>
              <a:t>In any negotiation, the following three elements are important and likely to affect the ultimate outcome of the negotiation:</a:t>
            </a:r>
            <a:br>
              <a:rPr lang="en-US" dirty="0">
                <a:latin typeface="AR CHRISTY" panose="02000000000000000000" pitchFamily="2" charset="0"/>
              </a:rPr>
            </a:br>
            <a:br>
              <a:rPr lang="en-US" dirty="0"/>
            </a:br>
            <a:endParaRPr lang="en-IN" dirty="0"/>
          </a:p>
        </p:txBody>
      </p:sp>
      <p:graphicFrame>
        <p:nvGraphicFramePr>
          <p:cNvPr id="4" name="Diagram 3"/>
          <p:cNvGraphicFramePr/>
          <p:nvPr>
            <p:extLst>
              <p:ext uri="{D42A27DB-BD31-4B8C-83A1-F6EECF244321}">
                <p14:modId xmlns:p14="http://schemas.microsoft.com/office/powerpoint/2010/main" val="1113478209"/>
              </p:ext>
            </p:extLst>
          </p:nvPr>
        </p:nvGraphicFramePr>
        <p:xfrm>
          <a:off x="1747477" y="2227006"/>
          <a:ext cx="8905979" cy="445401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6482727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75160" y="0"/>
            <a:ext cx="10515600" cy="1325563"/>
          </a:xfrm>
        </p:spPr>
        <p:txBody>
          <a:bodyPr>
            <a:normAutofit/>
          </a:bodyPr>
          <a:lstStyle/>
          <a:p>
            <a:pPr algn="ctr"/>
            <a:r>
              <a:rPr lang="en-IN" sz="4800" dirty="0">
                <a:latin typeface="AR CHRISTY" panose="02000000000000000000" pitchFamily="2" charset="0"/>
              </a:rPr>
              <a:t>Negotiation Models </a:t>
            </a:r>
          </a:p>
        </p:txBody>
      </p:sp>
      <p:sp>
        <p:nvSpPr>
          <p:cNvPr id="3" name="Content Placeholder 2"/>
          <p:cNvSpPr>
            <a:spLocks noGrp="1"/>
          </p:cNvSpPr>
          <p:nvPr>
            <p:ph idx="1"/>
          </p:nvPr>
        </p:nvSpPr>
        <p:spPr>
          <a:xfrm>
            <a:off x="292509" y="1528455"/>
            <a:ext cx="3955026" cy="4351338"/>
          </a:xfrm>
        </p:spPr>
        <p:txBody>
          <a:bodyPr/>
          <a:lstStyle/>
          <a:p>
            <a:pPr marL="0" indent="0" algn="ctr">
              <a:buNone/>
            </a:pPr>
            <a:r>
              <a:rPr lang="en-IN" dirty="0"/>
              <a:t>In this model no body is at less and it is the accepted model.</a:t>
            </a:r>
          </a:p>
          <a:p>
            <a:pPr marL="0" indent="0" algn="ctr">
              <a:buNone/>
            </a:pPr>
            <a:r>
              <a:rPr lang="en-IN" dirty="0" err="1"/>
              <a:t>Eg</a:t>
            </a:r>
            <a:r>
              <a:rPr lang="en-IN" dirty="0"/>
              <a:t>- Customer and shopkeeper </a:t>
            </a:r>
          </a:p>
        </p:txBody>
      </p:sp>
      <p:pic>
        <p:nvPicPr>
          <p:cNvPr id="4" name="Picture 3"/>
          <p:cNvPicPr>
            <a:picLocks noChangeAspect="1"/>
          </p:cNvPicPr>
          <p:nvPr/>
        </p:nvPicPr>
        <p:blipFill>
          <a:blip r:embed="rId2"/>
          <a:stretch>
            <a:fillRect/>
          </a:stretch>
        </p:blipFill>
        <p:spPr>
          <a:xfrm>
            <a:off x="626806" y="3704124"/>
            <a:ext cx="3286432" cy="2195337"/>
          </a:xfrm>
          <a:prstGeom prst="rect">
            <a:avLst/>
          </a:prstGeom>
        </p:spPr>
      </p:pic>
      <p:sp>
        <p:nvSpPr>
          <p:cNvPr id="6" name="TextBox 5"/>
          <p:cNvSpPr txBox="1"/>
          <p:nvPr/>
        </p:nvSpPr>
        <p:spPr>
          <a:xfrm>
            <a:off x="4375355" y="1528455"/>
            <a:ext cx="3726426" cy="954107"/>
          </a:xfrm>
          <a:prstGeom prst="rect">
            <a:avLst/>
          </a:prstGeom>
          <a:noFill/>
        </p:spPr>
        <p:txBody>
          <a:bodyPr wrap="square" rtlCol="0">
            <a:spAutoFit/>
          </a:bodyPr>
          <a:lstStyle/>
          <a:p>
            <a:pPr algn="ctr"/>
            <a:r>
              <a:rPr lang="en-IN" sz="2800" dirty="0"/>
              <a:t>In this model one wins and other loose</a:t>
            </a:r>
          </a:p>
        </p:txBody>
      </p:sp>
      <p:pic>
        <p:nvPicPr>
          <p:cNvPr id="7" name="Picture 6"/>
          <p:cNvPicPr>
            <a:picLocks noChangeAspect="1"/>
          </p:cNvPicPr>
          <p:nvPr/>
        </p:nvPicPr>
        <p:blipFill>
          <a:blip r:embed="rId3"/>
          <a:stretch>
            <a:fillRect/>
          </a:stretch>
        </p:blipFill>
        <p:spPr>
          <a:xfrm>
            <a:off x="4375355" y="3837623"/>
            <a:ext cx="3715210" cy="1568517"/>
          </a:xfrm>
          <a:prstGeom prst="rect">
            <a:avLst/>
          </a:prstGeom>
        </p:spPr>
      </p:pic>
      <p:sp>
        <p:nvSpPr>
          <p:cNvPr id="8" name="TextBox 7"/>
          <p:cNvSpPr txBox="1"/>
          <p:nvPr/>
        </p:nvSpPr>
        <p:spPr>
          <a:xfrm>
            <a:off x="8229601" y="1528455"/>
            <a:ext cx="3377380" cy="1384995"/>
          </a:xfrm>
          <a:prstGeom prst="rect">
            <a:avLst/>
          </a:prstGeom>
          <a:noFill/>
        </p:spPr>
        <p:txBody>
          <a:bodyPr wrap="square" rtlCol="0">
            <a:spAutoFit/>
          </a:bodyPr>
          <a:lstStyle/>
          <a:p>
            <a:pPr algn="ctr"/>
            <a:r>
              <a:rPr lang="en-IN" sz="2800" dirty="0"/>
              <a:t>Two parties not willing to accept each others views</a:t>
            </a:r>
          </a:p>
        </p:txBody>
      </p:sp>
      <p:pic>
        <p:nvPicPr>
          <p:cNvPr id="9" name="Picture 8"/>
          <p:cNvPicPr>
            <a:picLocks noChangeAspect="1"/>
          </p:cNvPicPr>
          <p:nvPr/>
        </p:nvPicPr>
        <p:blipFill>
          <a:blip r:embed="rId4"/>
          <a:stretch>
            <a:fillRect/>
          </a:stretch>
        </p:blipFill>
        <p:spPr>
          <a:xfrm>
            <a:off x="8878529" y="3837623"/>
            <a:ext cx="2728452" cy="1591262"/>
          </a:xfrm>
          <a:prstGeom prst="rect">
            <a:avLst/>
          </a:prstGeom>
        </p:spPr>
      </p:pic>
    </p:spTree>
    <p:extLst>
      <p:ext uri="{BB962C8B-B14F-4D97-AF65-F5344CB8AC3E}">
        <p14:creationId xmlns:p14="http://schemas.microsoft.com/office/powerpoint/2010/main" val="41095524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AR CHRISTY" panose="02000000000000000000" pitchFamily="2" charset="0"/>
              </a:rPr>
              <a:t>RADPAC Model of Negotiation </a:t>
            </a:r>
          </a:p>
        </p:txBody>
      </p:sp>
      <p:graphicFrame>
        <p:nvGraphicFramePr>
          <p:cNvPr id="8" name="Diagram 7"/>
          <p:cNvGraphicFramePr/>
          <p:nvPr>
            <p:extLst>
              <p:ext uri="{D42A27DB-BD31-4B8C-83A1-F6EECF244321}">
                <p14:modId xmlns:p14="http://schemas.microsoft.com/office/powerpoint/2010/main" val="2401544075"/>
              </p:ext>
            </p:extLst>
          </p:nvPr>
        </p:nvGraphicFramePr>
        <p:xfrm>
          <a:off x="294969" y="855407"/>
          <a:ext cx="11312012" cy="600259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6054142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1942" y="1763486"/>
            <a:ext cx="10515600" cy="2006725"/>
          </a:xfrm>
        </p:spPr>
        <p:style>
          <a:lnRef idx="2">
            <a:schemeClr val="accent6">
              <a:shade val="50000"/>
            </a:schemeClr>
          </a:lnRef>
          <a:fillRef idx="1">
            <a:schemeClr val="accent6"/>
          </a:fillRef>
          <a:effectRef idx="0">
            <a:schemeClr val="accent6"/>
          </a:effectRef>
          <a:fontRef idx="minor">
            <a:schemeClr val="lt1"/>
          </a:fontRef>
        </p:style>
        <p:txBody>
          <a:bodyPr>
            <a:normAutofit fontScale="90000"/>
          </a:bodyPr>
          <a:lstStyle/>
          <a:p>
            <a:pPr algn="ctr"/>
            <a:r>
              <a:rPr lang="en-US" sz="5300" dirty="0">
                <a:latin typeface="AR CHRISTY" panose="02000000000000000000" pitchFamily="2" charset="0"/>
              </a:rPr>
              <a:t>Top Ten Effective Negotiation Skills</a:t>
            </a:r>
            <a:br>
              <a:rPr lang="en-US" dirty="0"/>
            </a:br>
            <a:endParaRPr lang="en-IN" dirty="0"/>
          </a:p>
        </p:txBody>
      </p:sp>
    </p:spTree>
    <p:extLst>
      <p:ext uri="{BB962C8B-B14F-4D97-AF65-F5344CB8AC3E}">
        <p14:creationId xmlns:p14="http://schemas.microsoft.com/office/powerpoint/2010/main" val="278923142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 3"/>
          <p:cNvGraphicFramePr/>
          <p:nvPr>
            <p:extLst>
              <p:ext uri="{D42A27DB-BD31-4B8C-83A1-F6EECF244321}">
                <p14:modId xmlns:p14="http://schemas.microsoft.com/office/powerpoint/2010/main" val="1657728580"/>
              </p:ext>
            </p:extLst>
          </p:nvPr>
        </p:nvGraphicFramePr>
        <p:xfrm>
          <a:off x="221226" y="206478"/>
          <a:ext cx="11680722" cy="665152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5" name="Picture 4"/>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227919" y="3704084"/>
            <a:ext cx="6386819" cy="3005562"/>
          </a:xfrm>
          <a:prstGeom prst="rect">
            <a:avLst/>
          </a:prstGeom>
        </p:spPr>
      </p:pic>
      <p:pic>
        <p:nvPicPr>
          <p:cNvPr id="6" name="Picture 5"/>
          <p:cNvPicPr>
            <a:picLocks noChangeAspect="1"/>
          </p:cNvPicPr>
          <p:nvPr/>
        </p:nvPicPr>
        <p:blipFill>
          <a:blip r:embed="rId8"/>
          <a:stretch>
            <a:fillRect/>
          </a:stretch>
        </p:blipFill>
        <p:spPr>
          <a:xfrm>
            <a:off x="5339685" y="206478"/>
            <a:ext cx="5426637" cy="3349253"/>
          </a:xfrm>
          <a:prstGeom prst="rect">
            <a:avLst/>
          </a:prstGeom>
        </p:spPr>
      </p:pic>
    </p:spTree>
    <p:extLst>
      <p:ext uri="{BB962C8B-B14F-4D97-AF65-F5344CB8AC3E}">
        <p14:creationId xmlns:p14="http://schemas.microsoft.com/office/powerpoint/2010/main" val="300595751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p:cNvGrpSpPr/>
          <p:nvPr/>
        </p:nvGrpSpPr>
        <p:grpSpPr>
          <a:xfrm>
            <a:off x="9448313" y="228569"/>
            <a:ext cx="2291892" cy="2662068"/>
            <a:chOff x="811150" y="244272"/>
            <a:chExt cx="2291892" cy="2662068"/>
          </a:xfrm>
        </p:grpSpPr>
        <p:sp>
          <p:nvSpPr>
            <p:cNvPr id="5" name="Hexagon 4"/>
            <p:cNvSpPr/>
            <p:nvPr/>
          </p:nvSpPr>
          <p:spPr>
            <a:xfrm rot="5400000">
              <a:off x="626062" y="429360"/>
              <a:ext cx="2662068" cy="2291892"/>
            </a:xfrm>
            <a:prstGeom prst="hexagon">
              <a:avLst>
                <a:gd name="adj" fmla="val 25000"/>
                <a:gd name="vf" fmla="val 11547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US"/>
            </a:p>
          </p:txBody>
        </p:sp>
        <p:sp>
          <p:nvSpPr>
            <p:cNvPr id="6" name="Hexagon 4"/>
            <p:cNvSpPr txBox="1"/>
            <p:nvPr/>
          </p:nvSpPr>
          <p:spPr>
            <a:xfrm>
              <a:off x="1166574" y="657102"/>
              <a:ext cx="1581044" cy="1836408"/>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algn="ctr" defTabSz="1600200">
                <a:lnSpc>
                  <a:spcPct val="90000"/>
                </a:lnSpc>
                <a:spcBef>
                  <a:spcPct val="0"/>
                </a:spcBef>
                <a:spcAft>
                  <a:spcPct val="35000"/>
                </a:spcAft>
              </a:pPr>
              <a:r>
                <a:rPr lang="en-IN" sz="3200" dirty="0"/>
                <a:t>Active Listening</a:t>
              </a:r>
            </a:p>
            <a:p>
              <a:pPr marL="0" lvl="0" indent="0" algn="ctr" defTabSz="1600200">
                <a:lnSpc>
                  <a:spcPct val="90000"/>
                </a:lnSpc>
                <a:spcBef>
                  <a:spcPct val="0"/>
                </a:spcBef>
                <a:spcAft>
                  <a:spcPct val="35000"/>
                </a:spcAft>
                <a:buNone/>
              </a:pPr>
              <a:endParaRPr lang="en-US" sz="3600" kern="1200" dirty="0"/>
            </a:p>
          </p:txBody>
        </p:sp>
      </p:grpSp>
      <p:grpSp>
        <p:nvGrpSpPr>
          <p:cNvPr id="7" name="Group 6"/>
          <p:cNvGrpSpPr/>
          <p:nvPr/>
        </p:nvGrpSpPr>
        <p:grpSpPr>
          <a:xfrm>
            <a:off x="9448313" y="4030005"/>
            <a:ext cx="2291892" cy="2662068"/>
            <a:chOff x="811150" y="244272"/>
            <a:chExt cx="2291892" cy="2662068"/>
          </a:xfrm>
        </p:grpSpPr>
        <p:sp>
          <p:nvSpPr>
            <p:cNvPr id="8" name="Hexagon 7"/>
            <p:cNvSpPr/>
            <p:nvPr/>
          </p:nvSpPr>
          <p:spPr>
            <a:xfrm rot="5400000">
              <a:off x="626062" y="429360"/>
              <a:ext cx="2662068" cy="2291892"/>
            </a:xfrm>
            <a:prstGeom prst="hexagon">
              <a:avLst>
                <a:gd name="adj" fmla="val 25000"/>
                <a:gd name="vf" fmla="val 11547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US"/>
            </a:p>
          </p:txBody>
        </p:sp>
        <p:sp>
          <p:nvSpPr>
            <p:cNvPr id="9" name="Hexagon 4"/>
            <p:cNvSpPr txBox="1"/>
            <p:nvPr/>
          </p:nvSpPr>
          <p:spPr>
            <a:xfrm>
              <a:off x="1166574" y="657102"/>
              <a:ext cx="1581044" cy="1836408"/>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algn="ctr" defTabSz="1600200">
                <a:lnSpc>
                  <a:spcPct val="90000"/>
                </a:lnSpc>
                <a:spcBef>
                  <a:spcPct val="0"/>
                </a:spcBef>
                <a:spcAft>
                  <a:spcPct val="35000"/>
                </a:spcAft>
              </a:pPr>
              <a:r>
                <a:rPr lang="en-IN" sz="2800" dirty="0"/>
                <a:t>Emotional Control</a:t>
              </a:r>
            </a:p>
            <a:p>
              <a:pPr marL="0" lvl="0" indent="0" algn="ctr" defTabSz="1600200">
                <a:lnSpc>
                  <a:spcPct val="90000"/>
                </a:lnSpc>
                <a:spcBef>
                  <a:spcPct val="0"/>
                </a:spcBef>
                <a:spcAft>
                  <a:spcPct val="35000"/>
                </a:spcAft>
                <a:buNone/>
              </a:pPr>
              <a:endParaRPr lang="en-US" sz="3600" kern="1200" dirty="0"/>
            </a:p>
          </p:txBody>
        </p:sp>
      </p:grpSp>
      <p:pic>
        <p:nvPicPr>
          <p:cNvPr id="10" name="Picture 9"/>
          <p:cNvPicPr>
            <a:picLocks noChangeAspect="1"/>
          </p:cNvPicPr>
          <p:nvPr/>
        </p:nvPicPr>
        <p:blipFill>
          <a:blip r:embed="rId2"/>
          <a:stretch>
            <a:fillRect/>
          </a:stretch>
        </p:blipFill>
        <p:spPr>
          <a:xfrm>
            <a:off x="811161" y="259001"/>
            <a:ext cx="7767484" cy="2601204"/>
          </a:xfrm>
          <a:prstGeom prst="rect">
            <a:avLst/>
          </a:prstGeom>
        </p:spPr>
      </p:pic>
      <p:pic>
        <p:nvPicPr>
          <p:cNvPr id="11" name="Picture 10"/>
          <p:cNvPicPr>
            <a:picLocks noChangeAspect="1"/>
          </p:cNvPicPr>
          <p:nvPr/>
        </p:nvPicPr>
        <p:blipFill>
          <a:blip r:embed="rId3"/>
          <a:stretch>
            <a:fillRect/>
          </a:stretch>
        </p:blipFill>
        <p:spPr>
          <a:xfrm>
            <a:off x="1988574" y="3834573"/>
            <a:ext cx="5412658" cy="2857500"/>
          </a:xfrm>
          <a:prstGeom prst="rect">
            <a:avLst/>
          </a:prstGeom>
        </p:spPr>
      </p:pic>
    </p:spTree>
    <p:extLst>
      <p:ext uri="{BB962C8B-B14F-4D97-AF65-F5344CB8AC3E}">
        <p14:creationId xmlns:p14="http://schemas.microsoft.com/office/powerpoint/2010/main" val="384550863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p:cNvGrpSpPr/>
          <p:nvPr/>
        </p:nvGrpSpPr>
        <p:grpSpPr>
          <a:xfrm>
            <a:off x="787443" y="3821115"/>
            <a:ext cx="2480430" cy="2662068"/>
            <a:chOff x="811150" y="244272"/>
            <a:chExt cx="2291892" cy="2662068"/>
          </a:xfrm>
        </p:grpSpPr>
        <p:sp>
          <p:nvSpPr>
            <p:cNvPr id="5" name="Hexagon 4"/>
            <p:cNvSpPr/>
            <p:nvPr/>
          </p:nvSpPr>
          <p:spPr>
            <a:xfrm rot="5400000">
              <a:off x="626062" y="429360"/>
              <a:ext cx="2662068" cy="2291892"/>
            </a:xfrm>
            <a:prstGeom prst="hexagon">
              <a:avLst>
                <a:gd name="adj" fmla="val 25000"/>
                <a:gd name="vf" fmla="val 11547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US"/>
            </a:p>
          </p:txBody>
        </p:sp>
        <p:sp>
          <p:nvSpPr>
            <p:cNvPr id="6" name="Hexagon 4"/>
            <p:cNvSpPr txBox="1"/>
            <p:nvPr/>
          </p:nvSpPr>
          <p:spPr>
            <a:xfrm>
              <a:off x="1166574" y="657102"/>
              <a:ext cx="1581044" cy="1836408"/>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algn="ctr" defTabSz="1600200">
                <a:lnSpc>
                  <a:spcPct val="90000"/>
                </a:lnSpc>
                <a:spcBef>
                  <a:spcPct val="0"/>
                </a:spcBef>
                <a:spcAft>
                  <a:spcPct val="35000"/>
                </a:spcAft>
              </a:pPr>
              <a:r>
                <a:rPr lang="en-IN" sz="2400" dirty="0"/>
                <a:t>Collaboration and Teamwork</a:t>
              </a:r>
            </a:p>
            <a:p>
              <a:pPr marL="0" lvl="0" indent="0" algn="ctr" defTabSz="1600200">
                <a:lnSpc>
                  <a:spcPct val="90000"/>
                </a:lnSpc>
                <a:spcBef>
                  <a:spcPct val="0"/>
                </a:spcBef>
                <a:spcAft>
                  <a:spcPct val="35000"/>
                </a:spcAft>
                <a:buNone/>
              </a:pPr>
              <a:endParaRPr lang="en-US" sz="3600" kern="1200" dirty="0"/>
            </a:p>
          </p:txBody>
        </p:sp>
      </p:grpSp>
      <p:grpSp>
        <p:nvGrpSpPr>
          <p:cNvPr id="7" name="Group 6"/>
          <p:cNvGrpSpPr/>
          <p:nvPr/>
        </p:nvGrpSpPr>
        <p:grpSpPr>
          <a:xfrm>
            <a:off x="574698" y="176996"/>
            <a:ext cx="2905921" cy="2662068"/>
            <a:chOff x="811150" y="244272"/>
            <a:chExt cx="2291892" cy="2662068"/>
          </a:xfrm>
        </p:grpSpPr>
        <p:sp>
          <p:nvSpPr>
            <p:cNvPr id="8" name="Hexagon 7"/>
            <p:cNvSpPr/>
            <p:nvPr/>
          </p:nvSpPr>
          <p:spPr>
            <a:xfrm rot="5400000">
              <a:off x="626062" y="429360"/>
              <a:ext cx="2662068" cy="2291892"/>
            </a:xfrm>
            <a:prstGeom prst="hexagon">
              <a:avLst>
                <a:gd name="adj" fmla="val 25000"/>
                <a:gd name="vf" fmla="val 11547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US"/>
            </a:p>
          </p:txBody>
        </p:sp>
        <p:sp>
          <p:nvSpPr>
            <p:cNvPr id="9" name="Hexagon 4"/>
            <p:cNvSpPr txBox="1"/>
            <p:nvPr/>
          </p:nvSpPr>
          <p:spPr>
            <a:xfrm>
              <a:off x="1166574" y="657102"/>
              <a:ext cx="1581044" cy="1836408"/>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algn="ctr" defTabSz="1600200">
                <a:lnSpc>
                  <a:spcPct val="90000"/>
                </a:lnSpc>
                <a:spcBef>
                  <a:spcPct val="0"/>
                </a:spcBef>
                <a:spcAft>
                  <a:spcPct val="35000"/>
                </a:spcAft>
              </a:pPr>
              <a:r>
                <a:rPr lang="en-IN" sz="2400" dirty="0"/>
                <a:t>Verbal Communication</a:t>
              </a:r>
            </a:p>
            <a:p>
              <a:pPr marL="0" lvl="0" indent="0" algn="ctr" defTabSz="1600200">
                <a:lnSpc>
                  <a:spcPct val="90000"/>
                </a:lnSpc>
                <a:spcBef>
                  <a:spcPct val="0"/>
                </a:spcBef>
                <a:spcAft>
                  <a:spcPct val="35000"/>
                </a:spcAft>
                <a:buNone/>
              </a:pPr>
              <a:endParaRPr lang="en-US" sz="3600" kern="1200" dirty="0"/>
            </a:p>
          </p:txBody>
        </p:sp>
      </p:grpSp>
      <p:pic>
        <p:nvPicPr>
          <p:cNvPr id="10" name="Picture 9"/>
          <p:cNvPicPr>
            <a:picLocks noChangeAspect="1"/>
          </p:cNvPicPr>
          <p:nvPr/>
        </p:nvPicPr>
        <p:blipFill>
          <a:blip r:embed="rId2"/>
          <a:stretch>
            <a:fillRect/>
          </a:stretch>
        </p:blipFill>
        <p:spPr>
          <a:xfrm>
            <a:off x="5075655" y="176996"/>
            <a:ext cx="5663961" cy="2857040"/>
          </a:xfrm>
          <a:prstGeom prst="rect">
            <a:avLst/>
          </a:prstGeom>
        </p:spPr>
      </p:pic>
      <p:pic>
        <p:nvPicPr>
          <p:cNvPr id="11" name="Picture 10"/>
          <p:cNvPicPr>
            <a:picLocks noChangeAspect="1"/>
          </p:cNvPicPr>
          <p:nvPr/>
        </p:nvPicPr>
        <p:blipFill>
          <a:blip r:embed="rId3"/>
          <a:stretch>
            <a:fillRect/>
          </a:stretch>
        </p:blipFill>
        <p:spPr>
          <a:xfrm>
            <a:off x="5075655" y="3615906"/>
            <a:ext cx="5663961" cy="3072487"/>
          </a:xfrm>
          <a:prstGeom prst="rect">
            <a:avLst/>
          </a:prstGeom>
        </p:spPr>
      </p:pic>
    </p:spTree>
    <p:extLst>
      <p:ext uri="{BB962C8B-B14F-4D97-AF65-F5344CB8AC3E}">
        <p14:creationId xmlns:p14="http://schemas.microsoft.com/office/powerpoint/2010/main" val="57827797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p:cNvGrpSpPr/>
          <p:nvPr/>
        </p:nvGrpSpPr>
        <p:grpSpPr>
          <a:xfrm>
            <a:off x="9374570" y="162249"/>
            <a:ext cx="2291892" cy="2662068"/>
            <a:chOff x="811150" y="244272"/>
            <a:chExt cx="2291892" cy="2662068"/>
          </a:xfrm>
        </p:grpSpPr>
        <p:sp>
          <p:nvSpPr>
            <p:cNvPr id="5" name="Hexagon 4"/>
            <p:cNvSpPr/>
            <p:nvPr/>
          </p:nvSpPr>
          <p:spPr>
            <a:xfrm rot="5400000">
              <a:off x="626062" y="429360"/>
              <a:ext cx="2662068" cy="2291892"/>
            </a:xfrm>
            <a:prstGeom prst="hexagon">
              <a:avLst>
                <a:gd name="adj" fmla="val 25000"/>
                <a:gd name="vf" fmla="val 11547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US"/>
            </a:p>
          </p:txBody>
        </p:sp>
        <p:sp>
          <p:nvSpPr>
            <p:cNvPr id="6" name="Hexagon 4"/>
            <p:cNvSpPr txBox="1"/>
            <p:nvPr/>
          </p:nvSpPr>
          <p:spPr>
            <a:xfrm>
              <a:off x="1166574" y="657102"/>
              <a:ext cx="1581044" cy="1836408"/>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algn="ctr" defTabSz="1600200">
                <a:lnSpc>
                  <a:spcPct val="90000"/>
                </a:lnSpc>
                <a:spcBef>
                  <a:spcPct val="0"/>
                </a:spcBef>
                <a:spcAft>
                  <a:spcPct val="35000"/>
                </a:spcAft>
              </a:pPr>
              <a:r>
                <a:rPr lang="en-IN" sz="2800" dirty="0"/>
                <a:t>Decision Making Ability</a:t>
              </a:r>
            </a:p>
            <a:p>
              <a:pPr marL="0" lvl="0" indent="0" algn="ctr" defTabSz="1600200">
                <a:lnSpc>
                  <a:spcPct val="90000"/>
                </a:lnSpc>
                <a:spcBef>
                  <a:spcPct val="0"/>
                </a:spcBef>
                <a:spcAft>
                  <a:spcPct val="35000"/>
                </a:spcAft>
                <a:buNone/>
              </a:pPr>
              <a:endParaRPr lang="en-US" sz="3600" kern="1200" dirty="0"/>
            </a:p>
          </p:txBody>
        </p:sp>
      </p:grpSp>
      <p:grpSp>
        <p:nvGrpSpPr>
          <p:cNvPr id="7" name="Group 6"/>
          <p:cNvGrpSpPr/>
          <p:nvPr/>
        </p:nvGrpSpPr>
        <p:grpSpPr>
          <a:xfrm>
            <a:off x="9374570" y="3849345"/>
            <a:ext cx="2291892" cy="2662068"/>
            <a:chOff x="811150" y="244272"/>
            <a:chExt cx="2291892" cy="2662068"/>
          </a:xfrm>
        </p:grpSpPr>
        <p:sp>
          <p:nvSpPr>
            <p:cNvPr id="8" name="Hexagon 7"/>
            <p:cNvSpPr/>
            <p:nvPr/>
          </p:nvSpPr>
          <p:spPr>
            <a:xfrm rot="5400000">
              <a:off x="626062" y="429360"/>
              <a:ext cx="2662068" cy="2291892"/>
            </a:xfrm>
            <a:prstGeom prst="hexagon">
              <a:avLst>
                <a:gd name="adj" fmla="val 25000"/>
                <a:gd name="vf" fmla="val 11547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US"/>
            </a:p>
          </p:txBody>
        </p:sp>
        <p:sp>
          <p:nvSpPr>
            <p:cNvPr id="9" name="Hexagon 4"/>
            <p:cNvSpPr txBox="1"/>
            <p:nvPr/>
          </p:nvSpPr>
          <p:spPr>
            <a:xfrm>
              <a:off x="1166574" y="657102"/>
              <a:ext cx="1581044" cy="1836408"/>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algn="ctr" defTabSz="1600200">
                <a:lnSpc>
                  <a:spcPct val="90000"/>
                </a:lnSpc>
                <a:spcBef>
                  <a:spcPct val="0"/>
                </a:spcBef>
                <a:spcAft>
                  <a:spcPct val="35000"/>
                </a:spcAft>
              </a:pPr>
              <a:r>
                <a:rPr lang="en-IN" sz="3200" dirty="0"/>
                <a:t>Problem Solving</a:t>
              </a:r>
            </a:p>
            <a:p>
              <a:pPr marL="0" lvl="0" indent="0" algn="ctr" defTabSz="1600200">
                <a:lnSpc>
                  <a:spcPct val="90000"/>
                </a:lnSpc>
                <a:spcBef>
                  <a:spcPct val="0"/>
                </a:spcBef>
                <a:spcAft>
                  <a:spcPct val="35000"/>
                </a:spcAft>
                <a:buNone/>
              </a:pPr>
              <a:endParaRPr lang="en-US" sz="3600" kern="1200" dirty="0"/>
            </a:p>
          </p:txBody>
        </p:sp>
      </p:grpSp>
      <p:pic>
        <p:nvPicPr>
          <p:cNvPr id="10" name="Picture 9"/>
          <p:cNvPicPr>
            <a:picLocks noChangeAspect="1"/>
          </p:cNvPicPr>
          <p:nvPr/>
        </p:nvPicPr>
        <p:blipFill>
          <a:blip r:embed="rId2"/>
          <a:stretch>
            <a:fillRect/>
          </a:stretch>
        </p:blipFill>
        <p:spPr>
          <a:xfrm>
            <a:off x="1820672" y="162249"/>
            <a:ext cx="5154407" cy="3047420"/>
          </a:xfrm>
          <a:prstGeom prst="rect">
            <a:avLst/>
          </a:prstGeom>
        </p:spPr>
      </p:pic>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22321" y="3536051"/>
            <a:ext cx="5352757" cy="2975362"/>
          </a:xfrm>
          <a:prstGeom prst="rect">
            <a:avLst/>
          </a:prstGeom>
        </p:spPr>
      </p:pic>
    </p:spTree>
    <p:extLst>
      <p:ext uri="{BB962C8B-B14F-4D97-AF65-F5344CB8AC3E}">
        <p14:creationId xmlns:p14="http://schemas.microsoft.com/office/powerpoint/2010/main" val="356854047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p:cNvGrpSpPr/>
          <p:nvPr/>
        </p:nvGrpSpPr>
        <p:grpSpPr>
          <a:xfrm>
            <a:off x="702519" y="136432"/>
            <a:ext cx="2291892" cy="2662068"/>
            <a:chOff x="811150" y="244272"/>
            <a:chExt cx="2291892" cy="2662068"/>
          </a:xfrm>
        </p:grpSpPr>
        <p:sp>
          <p:nvSpPr>
            <p:cNvPr id="5" name="Hexagon 4"/>
            <p:cNvSpPr/>
            <p:nvPr/>
          </p:nvSpPr>
          <p:spPr>
            <a:xfrm rot="5400000">
              <a:off x="626062" y="429360"/>
              <a:ext cx="2662068" cy="2291892"/>
            </a:xfrm>
            <a:prstGeom prst="hexagon">
              <a:avLst>
                <a:gd name="adj" fmla="val 25000"/>
                <a:gd name="vf" fmla="val 11547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US"/>
            </a:p>
          </p:txBody>
        </p:sp>
        <p:sp>
          <p:nvSpPr>
            <p:cNvPr id="6" name="Hexagon 4"/>
            <p:cNvSpPr txBox="1"/>
            <p:nvPr/>
          </p:nvSpPr>
          <p:spPr>
            <a:xfrm>
              <a:off x="1166574" y="657102"/>
              <a:ext cx="1581044" cy="1836408"/>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algn="ctr" defTabSz="1600200">
                <a:lnSpc>
                  <a:spcPct val="90000"/>
                </a:lnSpc>
                <a:spcBef>
                  <a:spcPct val="0"/>
                </a:spcBef>
                <a:spcAft>
                  <a:spcPct val="35000"/>
                </a:spcAft>
              </a:pPr>
              <a:r>
                <a:rPr lang="en-IN" sz="2000" dirty="0"/>
                <a:t>Interpersonal Skills</a:t>
              </a:r>
            </a:p>
            <a:p>
              <a:pPr marL="0" lvl="0" indent="0" algn="ctr" defTabSz="1600200">
                <a:lnSpc>
                  <a:spcPct val="90000"/>
                </a:lnSpc>
                <a:spcBef>
                  <a:spcPct val="0"/>
                </a:spcBef>
                <a:spcAft>
                  <a:spcPct val="35000"/>
                </a:spcAft>
                <a:buNone/>
              </a:pPr>
              <a:endParaRPr lang="en-US" sz="3600" kern="1200" dirty="0"/>
            </a:p>
          </p:txBody>
        </p:sp>
      </p:grpSp>
      <p:grpSp>
        <p:nvGrpSpPr>
          <p:cNvPr id="7" name="Group 6"/>
          <p:cNvGrpSpPr/>
          <p:nvPr/>
        </p:nvGrpSpPr>
        <p:grpSpPr>
          <a:xfrm>
            <a:off x="702519" y="4044754"/>
            <a:ext cx="2291892" cy="2662068"/>
            <a:chOff x="811150" y="244272"/>
            <a:chExt cx="2291892" cy="2662068"/>
          </a:xfrm>
        </p:grpSpPr>
        <p:sp>
          <p:nvSpPr>
            <p:cNvPr id="8" name="Hexagon 7"/>
            <p:cNvSpPr/>
            <p:nvPr/>
          </p:nvSpPr>
          <p:spPr>
            <a:xfrm rot="5400000">
              <a:off x="626062" y="429360"/>
              <a:ext cx="2662068" cy="2291892"/>
            </a:xfrm>
            <a:prstGeom prst="hexagon">
              <a:avLst>
                <a:gd name="adj" fmla="val 25000"/>
                <a:gd name="vf" fmla="val 11547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US"/>
            </a:p>
          </p:txBody>
        </p:sp>
        <p:sp>
          <p:nvSpPr>
            <p:cNvPr id="9" name="Hexagon 4"/>
            <p:cNvSpPr txBox="1"/>
            <p:nvPr/>
          </p:nvSpPr>
          <p:spPr>
            <a:xfrm>
              <a:off x="1166574" y="657102"/>
              <a:ext cx="1581044" cy="1836408"/>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algn="ctr" defTabSz="1600200">
                <a:lnSpc>
                  <a:spcPct val="90000"/>
                </a:lnSpc>
                <a:spcBef>
                  <a:spcPct val="0"/>
                </a:spcBef>
                <a:spcAft>
                  <a:spcPct val="35000"/>
                </a:spcAft>
              </a:pPr>
              <a:r>
                <a:rPr lang="en-IN" sz="2400" dirty="0"/>
                <a:t>Ethics and Reliability</a:t>
              </a:r>
            </a:p>
            <a:p>
              <a:pPr marL="0" lvl="0" indent="0" algn="ctr" defTabSz="1600200">
                <a:lnSpc>
                  <a:spcPct val="90000"/>
                </a:lnSpc>
                <a:spcBef>
                  <a:spcPct val="0"/>
                </a:spcBef>
                <a:spcAft>
                  <a:spcPct val="35000"/>
                </a:spcAft>
                <a:buNone/>
              </a:pPr>
              <a:endParaRPr lang="en-US" sz="3600" kern="1200" dirty="0"/>
            </a:p>
          </p:txBody>
        </p:sp>
      </p:grpSp>
      <p:pic>
        <p:nvPicPr>
          <p:cNvPr id="10" name="Picture 9"/>
          <p:cNvPicPr>
            <a:picLocks noChangeAspect="1"/>
          </p:cNvPicPr>
          <p:nvPr/>
        </p:nvPicPr>
        <p:blipFill>
          <a:blip r:embed="rId2"/>
          <a:stretch>
            <a:fillRect/>
          </a:stretch>
        </p:blipFill>
        <p:spPr>
          <a:xfrm>
            <a:off x="4645741" y="347935"/>
            <a:ext cx="6317948" cy="2807977"/>
          </a:xfrm>
          <a:prstGeom prst="rect">
            <a:avLst/>
          </a:prstGeom>
        </p:spPr>
      </p:pic>
      <p:pic>
        <p:nvPicPr>
          <p:cNvPr id="12" name="Picture 11"/>
          <p:cNvPicPr>
            <a:picLocks noChangeAspect="1"/>
          </p:cNvPicPr>
          <p:nvPr/>
        </p:nvPicPr>
        <p:blipFill>
          <a:blip r:embed="rId3"/>
          <a:stretch>
            <a:fillRect/>
          </a:stretch>
        </p:blipFill>
        <p:spPr>
          <a:xfrm>
            <a:off x="4645741" y="3812422"/>
            <a:ext cx="6317948" cy="2599557"/>
          </a:xfrm>
          <a:prstGeom prst="rect">
            <a:avLst/>
          </a:prstGeom>
        </p:spPr>
      </p:pic>
    </p:spTree>
    <p:extLst>
      <p:ext uri="{BB962C8B-B14F-4D97-AF65-F5344CB8AC3E}">
        <p14:creationId xmlns:p14="http://schemas.microsoft.com/office/powerpoint/2010/main" val="369339975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0000"/>
        </a:solidFill>
        <a:effectLst/>
      </p:bgPr>
    </p:bg>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0" y="0"/>
            <a:ext cx="11577484" cy="6858000"/>
          </a:xfrm>
          <a:prstGeom prst="rect">
            <a:avLst/>
          </a:prstGeom>
        </p:spPr>
      </p:pic>
    </p:spTree>
    <p:extLst>
      <p:ext uri="{BB962C8B-B14F-4D97-AF65-F5344CB8AC3E}">
        <p14:creationId xmlns:p14="http://schemas.microsoft.com/office/powerpoint/2010/main" val="306737789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31723" y="763740"/>
            <a:ext cx="10515600" cy="5519072"/>
          </a:xfrm>
        </p:spPr>
        <p:txBody>
          <a:bodyPr/>
          <a:lstStyle/>
          <a:p>
            <a:pPr marL="0" indent="0" algn="ctr">
              <a:buNone/>
            </a:pPr>
            <a:r>
              <a:rPr lang="en-IN" dirty="0">
                <a:hlinkClick r:id="rId2"/>
              </a:rPr>
              <a:t>https://www.youtube.com/watch?v=7rzq2Bq_EsA</a:t>
            </a:r>
            <a:r>
              <a:rPr lang="en-IN" dirty="0"/>
              <a:t> </a:t>
            </a:r>
          </a:p>
          <a:p>
            <a:pPr marL="0" indent="0" algn="ctr">
              <a:buNone/>
            </a:pPr>
            <a:r>
              <a:rPr lang="en-IN" dirty="0"/>
              <a:t> Lose </a:t>
            </a:r>
            <a:r>
              <a:rPr lang="en-IN" dirty="0" err="1"/>
              <a:t>lose</a:t>
            </a:r>
            <a:r>
              <a:rPr lang="en-IN" dirty="0"/>
              <a:t> model</a:t>
            </a:r>
          </a:p>
          <a:p>
            <a:pPr marL="0" indent="0" algn="ctr">
              <a:buNone/>
            </a:pPr>
            <a:endParaRPr lang="en-IN" dirty="0"/>
          </a:p>
          <a:p>
            <a:pPr marL="0" indent="0" algn="ctr">
              <a:buNone/>
            </a:pPr>
            <a:r>
              <a:rPr lang="en-IN" dirty="0">
                <a:hlinkClick r:id="rId3"/>
              </a:rPr>
              <a:t>https://www.youtube.com/watch?v=lE5ko4ZeC_Y</a:t>
            </a:r>
            <a:endParaRPr lang="en-IN" dirty="0"/>
          </a:p>
          <a:p>
            <a:pPr marL="0" indent="0" algn="ctr">
              <a:buNone/>
            </a:pPr>
            <a:r>
              <a:rPr lang="en-IN" dirty="0"/>
              <a:t>How to win any Negotiation</a:t>
            </a:r>
          </a:p>
          <a:p>
            <a:pPr marL="0" indent="0" algn="ctr">
              <a:buNone/>
            </a:pPr>
            <a:endParaRPr lang="en-IN" dirty="0"/>
          </a:p>
          <a:p>
            <a:pPr marL="0" indent="0" algn="ctr">
              <a:buNone/>
            </a:pPr>
            <a:r>
              <a:rPr lang="en-IN" dirty="0">
                <a:hlinkClick r:id="rId4"/>
              </a:rPr>
              <a:t>http://www.nytimes.com/2015/12/13/world/asia/korean-negotiators-falter-in-efforts-to-ease-strain-between-2-nations.html?_r=1</a:t>
            </a:r>
            <a:endParaRPr lang="en-IN" dirty="0"/>
          </a:p>
          <a:p>
            <a:pPr marL="0" indent="0" algn="ctr">
              <a:buNone/>
            </a:pPr>
            <a:r>
              <a:rPr lang="en-IN" dirty="0"/>
              <a:t>Live example</a:t>
            </a:r>
          </a:p>
          <a:p>
            <a:pPr marL="0" indent="0" algn="ctr">
              <a:buNone/>
            </a:pPr>
            <a:endParaRPr lang="en-IN" dirty="0"/>
          </a:p>
          <a:p>
            <a:pPr marL="0" indent="0" algn="ctr">
              <a:buNone/>
            </a:pPr>
            <a:endParaRPr lang="en-IN" dirty="0"/>
          </a:p>
          <a:p>
            <a:pPr marL="0" indent="0" algn="ctr">
              <a:buNone/>
            </a:pPr>
            <a:endParaRPr lang="en-IN" dirty="0"/>
          </a:p>
        </p:txBody>
      </p:sp>
    </p:spTree>
    <p:extLst>
      <p:ext uri="{BB962C8B-B14F-4D97-AF65-F5344CB8AC3E}">
        <p14:creationId xmlns:p14="http://schemas.microsoft.com/office/powerpoint/2010/main" val="95584936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734961" y="940721"/>
            <a:ext cx="10515600" cy="1522259"/>
          </a:xfrm>
        </p:spPr>
        <p:txBody>
          <a:bodyPr>
            <a:normAutofit/>
          </a:bodyPr>
          <a:lstStyle/>
          <a:p>
            <a:pPr marL="0" indent="0" algn="ctr">
              <a:buNone/>
            </a:pPr>
            <a:r>
              <a:rPr lang="en-US" sz="3600" dirty="0">
                <a:effectLst>
                  <a:outerShdw blurRad="38100" dist="38100" dir="2700000" algn="tl">
                    <a:srgbClr val="000000">
                      <a:alpha val="43137"/>
                    </a:srgbClr>
                  </a:outerShdw>
                </a:effectLst>
                <a:latin typeface="AR BERKLEY" panose="02000000000000000000" pitchFamily="2" charset="0"/>
              </a:rPr>
              <a:t>“Let us never negotiate out of fear. But let us never fear to negotiate.” – John F. Kennedy</a:t>
            </a:r>
            <a:endParaRPr lang="en-IN" sz="3600" dirty="0">
              <a:effectLst>
                <a:outerShdw blurRad="38100" dist="38100" dir="2700000" algn="tl">
                  <a:srgbClr val="000000">
                    <a:alpha val="43137"/>
                  </a:srgbClr>
                </a:outerShdw>
              </a:effectLst>
              <a:latin typeface="AR BERKLEY" panose="02000000000000000000" pitchFamily="2" charset="0"/>
            </a:endParaRPr>
          </a:p>
        </p:txBody>
      </p:sp>
      <p:sp>
        <p:nvSpPr>
          <p:cNvPr id="4" name="Rectangle 3"/>
          <p:cNvSpPr/>
          <p:nvPr/>
        </p:nvSpPr>
        <p:spPr>
          <a:xfrm>
            <a:off x="11710219" y="0"/>
            <a:ext cx="467033" cy="6858000"/>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5" name="Picture 4"/>
          <p:cNvPicPr>
            <a:picLocks noChangeAspect="1"/>
          </p:cNvPicPr>
          <p:nvPr/>
        </p:nvPicPr>
        <p:blipFill>
          <a:blip r:embed="rId2"/>
          <a:stretch>
            <a:fillRect/>
          </a:stretch>
        </p:blipFill>
        <p:spPr>
          <a:xfrm>
            <a:off x="0" y="2256503"/>
            <a:ext cx="11710219" cy="4286250"/>
          </a:xfrm>
          <a:prstGeom prst="rect">
            <a:avLst/>
          </a:prstGeom>
        </p:spPr>
      </p:pic>
    </p:spTree>
    <p:extLst>
      <p:ext uri="{BB962C8B-B14F-4D97-AF65-F5344CB8AC3E}">
        <p14:creationId xmlns:p14="http://schemas.microsoft.com/office/powerpoint/2010/main" val="232059157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1933</TotalTime>
  <Words>740</Words>
  <Application>Microsoft Office PowerPoint</Application>
  <PresentationFormat>Widescreen</PresentationFormat>
  <Paragraphs>75</Paragraphs>
  <Slides>25</Slides>
  <Notes>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25</vt:i4>
      </vt:variant>
    </vt:vector>
  </HeadingPairs>
  <TitlesOfParts>
    <vt:vector size="31" baseType="lpstr">
      <vt:lpstr>AR BERKLEY</vt:lpstr>
      <vt:lpstr>AR CHRISTY</vt:lpstr>
      <vt:lpstr>Arial</vt:lpstr>
      <vt:lpstr>Calibri</vt:lpstr>
      <vt:lpstr>Calibri Light</vt:lpstr>
      <vt:lpstr>Office Theme</vt:lpstr>
      <vt:lpstr>PowerPoint Presentation</vt:lpstr>
      <vt:lpstr>PowerPoint Presentation</vt:lpstr>
      <vt:lpstr>Negotiation Defined  </vt:lpstr>
      <vt:lpstr>Why Negotiate?</vt:lpstr>
      <vt:lpstr>Preparation </vt:lpstr>
      <vt:lpstr>Stages of Negotiation</vt:lpstr>
      <vt:lpstr>Discussion </vt:lpstr>
      <vt:lpstr>Clarifying Goals </vt:lpstr>
      <vt:lpstr>Negotiate Towards a Win-Win Outcome </vt:lpstr>
      <vt:lpstr>Agreement </vt:lpstr>
      <vt:lpstr>Implementing a Course of Action </vt:lpstr>
      <vt:lpstr>Failure to Agree </vt:lpstr>
      <vt:lpstr>Informal Negotiation </vt:lpstr>
      <vt:lpstr>In any negotiation, the following three elements are important and likely to affect the ultimate outcome of the negotiation:  </vt:lpstr>
      <vt:lpstr>Negotiation Models </vt:lpstr>
      <vt:lpstr>RADPAC Model of Negotiation </vt:lpstr>
      <vt:lpstr>Top Ten Effective Negotiation Skills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Aman Kapoor</dc:creator>
  <cp:lastModifiedBy>Nor Hanina Zainal Abidin</cp:lastModifiedBy>
  <cp:revision>37</cp:revision>
  <dcterms:created xsi:type="dcterms:W3CDTF">2016-12-04T07:45:03Z</dcterms:created>
  <dcterms:modified xsi:type="dcterms:W3CDTF">2025-10-31T00:28:31Z</dcterms:modified>
</cp:coreProperties>
</file>