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BDE1-B74B-4A9A-A31B-52EAD37C5E7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7F9B11-8B3A-4739-B704-89EFEEFFB2AB}">
      <dgm:prSet phldrT="[Text]"/>
      <dgm:spPr/>
      <dgm:t>
        <a:bodyPr/>
        <a:lstStyle/>
        <a:p>
          <a:r>
            <a:rPr lang="en-US" b="1" dirty="0"/>
            <a:t>New product development </a:t>
          </a:r>
        </a:p>
      </dgm:t>
    </dgm:pt>
    <dgm:pt modelId="{D29C1B1F-1EC2-40C2-A52E-231966543911}" type="parTrans" cxnId="{DA430EA9-CD42-44B8-A49E-75D418343BD1}">
      <dgm:prSet/>
      <dgm:spPr/>
      <dgm:t>
        <a:bodyPr/>
        <a:lstStyle/>
        <a:p>
          <a:endParaRPr lang="en-US"/>
        </a:p>
      </dgm:t>
    </dgm:pt>
    <dgm:pt modelId="{19293775-8BF2-45BB-AC3A-4D6F48E80090}" type="sibTrans" cxnId="{DA430EA9-CD42-44B8-A49E-75D418343BD1}">
      <dgm:prSet/>
      <dgm:spPr/>
      <dgm:t>
        <a:bodyPr/>
        <a:lstStyle/>
        <a:p>
          <a:endParaRPr lang="en-US"/>
        </a:p>
      </dgm:t>
    </dgm:pt>
    <dgm:pt modelId="{FECE942D-98FA-4AAC-AE22-05E96A094173}">
      <dgm:prSet phldrT="[Text]"/>
      <dgm:spPr/>
      <dgm:t>
        <a:bodyPr/>
        <a:lstStyle/>
        <a:p>
          <a:r>
            <a:rPr lang="en-US" b="1" dirty="0"/>
            <a:t>Product commercialization </a:t>
          </a:r>
        </a:p>
      </dgm:t>
    </dgm:pt>
    <dgm:pt modelId="{D4B7FC53-77A5-4595-9050-3B27CABB1351}" type="sibTrans" cxnId="{6AB256FC-8950-40B2-AB4B-B7B7C8FE26DF}">
      <dgm:prSet/>
      <dgm:spPr/>
      <dgm:t>
        <a:bodyPr/>
        <a:lstStyle/>
        <a:p>
          <a:endParaRPr lang="en-US"/>
        </a:p>
      </dgm:t>
    </dgm:pt>
    <dgm:pt modelId="{B2DC5A66-4282-4CDE-8E66-BE7723AA6281}" type="parTrans" cxnId="{6AB256FC-8950-40B2-AB4B-B7B7C8FE26DF}">
      <dgm:prSet/>
      <dgm:spPr/>
      <dgm:t>
        <a:bodyPr/>
        <a:lstStyle/>
        <a:p>
          <a:endParaRPr lang="en-US"/>
        </a:p>
      </dgm:t>
    </dgm:pt>
    <dgm:pt modelId="{0CE9B748-59A0-4E74-AE12-F646CB93C86A}">
      <dgm:prSet phldrT="[Text]"/>
      <dgm:spPr/>
      <dgm:t>
        <a:bodyPr/>
        <a:lstStyle/>
        <a:p>
          <a:r>
            <a:rPr lang="en-US" b="1" dirty="0"/>
            <a:t>Product design and process development </a:t>
          </a:r>
        </a:p>
      </dgm:t>
    </dgm:pt>
    <dgm:pt modelId="{9EEF50BF-A82A-4F0B-B39E-D07667D5C04F}" type="sibTrans" cxnId="{37A19467-B5E1-482D-AA4A-56F1BB71F634}">
      <dgm:prSet/>
      <dgm:spPr/>
      <dgm:t>
        <a:bodyPr/>
        <a:lstStyle/>
        <a:p>
          <a:endParaRPr lang="en-US"/>
        </a:p>
      </dgm:t>
    </dgm:pt>
    <dgm:pt modelId="{EB967394-76E2-4C50-82BA-976857D7754E}" type="parTrans" cxnId="{37A19467-B5E1-482D-AA4A-56F1BB71F634}">
      <dgm:prSet/>
      <dgm:spPr/>
      <dgm:t>
        <a:bodyPr/>
        <a:lstStyle/>
        <a:p>
          <a:endParaRPr lang="en-US"/>
        </a:p>
      </dgm:t>
    </dgm:pt>
    <dgm:pt modelId="{AFF59720-5556-456A-BF30-5BA229696C6E}">
      <dgm:prSet phldrT="[Text]"/>
      <dgm:spPr/>
      <dgm:t>
        <a:bodyPr/>
        <a:lstStyle/>
        <a:p>
          <a:r>
            <a:rPr lang="en-US" b="1" dirty="0"/>
            <a:t>Product strategy development </a:t>
          </a:r>
        </a:p>
      </dgm:t>
    </dgm:pt>
    <dgm:pt modelId="{FEF44988-5D00-4E90-8600-56A0F19835D4}" type="sibTrans" cxnId="{51EBB7F3-CF39-492B-BD7F-20B70C922EA3}">
      <dgm:prSet/>
      <dgm:spPr/>
      <dgm:t>
        <a:bodyPr/>
        <a:lstStyle/>
        <a:p>
          <a:endParaRPr lang="en-US"/>
        </a:p>
      </dgm:t>
    </dgm:pt>
    <dgm:pt modelId="{823C96E6-84C6-4E8C-BC46-0022CBACC6A7}" type="parTrans" cxnId="{51EBB7F3-CF39-492B-BD7F-20B70C922EA3}">
      <dgm:prSet/>
      <dgm:spPr/>
      <dgm:t>
        <a:bodyPr/>
        <a:lstStyle/>
        <a:p>
          <a:endParaRPr lang="en-US"/>
        </a:p>
      </dgm:t>
    </dgm:pt>
    <dgm:pt modelId="{D8B82F32-8AC3-4E2F-91BF-F3BA9B662245}">
      <dgm:prSet phldrT="[Text]"/>
      <dgm:spPr/>
      <dgm:t>
        <a:bodyPr/>
        <a:lstStyle/>
        <a:p>
          <a:r>
            <a:rPr lang="en-US" b="1" dirty="0"/>
            <a:t>Product launch and evaluation </a:t>
          </a:r>
        </a:p>
      </dgm:t>
    </dgm:pt>
    <dgm:pt modelId="{616B5306-AF6A-4F20-A94D-C93E123EF356}" type="parTrans" cxnId="{D3169620-3D03-489D-9FA4-4B95C146FD1E}">
      <dgm:prSet/>
      <dgm:spPr/>
      <dgm:t>
        <a:bodyPr/>
        <a:lstStyle/>
        <a:p>
          <a:endParaRPr lang="en-US"/>
        </a:p>
      </dgm:t>
    </dgm:pt>
    <dgm:pt modelId="{4572EF68-B727-4F5A-B5D5-486EBD6975FD}" type="sibTrans" cxnId="{D3169620-3D03-489D-9FA4-4B95C146FD1E}">
      <dgm:prSet/>
      <dgm:spPr/>
      <dgm:t>
        <a:bodyPr/>
        <a:lstStyle/>
        <a:p>
          <a:endParaRPr lang="en-US"/>
        </a:p>
      </dgm:t>
    </dgm:pt>
    <dgm:pt modelId="{E9F1D019-DF76-4E17-84A7-42016533E8B1}" type="pres">
      <dgm:prSet presAssocID="{5D9BBDE1-B74B-4A9A-A31B-52EAD37C5E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425348-3E15-400A-AA23-EF2463508EDC}" type="pres">
      <dgm:prSet presAssocID="{117F9B11-8B3A-4739-B704-89EFEEFFB2AB}" presName="hierRoot1" presStyleCnt="0"/>
      <dgm:spPr/>
    </dgm:pt>
    <dgm:pt modelId="{B19E992F-F530-494D-AA0D-8D14ABC1442A}" type="pres">
      <dgm:prSet presAssocID="{117F9B11-8B3A-4739-B704-89EFEEFFB2AB}" presName="composite" presStyleCnt="0"/>
      <dgm:spPr/>
    </dgm:pt>
    <dgm:pt modelId="{4DE30E55-1F2B-40E4-8223-323DC917F480}" type="pres">
      <dgm:prSet presAssocID="{117F9B11-8B3A-4739-B704-89EFEEFFB2AB}" presName="background" presStyleLbl="node0" presStyleIdx="0" presStyleCnt="1"/>
      <dgm:spPr/>
    </dgm:pt>
    <dgm:pt modelId="{7DC1C525-5D24-4A66-B97C-15D8B748279A}" type="pres">
      <dgm:prSet presAssocID="{117F9B11-8B3A-4739-B704-89EFEEFFB2AB}" presName="text" presStyleLbl="fgAcc0" presStyleIdx="0" presStyleCnt="1">
        <dgm:presLayoutVars>
          <dgm:chPref val="3"/>
        </dgm:presLayoutVars>
      </dgm:prSet>
      <dgm:spPr/>
    </dgm:pt>
    <dgm:pt modelId="{5D46E35E-7ED2-4781-9039-69A371258E32}" type="pres">
      <dgm:prSet presAssocID="{117F9B11-8B3A-4739-B704-89EFEEFFB2AB}" presName="hierChild2" presStyleCnt="0"/>
      <dgm:spPr/>
    </dgm:pt>
    <dgm:pt modelId="{9E4B7D31-FD42-4C65-ACF4-28756639EEA7}" type="pres">
      <dgm:prSet presAssocID="{823C96E6-84C6-4E8C-BC46-0022CBACC6A7}" presName="Name10" presStyleLbl="parChTrans1D2" presStyleIdx="0" presStyleCnt="4"/>
      <dgm:spPr/>
    </dgm:pt>
    <dgm:pt modelId="{977B0310-1B34-42D3-8E5A-5538D72EE19A}" type="pres">
      <dgm:prSet presAssocID="{AFF59720-5556-456A-BF30-5BA229696C6E}" presName="hierRoot2" presStyleCnt="0"/>
      <dgm:spPr/>
    </dgm:pt>
    <dgm:pt modelId="{457E54EA-D5D7-464C-96C4-04170D1468E8}" type="pres">
      <dgm:prSet presAssocID="{AFF59720-5556-456A-BF30-5BA229696C6E}" presName="composite2" presStyleCnt="0"/>
      <dgm:spPr/>
    </dgm:pt>
    <dgm:pt modelId="{64011878-A16D-4793-9133-EF28868D3D3E}" type="pres">
      <dgm:prSet presAssocID="{AFF59720-5556-456A-BF30-5BA229696C6E}" presName="background2" presStyleLbl="node2" presStyleIdx="0" presStyleCnt="4"/>
      <dgm:spPr/>
    </dgm:pt>
    <dgm:pt modelId="{446308B3-050E-44C9-A32E-2D5B7E45084A}" type="pres">
      <dgm:prSet presAssocID="{AFF59720-5556-456A-BF30-5BA229696C6E}" presName="text2" presStyleLbl="fgAcc2" presStyleIdx="0" presStyleCnt="4">
        <dgm:presLayoutVars>
          <dgm:chPref val="3"/>
        </dgm:presLayoutVars>
      </dgm:prSet>
      <dgm:spPr/>
    </dgm:pt>
    <dgm:pt modelId="{6B412604-2B72-4694-B9A2-ABC09F5A9BE5}" type="pres">
      <dgm:prSet presAssocID="{AFF59720-5556-456A-BF30-5BA229696C6E}" presName="hierChild3" presStyleCnt="0"/>
      <dgm:spPr/>
    </dgm:pt>
    <dgm:pt modelId="{F2F5FBA8-5CAD-4895-AA6D-742533894434}" type="pres">
      <dgm:prSet presAssocID="{EB967394-76E2-4C50-82BA-976857D7754E}" presName="Name10" presStyleLbl="parChTrans1D2" presStyleIdx="1" presStyleCnt="4"/>
      <dgm:spPr/>
    </dgm:pt>
    <dgm:pt modelId="{AF340920-7F0A-4595-98C4-77CB90CC6F22}" type="pres">
      <dgm:prSet presAssocID="{0CE9B748-59A0-4E74-AE12-F646CB93C86A}" presName="hierRoot2" presStyleCnt="0"/>
      <dgm:spPr/>
    </dgm:pt>
    <dgm:pt modelId="{D8D8287C-6CA9-44DB-8048-787DCCCED2A3}" type="pres">
      <dgm:prSet presAssocID="{0CE9B748-59A0-4E74-AE12-F646CB93C86A}" presName="composite2" presStyleCnt="0"/>
      <dgm:spPr/>
    </dgm:pt>
    <dgm:pt modelId="{2249A559-8DAF-471A-954E-FA9E6D609619}" type="pres">
      <dgm:prSet presAssocID="{0CE9B748-59A0-4E74-AE12-F646CB93C86A}" presName="background2" presStyleLbl="node2" presStyleIdx="1" presStyleCnt="4"/>
      <dgm:spPr/>
    </dgm:pt>
    <dgm:pt modelId="{2F338378-8D67-401D-AE22-8757DCBF31B5}" type="pres">
      <dgm:prSet presAssocID="{0CE9B748-59A0-4E74-AE12-F646CB93C86A}" presName="text2" presStyleLbl="fgAcc2" presStyleIdx="1" presStyleCnt="4">
        <dgm:presLayoutVars>
          <dgm:chPref val="3"/>
        </dgm:presLayoutVars>
      </dgm:prSet>
      <dgm:spPr/>
    </dgm:pt>
    <dgm:pt modelId="{69C634FC-39FE-4B72-9F02-741D5203035B}" type="pres">
      <dgm:prSet presAssocID="{0CE9B748-59A0-4E74-AE12-F646CB93C86A}" presName="hierChild3" presStyleCnt="0"/>
      <dgm:spPr/>
    </dgm:pt>
    <dgm:pt modelId="{482D79E3-8F36-4164-9BBA-BC62E62724DD}" type="pres">
      <dgm:prSet presAssocID="{B2DC5A66-4282-4CDE-8E66-BE7723AA6281}" presName="Name10" presStyleLbl="parChTrans1D2" presStyleIdx="2" presStyleCnt="4"/>
      <dgm:spPr/>
    </dgm:pt>
    <dgm:pt modelId="{44482D11-0392-4454-BA0D-4F31D62E0BFB}" type="pres">
      <dgm:prSet presAssocID="{FECE942D-98FA-4AAC-AE22-05E96A094173}" presName="hierRoot2" presStyleCnt="0"/>
      <dgm:spPr/>
    </dgm:pt>
    <dgm:pt modelId="{7E8F3CA5-40EC-4F81-955F-4247E29CB8B8}" type="pres">
      <dgm:prSet presAssocID="{FECE942D-98FA-4AAC-AE22-05E96A094173}" presName="composite2" presStyleCnt="0"/>
      <dgm:spPr/>
    </dgm:pt>
    <dgm:pt modelId="{36648A28-23F0-4A5C-8C42-10E3917EB271}" type="pres">
      <dgm:prSet presAssocID="{FECE942D-98FA-4AAC-AE22-05E96A094173}" presName="background2" presStyleLbl="node2" presStyleIdx="2" presStyleCnt="4"/>
      <dgm:spPr/>
    </dgm:pt>
    <dgm:pt modelId="{C96CB171-C2EA-4458-B6AB-B0CF0ED19749}" type="pres">
      <dgm:prSet presAssocID="{FECE942D-98FA-4AAC-AE22-05E96A094173}" presName="text2" presStyleLbl="fgAcc2" presStyleIdx="2" presStyleCnt="4">
        <dgm:presLayoutVars>
          <dgm:chPref val="3"/>
        </dgm:presLayoutVars>
      </dgm:prSet>
      <dgm:spPr/>
    </dgm:pt>
    <dgm:pt modelId="{7AD2AA02-7B25-475E-A2CF-174043A95E35}" type="pres">
      <dgm:prSet presAssocID="{FECE942D-98FA-4AAC-AE22-05E96A094173}" presName="hierChild3" presStyleCnt="0"/>
      <dgm:spPr/>
    </dgm:pt>
    <dgm:pt modelId="{ACD4F88E-5004-413B-B260-D1C894C1AE75}" type="pres">
      <dgm:prSet presAssocID="{616B5306-AF6A-4F20-A94D-C93E123EF356}" presName="Name10" presStyleLbl="parChTrans1D2" presStyleIdx="3" presStyleCnt="4"/>
      <dgm:spPr/>
    </dgm:pt>
    <dgm:pt modelId="{B9AA0B85-B2BF-4EED-8D8B-ACDB75099384}" type="pres">
      <dgm:prSet presAssocID="{D8B82F32-8AC3-4E2F-91BF-F3BA9B662245}" presName="hierRoot2" presStyleCnt="0"/>
      <dgm:spPr/>
    </dgm:pt>
    <dgm:pt modelId="{5B8C4A40-981F-449F-980D-615CAB0C238D}" type="pres">
      <dgm:prSet presAssocID="{D8B82F32-8AC3-4E2F-91BF-F3BA9B662245}" presName="composite2" presStyleCnt="0"/>
      <dgm:spPr/>
    </dgm:pt>
    <dgm:pt modelId="{265B73CE-17D1-4909-9448-0B83ED0BC065}" type="pres">
      <dgm:prSet presAssocID="{D8B82F32-8AC3-4E2F-91BF-F3BA9B662245}" presName="background2" presStyleLbl="node2" presStyleIdx="3" presStyleCnt="4"/>
      <dgm:spPr/>
    </dgm:pt>
    <dgm:pt modelId="{3D7C6B81-D755-4187-B215-6ECD47B10992}" type="pres">
      <dgm:prSet presAssocID="{D8B82F32-8AC3-4E2F-91BF-F3BA9B662245}" presName="text2" presStyleLbl="fgAcc2" presStyleIdx="3" presStyleCnt="4">
        <dgm:presLayoutVars>
          <dgm:chPref val="3"/>
        </dgm:presLayoutVars>
      </dgm:prSet>
      <dgm:spPr/>
    </dgm:pt>
    <dgm:pt modelId="{42917B44-85F7-4F9F-8DC0-A8DBCC9D3C7D}" type="pres">
      <dgm:prSet presAssocID="{D8B82F32-8AC3-4E2F-91BF-F3BA9B662245}" presName="hierChild3" presStyleCnt="0"/>
      <dgm:spPr/>
    </dgm:pt>
  </dgm:ptLst>
  <dgm:cxnLst>
    <dgm:cxn modelId="{0656FC00-2ED5-48C6-B2CF-0FAEB99A99B6}" type="presOf" srcId="{FECE942D-98FA-4AAC-AE22-05E96A094173}" destId="{C96CB171-C2EA-4458-B6AB-B0CF0ED19749}" srcOrd="0" destOrd="0" presId="urn:microsoft.com/office/officeart/2005/8/layout/hierarchy1"/>
    <dgm:cxn modelId="{E9DFF303-8B3C-4186-9B4C-B1A07C1644DE}" type="presOf" srcId="{5D9BBDE1-B74B-4A9A-A31B-52EAD37C5E79}" destId="{E9F1D019-DF76-4E17-84A7-42016533E8B1}" srcOrd="0" destOrd="0" presId="urn:microsoft.com/office/officeart/2005/8/layout/hierarchy1"/>
    <dgm:cxn modelId="{D3169620-3D03-489D-9FA4-4B95C146FD1E}" srcId="{117F9B11-8B3A-4739-B704-89EFEEFFB2AB}" destId="{D8B82F32-8AC3-4E2F-91BF-F3BA9B662245}" srcOrd="3" destOrd="0" parTransId="{616B5306-AF6A-4F20-A94D-C93E123EF356}" sibTransId="{4572EF68-B727-4F5A-B5D5-486EBD6975FD}"/>
    <dgm:cxn modelId="{BC316038-BD60-45E7-A34A-37D25927DF08}" type="presOf" srcId="{B2DC5A66-4282-4CDE-8E66-BE7723AA6281}" destId="{482D79E3-8F36-4164-9BBA-BC62E62724DD}" srcOrd="0" destOrd="0" presId="urn:microsoft.com/office/officeart/2005/8/layout/hierarchy1"/>
    <dgm:cxn modelId="{37A19467-B5E1-482D-AA4A-56F1BB71F634}" srcId="{117F9B11-8B3A-4739-B704-89EFEEFFB2AB}" destId="{0CE9B748-59A0-4E74-AE12-F646CB93C86A}" srcOrd="1" destOrd="0" parTransId="{EB967394-76E2-4C50-82BA-976857D7754E}" sibTransId="{9EEF50BF-A82A-4F0B-B39E-D07667D5C04F}"/>
    <dgm:cxn modelId="{06A82F82-ED87-4311-8E1A-208CA0DC61B2}" type="presOf" srcId="{AFF59720-5556-456A-BF30-5BA229696C6E}" destId="{446308B3-050E-44C9-A32E-2D5B7E45084A}" srcOrd="0" destOrd="0" presId="urn:microsoft.com/office/officeart/2005/8/layout/hierarchy1"/>
    <dgm:cxn modelId="{6FD3BB90-C693-4BA2-91D9-E111E57DDB98}" type="presOf" srcId="{616B5306-AF6A-4F20-A94D-C93E123EF356}" destId="{ACD4F88E-5004-413B-B260-D1C894C1AE75}" srcOrd="0" destOrd="0" presId="urn:microsoft.com/office/officeart/2005/8/layout/hierarchy1"/>
    <dgm:cxn modelId="{DA430EA9-CD42-44B8-A49E-75D418343BD1}" srcId="{5D9BBDE1-B74B-4A9A-A31B-52EAD37C5E79}" destId="{117F9B11-8B3A-4739-B704-89EFEEFFB2AB}" srcOrd="0" destOrd="0" parTransId="{D29C1B1F-1EC2-40C2-A52E-231966543911}" sibTransId="{19293775-8BF2-45BB-AC3A-4D6F48E80090}"/>
    <dgm:cxn modelId="{DC7213A9-8E61-4A73-AEFA-D5F93A0C4283}" type="presOf" srcId="{EB967394-76E2-4C50-82BA-976857D7754E}" destId="{F2F5FBA8-5CAD-4895-AA6D-742533894434}" srcOrd="0" destOrd="0" presId="urn:microsoft.com/office/officeart/2005/8/layout/hierarchy1"/>
    <dgm:cxn modelId="{76189FB1-6EE0-4C80-AB96-C1EABF270197}" type="presOf" srcId="{823C96E6-84C6-4E8C-BC46-0022CBACC6A7}" destId="{9E4B7D31-FD42-4C65-ACF4-28756639EEA7}" srcOrd="0" destOrd="0" presId="urn:microsoft.com/office/officeart/2005/8/layout/hierarchy1"/>
    <dgm:cxn modelId="{4E11B1CB-06D8-4C39-A8C7-3F187BD925FB}" type="presOf" srcId="{D8B82F32-8AC3-4E2F-91BF-F3BA9B662245}" destId="{3D7C6B81-D755-4187-B215-6ECD47B10992}" srcOrd="0" destOrd="0" presId="urn:microsoft.com/office/officeart/2005/8/layout/hierarchy1"/>
    <dgm:cxn modelId="{ED8ACCDC-98F3-46A5-B6CD-90D95FD14EDB}" type="presOf" srcId="{117F9B11-8B3A-4739-B704-89EFEEFFB2AB}" destId="{7DC1C525-5D24-4A66-B97C-15D8B748279A}" srcOrd="0" destOrd="0" presId="urn:microsoft.com/office/officeart/2005/8/layout/hierarchy1"/>
    <dgm:cxn modelId="{D310E2F0-7766-4DB0-BEA3-28E24561E68E}" type="presOf" srcId="{0CE9B748-59A0-4E74-AE12-F646CB93C86A}" destId="{2F338378-8D67-401D-AE22-8757DCBF31B5}" srcOrd="0" destOrd="0" presId="urn:microsoft.com/office/officeart/2005/8/layout/hierarchy1"/>
    <dgm:cxn modelId="{51EBB7F3-CF39-492B-BD7F-20B70C922EA3}" srcId="{117F9B11-8B3A-4739-B704-89EFEEFFB2AB}" destId="{AFF59720-5556-456A-BF30-5BA229696C6E}" srcOrd="0" destOrd="0" parTransId="{823C96E6-84C6-4E8C-BC46-0022CBACC6A7}" sibTransId="{FEF44988-5D00-4E90-8600-56A0F19835D4}"/>
    <dgm:cxn modelId="{6AB256FC-8950-40B2-AB4B-B7B7C8FE26DF}" srcId="{117F9B11-8B3A-4739-B704-89EFEEFFB2AB}" destId="{FECE942D-98FA-4AAC-AE22-05E96A094173}" srcOrd="2" destOrd="0" parTransId="{B2DC5A66-4282-4CDE-8E66-BE7723AA6281}" sibTransId="{D4B7FC53-77A5-4595-9050-3B27CABB1351}"/>
    <dgm:cxn modelId="{A47B13F4-A354-49DB-84F4-BF657F399C63}" type="presParOf" srcId="{E9F1D019-DF76-4E17-84A7-42016533E8B1}" destId="{8F425348-3E15-400A-AA23-EF2463508EDC}" srcOrd="0" destOrd="0" presId="urn:microsoft.com/office/officeart/2005/8/layout/hierarchy1"/>
    <dgm:cxn modelId="{0F0D91CF-69E3-4EA0-935A-98F5657B5E8B}" type="presParOf" srcId="{8F425348-3E15-400A-AA23-EF2463508EDC}" destId="{B19E992F-F530-494D-AA0D-8D14ABC1442A}" srcOrd="0" destOrd="0" presId="urn:microsoft.com/office/officeart/2005/8/layout/hierarchy1"/>
    <dgm:cxn modelId="{CFA052CB-62A0-4417-B77D-5E346FE1F2D9}" type="presParOf" srcId="{B19E992F-F530-494D-AA0D-8D14ABC1442A}" destId="{4DE30E55-1F2B-40E4-8223-323DC917F480}" srcOrd="0" destOrd="0" presId="urn:microsoft.com/office/officeart/2005/8/layout/hierarchy1"/>
    <dgm:cxn modelId="{2A81BA26-F39F-4797-9F04-1445019AC19D}" type="presParOf" srcId="{B19E992F-F530-494D-AA0D-8D14ABC1442A}" destId="{7DC1C525-5D24-4A66-B97C-15D8B748279A}" srcOrd="1" destOrd="0" presId="urn:microsoft.com/office/officeart/2005/8/layout/hierarchy1"/>
    <dgm:cxn modelId="{9B3E51CD-75AB-4E59-B168-00146EE46D81}" type="presParOf" srcId="{8F425348-3E15-400A-AA23-EF2463508EDC}" destId="{5D46E35E-7ED2-4781-9039-69A371258E32}" srcOrd="1" destOrd="0" presId="urn:microsoft.com/office/officeart/2005/8/layout/hierarchy1"/>
    <dgm:cxn modelId="{B29EF9EB-A8C6-4B49-A388-A8731B2090A8}" type="presParOf" srcId="{5D46E35E-7ED2-4781-9039-69A371258E32}" destId="{9E4B7D31-FD42-4C65-ACF4-28756639EEA7}" srcOrd="0" destOrd="0" presId="urn:microsoft.com/office/officeart/2005/8/layout/hierarchy1"/>
    <dgm:cxn modelId="{C7DF6820-DAE6-460C-8053-6549CEB490AE}" type="presParOf" srcId="{5D46E35E-7ED2-4781-9039-69A371258E32}" destId="{977B0310-1B34-42D3-8E5A-5538D72EE19A}" srcOrd="1" destOrd="0" presId="urn:microsoft.com/office/officeart/2005/8/layout/hierarchy1"/>
    <dgm:cxn modelId="{3DAC4645-4C65-496C-9534-2B2C683EC9B3}" type="presParOf" srcId="{977B0310-1B34-42D3-8E5A-5538D72EE19A}" destId="{457E54EA-D5D7-464C-96C4-04170D1468E8}" srcOrd="0" destOrd="0" presId="urn:microsoft.com/office/officeart/2005/8/layout/hierarchy1"/>
    <dgm:cxn modelId="{82B541FD-46A3-43EB-BAA2-127C58770CD8}" type="presParOf" srcId="{457E54EA-D5D7-464C-96C4-04170D1468E8}" destId="{64011878-A16D-4793-9133-EF28868D3D3E}" srcOrd="0" destOrd="0" presId="urn:microsoft.com/office/officeart/2005/8/layout/hierarchy1"/>
    <dgm:cxn modelId="{95AFD51E-5C08-44F4-9EDC-E440F3991F98}" type="presParOf" srcId="{457E54EA-D5D7-464C-96C4-04170D1468E8}" destId="{446308B3-050E-44C9-A32E-2D5B7E45084A}" srcOrd="1" destOrd="0" presId="urn:microsoft.com/office/officeart/2005/8/layout/hierarchy1"/>
    <dgm:cxn modelId="{826030BB-C1E9-42EF-9D53-45F0AC322A48}" type="presParOf" srcId="{977B0310-1B34-42D3-8E5A-5538D72EE19A}" destId="{6B412604-2B72-4694-B9A2-ABC09F5A9BE5}" srcOrd="1" destOrd="0" presId="urn:microsoft.com/office/officeart/2005/8/layout/hierarchy1"/>
    <dgm:cxn modelId="{CC23C451-22DD-4F2E-A7B9-85598F2330D0}" type="presParOf" srcId="{5D46E35E-7ED2-4781-9039-69A371258E32}" destId="{F2F5FBA8-5CAD-4895-AA6D-742533894434}" srcOrd="2" destOrd="0" presId="urn:microsoft.com/office/officeart/2005/8/layout/hierarchy1"/>
    <dgm:cxn modelId="{DECC9AC1-0B32-41BA-B4DF-84EED34B93AE}" type="presParOf" srcId="{5D46E35E-7ED2-4781-9039-69A371258E32}" destId="{AF340920-7F0A-4595-98C4-77CB90CC6F22}" srcOrd="3" destOrd="0" presId="urn:microsoft.com/office/officeart/2005/8/layout/hierarchy1"/>
    <dgm:cxn modelId="{A439BF56-1B58-47FB-A8B3-C0B805BA4643}" type="presParOf" srcId="{AF340920-7F0A-4595-98C4-77CB90CC6F22}" destId="{D8D8287C-6CA9-44DB-8048-787DCCCED2A3}" srcOrd="0" destOrd="0" presId="urn:microsoft.com/office/officeart/2005/8/layout/hierarchy1"/>
    <dgm:cxn modelId="{9460DE79-9276-46E8-B486-8CDE751E0628}" type="presParOf" srcId="{D8D8287C-6CA9-44DB-8048-787DCCCED2A3}" destId="{2249A559-8DAF-471A-954E-FA9E6D609619}" srcOrd="0" destOrd="0" presId="urn:microsoft.com/office/officeart/2005/8/layout/hierarchy1"/>
    <dgm:cxn modelId="{F73133CF-506B-4FBA-821E-F80CC6CA9DF7}" type="presParOf" srcId="{D8D8287C-6CA9-44DB-8048-787DCCCED2A3}" destId="{2F338378-8D67-401D-AE22-8757DCBF31B5}" srcOrd="1" destOrd="0" presId="urn:microsoft.com/office/officeart/2005/8/layout/hierarchy1"/>
    <dgm:cxn modelId="{C9DA1460-FF87-4950-AE7C-9C3FD41D7A59}" type="presParOf" srcId="{AF340920-7F0A-4595-98C4-77CB90CC6F22}" destId="{69C634FC-39FE-4B72-9F02-741D5203035B}" srcOrd="1" destOrd="0" presId="urn:microsoft.com/office/officeart/2005/8/layout/hierarchy1"/>
    <dgm:cxn modelId="{AB172C22-0A18-4BC8-954E-922E63BDA0DD}" type="presParOf" srcId="{5D46E35E-7ED2-4781-9039-69A371258E32}" destId="{482D79E3-8F36-4164-9BBA-BC62E62724DD}" srcOrd="4" destOrd="0" presId="urn:microsoft.com/office/officeart/2005/8/layout/hierarchy1"/>
    <dgm:cxn modelId="{21503D4B-664F-4B57-AE72-F67E0E7BD663}" type="presParOf" srcId="{5D46E35E-7ED2-4781-9039-69A371258E32}" destId="{44482D11-0392-4454-BA0D-4F31D62E0BFB}" srcOrd="5" destOrd="0" presId="urn:microsoft.com/office/officeart/2005/8/layout/hierarchy1"/>
    <dgm:cxn modelId="{F34F39FC-CB45-485D-AF8E-AE954C967310}" type="presParOf" srcId="{44482D11-0392-4454-BA0D-4F31D62E0BFB}" destId="{7E8F3CA5-40EC-4F81-955F-4247E29CB8B8}" srcOrd="0" destOrd="0" presId="urn:microsoft.com/office/officeart/2005/8/layout/hierarchy1"/>
    <dgm:cxn modelId="{BF2D55AE-F18E-4637-ABE0-66D92328CD5C}" type="presParOf" srcId="{7E8F3CA5-40EC-4F81-955F-4247E29CB8B8}" destId="{36648A28-23F0-4A5C-8C42-10E3917EB271}" srcOrd="0" destOrd="0" presId="urn:microsoft.com/office/officeart/2005/8/layout/hierarchy1"/>
    <dgm:cxn modelId="{7F1A4F59-B4D6-4D11-885A-03560F791D0F}" type="presParOf" srcId="{7E8F3CA5-40EC-4F81-955F-4247E29CB8B8}" destId="{C96CB171-C2EA-4458-B6AB-B0CF0ED19749}" srcOrd="1" destOrd="0" presId="urn:microsoft.com/office/officeart/2005/8/layout/hierarchy1"/>
    <dgm:cxn modelId="{75CDEC35-729A-4EFF-B50E-B9F4912EEB1D}" type="presParOf" srcId="{44482D11-0392-4454-BA0D-4F31D62E0BFB}" destId="{7AD2AA02-7B25-475E-A2CF-174043A95E35}" srcOrd="1" destOrd="0" presId="urn:microsoft.com/office/officeart/2005/8/layout/hierarchy1"/>
    <dgm:cxn modelId="{E7EC06B4-9ECE-4D34-AF07-DB19E7A7C2D5}" type="presParOf" srcId="{5D46E35E-7ED2-4781-9039-69A371258E32}" destId="{ACD4F88E-5004-413B-B260-D1C894C1AE75}" srcOrd="6" destOrd="0" presId="urn:microsoft.com/office/officeart/2005/8/layout/hierarchy1"/>
    <dgm:cxn modelId="{0D9BE3A2-04AC-473A-887F-F6A767A8C439}" type="presParOf" srcId="{5D46E35E-7ED2-4781-9039-69A371258E32}" destId="{B9AA0B85-B2BF-4EED-8D8B-ACDB75099384}" srcOrd="7" destOrd="0" presId="urn:microsoft.com/office/officeart/2005/8/layout/hierarchy1"/>
    <dgm:cxn modelId="{82FC2BE7-988F-4279-B4E8-270D32D0862A}" type="presParOf" srcId="{B9AA0B85-B2BF-4EED-8D8B-ACDB75099384}" destId="{5B8C4A40-981F-449F-980D-615CAB0C238D}" srcOrd="0" destOrd="0" presId="urn:microsoft.com/office/officeart/2005/8/layout/hierarchy1"/>
    <dgm:cxn modelId="{15C9DAA8-3F64-4A3D-BC66-33C11E19D2DA}" type="presParOf" srcId="{5B8C4A40-981F-449F-980D-615CAB0C238D}" destId="{265B73CE-17D1-4909-9448-0B83ED0BC065}" srcOrd="0" destOrd="0" presId="urn:microsoft.com/office/officeart/2005/8/layout/hierarchy1"/>
    <dgm:cxn modelId="{0BED457C-0412-4BB9-9E71-CE33036A93F3}" type="presParOf" srcId="{5B8C4A40-981F-449F-980D-615CAB0C238D}" destId="{3D7C6B81-D755-4187-B215-6ECD47B10992}" srcOrd="1" destOrd="0" presId="urn:microsoft.com/office/officeart/2005/8/layout/hierarchy1"/>
    <dgm:cxn modelId="{58FD860D-137E-4C32-834B-8A3E8971B950}" type="presParOf" srcId="{B9AA0B85-B2BF-4EED-8D8B-ACDB75099384}" destId="{42917B44-85F7-4F9F-8DC0-A8DBCC9D3C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CBE4ED-E10B-4B08-A558-9DAF0AA147A8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21DF55-E3BD-456E-8960-487EF7076DED}">
      <dgm:prSet phldrT="[Text]"/>
      <dgm:spPr/>
      <dgm:t>
        <a:bodyPr/>
        <a:lstStyle/>
        <a:p>
          <a:r>
            <a: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rPr>
            <a:t>Activities</a:t>
          </a:r>
        </a:p>
      </dgm:t>
    </dgm:pt>
    <dgm:pt modelId="{054F4058-CB28-4E12-AF9B-29595381842D}" type="parTrans" cxnId="{84013291-201D-49D7-87B2-3CD2AC977972}">
      <dgm:prSet/>
      <dgm:spPr/>
      <dgm:t>
        <a:bodyPr/>
        <a:lstStyle/>
        <a:p>
          <a:endParaRPr lang="en-US"/>
        </a:p>
      </dgm:t>
    </dgm:pt>
    <dgm:pt modelId="{5EF5BAD6-77D0-4721-BDA3-851D46F62985}" type="sibTrans" cxnId="{84013291-201D-49D7-87B2-3CD2AC977972}">
      <dgm:prSet/>
      <dgm:spPr/>
      <dgm:t>
        <a:bodyPr/>
        <a:lstStyle/>
        <a:p>
          <a:endParaRPr lang="en-US"/>
        </a:p>
      </dgm:t>
    </dgm:pt>
    <dgm:pt modelId="{97DC0B8E-28C5-4CF9-A4C1-7CEAF99B068C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Business strategy </a:t>
          </a:r>
        </a:p>
      </dgm:t>
    </dgm:pt>
    <dgm:pt modelId="{9164390A-54F1-4590-91FD-AF3F6ABE3DAD}" type="parTrans" cxnId="{01659C76-25E4-49FF-9BCF-1C2A11FD97BD}">
      <dgm:prSet/>
      <dgm:spPr/>
      <dgm:t>
        <a:bodyPr/>
        <a:lstStyle/>
        <a:p>
          <a:endParaRPr lang="en-US"/>
        </a:p>
      </dgm:t>
    </dgm:pt>
    <dgm:pt modelId="{E4FA4F64-E32C-4B6D-BD9A-C659B8F1F9E6}" type="sibTrans" cxnId="{01659C76-25E4-49FF-9BCF-1C2A11FD97BD}">
      <dgm:prSet/>
      <dgm:spPr/>
      <dgm:t>
        <a:bodyPr/>
        <a:lstStyle/>
        <a:p>
          <a:endParaRPr lang="en-US"/>
        </a:p>
      </dgm:t>
    </dgm:pt>
    <dgm:pt modelId="{4900C096-2328-46A9-84F4-5493F8050C8E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Change prediction </a:t>
          </a:r>
        </a:p>
      </dgm:t>
    </dgm:pt>
    <dgm:pt modelId="{C386FFCF-A69D-4750-9AC9-CBBCBA894B83}" type="parTrans" cxnId="{8692C2E7-9A7D-4093-AB96-A8F325E1C46D}">
      <dgm:prSet/>
      <dgm:spPr/>
      <dgm:t>
        <a:bodyPr/>
        <a:lstStyle/>
        <a:p>
          <a:endParaRPr lang="en-US"/>
        </a:p>
      </dgm:t>
    </dgm:pt>
    <dgm:pt modelId="{F9869B8B-26D0-4F81-9DDC-016C50A43CDD}" type="sibTrans" cxnId="{8692C2E7-9A7D-4093-AB96-A8F325E1C46D}">
      <dgm:prSet/>
      <dgm:spPr/>
      <dgm:t>
        <a:bodyPr/>
        <a:lstStyle/>
        <a:p>
          <a:endParaRPr lang="en-US"/>
        </a:p>
      </dgm:t>
    </dgm:pt>
    <dgm:pt modelId="{E24A35C4-E8B2-45A0-B54E-90262A5E6A5E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Information search </a:t>
          </a:r>
        </a:p>
      </dgm:t>
    </dgm:pt>
    <dgm:pt modelId="{F3BF4DF1-2537-4815-B5A0-5868124CF792}" type="parTrans" cxnId="{603E8B2C-E2F8-4870-A229-9B04391FF5CC}">
      <dgm:prSet/>
      <dgm:spPr/>
      <dgm:t>
        <a:bodyPr/>
        <a:lstStyle/>
        <a:p>
          <a:endParaRPr lang="en-US"/>
        </a:p>
      </dgm:t>
    </dgm:pt>
    <dgm:pt modelId="{96598DBF-AF47-453B-A1C8-EDE49080CF93}" type="sibTrans" cxnId="{603E8B2C-E2F8-4870-A229-9B04391FF5CC}">
      <dgm:prSet/>
      <dgm:spPr/>
      <dgm:t>
        <a:bodyPr/>
        <a:lstStyle/>
        <a:p>
          <a:endParaRPr lang="en-US"/>
        </a:p>
      </dgm:t>
    </dgm:pt>
    <dgm:pt modelId="{C677E43F-CEC4-4AFE-A500-3AA26603E685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Idea generation </a:t>
          </a:r>
        </a:p>
      </dgm:t>
    </dgm:pt>
    <dgm:pt modelId="{9E355B15-B211-43B6-9273-7A585C6B0908}" type="parTrans" cxnId="{ADF6467A-A6AD-4D26-A370-08182F7A4D2F}">
      <dgm:prSet/>
      <dgm:spPr/>
      <dgm:t>
        <a:bodyPr/>
        <a:lstStyle/>
        <a:p>
          <a:endParaRPr lang="en-US"/>
        </a:p>
      </dgm:t>
    </dgm:pt>
    <dgm:pt modelId="{A1012E9D-E1FE-4597-836B-A1A432788082}" type="sibTrans" cxnId="{ADF6467A-A6AD-4D26-A370-08182F7A4D2F}">
      <dgm:prSet/>
      <dgm:spPr/>
      <dgm:t>
        <a:bodyPr/>
        <a:lstStyle/>
        <a:p>
          <a:endParaRPr lang="en-US"/>
        </a:p>
      </dgm:t>
    </dgm:pt>
    <dgm:pt modelId="{4685472A-EFC1-462E-B96D-AF4916832C3A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Concept engineering </a:t>
          </a:r>
        </a:p>
      </dgm:t>
    </dgm:pt>
    <dgm:pt modelId="{EE4A98DA-65AD-49D9-B96C-25882224AB1A}" type="parTrans" cxnId="{C053BAF6-00AD-4F70-8C36-EF5C92C4D192}">
      <dgm:prSet/>
      <dgm:spPr/>
      <dgm:t>
        <a:bodyPr/>
        <a:lstStyle/>
        <a:p>
          <a:endParaRPr lang="en-US"/>
        </a:p>
      </dgm:t>
    </dgm:pt>
    <dgm:pt modelId="{7A3B4C73-49E9-4C45-BAC5-D0D3BE7B917D}" type="sibTrans" cxnId="{C053BAF6-00AD-4F70-8C36-EF5C92C4D192}">
      <dgm:prSet/>
      <dgm:spPr/>
      <dgm:t>
        <a:bodyPr/>
        <a:lstStyle/>
        <a:p>
          <a:endParaRPr lang="en-US"/>
        </a:p>
      </dgm:t>
    </dgm:pt>
    <dgm:pt modelId="{7636119B-B5A2-4CA5-804D-D38EA8CBBA0A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sz="1800" dirty="0"/>
            <a:t>Market analysis </a:t>
          </a:r>
        </a:p>
      </dgm:t>
    </dgm:pt>
    <dgm:pt modelId="{56B5C2E1-FD73-4E82-8B30-F6CCB60FD8DC}" type="parTrans" cxnId="{FE7362A2-4EE4-4256-BAF1-7E091BC2A35B}">
      <dgm:prSet/>
      <dgm:spPr/>
      <dgm:t>
        <a:bodyPr/>
        <a:lstStyle/>
        <a:p>
          <a:endParaRPr lang="en-US"/>
        </a:p>
      </dgm:t>
    </dgm:pt>
    <dgm:pt modelId="{4176C317-35C0-4729-84CE-B87F1FAA4407}" type="sibTrans" cxnId="{FE7362A2-4EE4-4256-BAF1-7E091BC2A35B}">
      <dgm:prSet/>
      <dgm:spPr/>
      <dgm:t>
        <a:bodyPr/>
        <a:lstStyle/>
        <a:p>
          <a:endParaRPr lang="en-US"/>
        </a:p>
      </dgm:t>
    </dgm:pt>
    <dgm:pt modelId="{937EEFBA-CB66-4B27-AD4F-28BAC8777FDF}" type="pres">
      <dgm:prSet presAssocID="{94CBE4ED-E10B-4B08-A558-9DAF0AA147A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D292877-0E32-4CB2-A7DB-6F3A646E521E}" type="pres">
      <dgm:prSet presAssocID="{F421DF55-E3BD-456E-8960-487EF7076DED}" presName="Parent" presStyleLbl="node0" presStyleIdx="0" presStyleCnt="1">
        <dgm:presLayoutVars>
          <dgm:chMax val="6"/>
          <dgm:chPref val="6"/>
        </dgm:presLayoutVars>
      </dgm:prSet>
      <dgm:spPr/>
    </dgm:pt>
    <dgm:pt modelId="{A440D5AF-142B-4059-BB9D-2F9C897A1A66}" type="pres">
      <dgm:prSet presAssocID="{97DC0B8E-28C5-4CF9-A4C1-7CEAF99B068C}" presName="Accent1" presStyleCnt="0"/>
      <dgm:spPr/>
    </dgm:pt>
    <dgm:pt modelId="{4F6AB2CF-B1AB-48D9-9EE6-D1E85799BF33}" type="pres">
      <dgm:prSet presAssocID="{97DC0B8E-28C5-4CF9-A4C1-7CEAF99B068C}" presName="Accent" presStyleLbl="bgShp" presStyleIdx="0" presStyleCnt="6"/>
      <dgm:spPr/>
    </dgm:pt>
    <dgm:pt modelId="{993EA33E-0F71-481E-8AC4-4AC1821B4622}" type="pres">
      <dgm:prSet presAssocID="{97DC0B8E-28C5-4CF9-A4C1-7CEAF99B068C}" presName="Child1" presStyleLbl="node1" presStyleIdx="0" presStyleCnt="6" custScaleX="120779">
        <dgm:presLayoutVars>
          <dgm:chMax val="0"/>
          <dgm:chPref val="0"/>
          <dgm:bulletEnabled val="1"/>
        </dgm:presLayoutVars>
      </dgm:prSet>
      <dgm:spPr/>
    </dgm:pt>
    <dgm:pt modelId="{6D3E7A19-14EE-4247-A1E0-A01CAFCC7D5E}" type="pres">
      <dgm:prSet presAssocID="{4900C096-2328-46A9-84F4-5493F8050C8E}" presName="Accent2" presStyleCnt="0"/>
      <dgm:spPr/>
    </dgm:pt>
    <dgm:pt modelId="{3D8134AC-ABBA-464F-BF7C-48FF9DC28CA3}" type="pres">
      <dgm:prSet presAssocID="{4900C096-2328-46A9-84F4-5493F8050C8E}" presName="Accent" presStyleLbl="bgShp" presStyleIdx="1" presStyleCnt="6"/>
      <dgm:spPr/>
    </dgm:pt>
    <dgm:pt modelId="{B1BCED55-10D8-49B8-AA9B-CEA24BCB5E36}" type="pres">
      <dgm:prSet presAssocID="{4900C096-2328-46A9-84F4-5493F8050C8E}" presName="Child2" presStyleLbl="node1" presStyleIdx="1" presStyleCnt="6" custScaleX="129386" custLinFactNeighborX="16839" custLinFactNeighborY="3070">
        <dgm:presLayoutVars>
          <dgm:chMax val="0"/>
          <dgm:chPref val="0"/>
          <dgm:bulletEnabled val="1"/>
        </dgm:presLayoutVars>
      </dgm:prSet>
      <dgm:spPr/>
    </dgm:pt>
    <dgm:pt modelId="{57CE72CA-3590-43AE-8D97-ECAB73B51986}" type="pres">
      <dgm:prSet presAssocID="{E24A35C4-E8B2-45A0-B54E-90262A5E6A5E}" presName="Accent3" presStyleCnt="0"/>
      <dgm:spPr/>
    </dgm:pt>
    <dgm:pt modelId="{6B4041C9-A211-48B9-B6D7-DFF1EBBCD8C7}" type="pres">
      <dgm:prSet presAssocID="{E24A35C4-E8B2-45A0-B54E-90262A5E6A5E}" presName="Accent" presStyleLbl="bgShp" presStyleIdx="2" presStyleCnt="6"/>
      <dgm:spPr/>
    </dgm:pt>
    <dgm:pt modelId="{EB6F31F0-069B-4589-9198-A168347B3C79}" type="pres">
      <dgm:prSet presAssocID="{E24A35C4-E8B2-45A0-B54E-90262A5E6A5E}" presName="Child3" presStyleLbl="node1" presStyleIdx="2" presStyleCnt="6" custScaleX="125302" custLinFactNeighborX="21219" custLinFactNeighborY="-1257">
        <dgm:presLayoutVars>
          <dgm:chMax val="0"/>
          <dgm:chPref val="0"/>
          <dgm:bulletEnabled val="1"/>
        </dgm:presLayoutVars>
      </dgm:prSet>
      <dgm:spPr/>
    </dgm:pt>
    <dgm:pt modelId="{7A40E079-BFC9-4DCF-97C9-ED58EA31B2AF}" type="pres">
      <dgm:prSet presAssocID="{C677E43F-CEC4-4AFE-A500-3AA26603E685}" presName="Accent4" presStyleCnt="0"/>
      <dgm:spPr/>
    </dgm:pt>
    <dgm:pt modelId="{0C3DB976-DCBE-49CD-8AD7-5B6A5D719709}" type="pres">
      <dgm:prSet presAssocID="{C677E43F-CEC4-4AFE-A500-3AA26603E685}" presName="Accent" presStyleLbl="bgShp" presStyleIdx="3" presStyleCnt="6"/>
      <dgm:spPr/>
    </dgm:pt>
    <dgm:pt modelId="{21200C8D-826A-4815-8725-D750F866A36F}" type="pres">
      <dgm:prSet presAssocID="{C677E43F-CEC4-4AFE-A500-3AA26603E685}" presName="Child4" presStyleLbl="node1" presStyleIdx="3" presStyleCnt="6" custScaleX="144852">
        <dgm:presLayoutVars>
          <dgm:chMax val="0"/>
          <dgm:chPref val="0"/>
          <dgm:bulletEnabled val="1"/>
        </dgm:presLayoutVars>
      </dgm:prSet>
      <dgm:spPr/>
    </dgm:pt>
    <dgm:pt modelId="{FBA85B12-4487-42BA-A17F-26F0CC4A8447}" type="pres">
      <dgm:prSet presAssocID="{4685472A-EFC1-462E-B96D-AF4916832C3A}" presName="Accent5" presStyleCnt="0"/>
      <dgm:spPr/>
    </dgm:pt>
    <dgm:pt modelId="{3AB29E9A-3213-4ABF-A732-56A20628DCE7}" type="pres">
      <dgm:prSet presAssocID="{4685472A-EFC1-462E-B96D-AF4916832C3A}" presName="Accent" presStyleLbl="bgShp" presStyleIdx="4" presStyleCnt="6"/>
      <dgm:spPr/>
    </dgm:pt>
    <dgm:pt modelId="{246B4041-9D60-472A-89FD-71E97A7EE7D0}" type="pres">
      <dgm:prSet presAssocID="{4685472A-EFC1-462E-B96D-AF4916832C3A}" presName="Child5" presStyleLbl="node1" presStyleIdx="4" presStyleCnt="6" custScaleX="134270" custLinFactNeighborX="-28761" custLinFactNeighborY="-1326">
        <dgm:presLayoutVars>
          <dgm:chMax val="0"/>
          <dgm:chPref val="0"/>
          <dgm:bulletEnabled val="1"/>
        </dgm:presLayoutVars>
      </dgm:prSet>
      <dgm:spPr/>
    </dgm:pt>
    <dgm:pt modelId="{E8F5D255-CB88-4440-B9D0-6C8D9B332404}" type="pres">
      <dgm:prSet presAssocID="{7636119B-B5A2-4CA5-804D-D38EA8CBBA0A}" presName="Accent6" presStyleCnt="0"/>
      <dgm:spPr/>
    </dgm:pt>
    <dgm:pt modelId="{D60ED136-2546-453C-B3BE-6E1632E9B17B}" type="pres">
      <dgm:prSet presAssocID="{7636119B-B5A2-4CA5-804D-D38EA8CBBA0A}" presName="Accent" presStyleLbl="bgShp" presStyleIdx="5" presStyleCnt="6"/>
      <dgm:spPr/>
    </dgm:pt>
    <dgm:pt modelId="{EE7655BD-3EB6-4EEF-968E-E2F6C2C03545}" type="pres">
      <dgm:prSet presAssocID="{7636119B-B5A2-4CA5-804D-D38EA8CBBA0A}" presName="Child6" presStyleLbl="node1" presStyleIdx="5" presStyleCnt="6" custScaleX="137887" custLinFactNeighborX="-23907" custLinFactNeighborY="1598">
        <dgm:presLayoutVars>
          <dgm:chMax val="0"/>
          <dgm:chPref val="0"/>
          <dgm:bulletEnabled val="1"/>
        </dgm:presLayoutVars>
      </dgm:prSet>
      <dgm:spPr/>
    </dgm:pt>
  </dgm:ptLst>
  <dgm:cxnLst>
    <dgm:cxn modelId="{903DF505-5671-4E28-BB3A-9717F620E993}" type="presOf" srcId="{F421DF55-E3BD-456E-8960-487EF7076DED}" destId="{3D292877-0E32-4CB2-A7DB-6F3A646E521E}" srcOrd="0" destOrd="0" presId="urn:microsoft.com/office/officeart/2011/layout/HexagonRadial"/>
    <dgm:cxn modelId="{603E8B2C-E2F8-4870-A229-9B04391FF5CC}" srcId="{F421DF55-E3BD-456E-8960-487EF7076DED}" destId="{E24A35C4-E8B2-45A0-B54E-90262A5E6A5E}" srcOrd="2" destOrd="0" parTransId="{F3BF4DF1-2537-4815-B5A0-5868124CF792}" sibTransId="{96598DBF-AF47-453B-A1C8-EDE49080CF93}"/>
    <dgm:cxn modelId="{C1D7302F-004E-4A00-82BE-48E679A6F945}" type="presOf" srcId="{97DC0B8E-28C5-4CF9-A4C1-7CEAF99B068C}" destId="{993EA33E-0F71-481E-8AC4-4AC1821B4622}" srcOrd="0" destOrd="0" presId="urn:microsoft.com/office/officeart/2011/layout/HexagonRadial"/>
    <dgm:cxn modelId="{FD233B6A-B09E-4A4E-8491-AA0B34AE9F13}" type="presOf" srcId="{94CBE4ED-E10B-4B08-A558-9DAF0AA147A8}" destId="{937EEFBA-CB66-4B27-AD4F-28BAC8777FDF}" srcOrd="0" destOrd="0" presId="urn:microsoft.com/office/officeart/2011/layout/HexagonRadial"/>
    <dgm:cxn modelId="{7AEA4C6D-57CA-4406-A712-AFC1F797ED46}" type="presOf" srcId="{4685472A-EFC1-462E-B96D-AF4916832C3A}" destId="{246B4041-9D60-472A-89FD-71E97A7EE7D0}" srcOrd="0" destOrd="0" presId="urn:microsoft.com/office/officeart/2011/layout/HexagonRadial"/>
    <dgm:cxn modelId="{3F489F53-3CD7-4E9B-A23A-FC03B565D0D8}" type="presOf" srcId="{7636119B-B5A2-4CA5-804D-D38EA8CBBA0A}" destId="{EE7655BD-3EB6-4EEF-968E-E2F6C2C03545}" srcOrd="0" destOrd="0" presId="urn:microsoft.com/office/officeart/2011/layout/HexagonRadial"/>
    <dgm:cxn modelId="{01659C76-25E4-49FF-9BCF-1C2A11FD97BD}" srcId="{F421DF55-E3BD-456E-8960-487EF7076DED}" destId="{97DC0B8E-28C5-4CF9-A4C1-7CEAF99B068C}" srcOrd="0" destOrd="0" parTransId="{9164390A-54F1-4590-91FD-AF3F6ABE3DAD}" sibTransId="{E4FA4F64-E32C-4B6D-BD9A-C659B8F1F9E6}"/>
    <dgm:cxn modelId="{ADF6467A-A6AD-4D26-A370-08182F7A4D2F}" srcId="{F421DF55-E3BD-456E-8960-487EF7076DED}" destId="{C677E43F-CEC4-4AFE-A500-3AA26603E685}" srcOrd="3" destOrd="0" parTransId="{9E355B15-B211-43B6-9273-7A585C6B0908}" sibTransId="{A1012E9D-E1FE-4597-836B-A1A432788082}"/>
    <dgm:cxn modelId="{F7A0CE89-406E-4BB5-ABA8-8516C79D8537}" type="presOf" srcId="{E24A35C4-E8B2-45A0-B54E-90262A5E6A5E}" destId="{EB6F31F0-069B-4589-9198-A168347B3C79}" srcOrd="0" destOrd="0" presId="urn:microsoft.com/office/officeart/2011/layout/HexagonRadial"/>
    <dgm:cxn modelId="{84013291-201D-49D7-87B2-3CD2AC977972}" srcId="{94CBE4ED-E10B-4B08-A558-9DAF0AA147A8}" destId="{F421DF55-E3BD-456E-8960-487EF7076DED}" srcOrd="0" destOrd="0" parTransId="{054F4058-CB28-4E12-AF9B-29595381842D}" sibTransId="{5EF5BAD6-77D0-4721-BDA3-851D46F62985}"/>
    <dgm:cxn modelId="{FB29F29B-C62D-43EB-9514-767CE1FB0C81}" type="presOf" srcId="{C677E43F-CEC4-4AFE-A500-3AA26603E685}" destId="{21200C8D-826A-4815-8725-D750F866A36F}" srcOrd="0" destOrd="0" presId="urn:microsoft.com/office/officeart/2011/layout/HexagonRadial"/>
    <dgm:cxn modelId="{FE7362A2-4EE4-4256-BAF1-7E091BC2A35B}" srcId="{F421DF55-E3BD-456E-8960-487EF7076DED}" destId="{7636119B-B5A2-4CA5-804D-D38EA8CBBA0A}" srcOrd="5" destOrd="0" parTransId="{56B5C2E1-FD73-4E82-8B30-F6CCB60FD8DC}" sibTransId="{4176C317-35C0-4729-84CE-B87F1FAA4407}"/>
    <dgm:cxn modelId="{D258B1D3-3172-4726-87A7-40CE7BF9184C}" type="presOf" srcId="{4900C096-2328-46A9-84F4-5493F8050C8E}" destId="{B1BCED55-10D8-49B8-AA9B-CEA24BCB5E36}" srcOrd="0" destOrd="0" presId="urn:microsoft.com/office/officeart/2011/layout/HexagonRadial"/>
    <dgm:cxn modelId="{8692C2E7-9A7D-4093-AB96-A8F325E1C46D}" srcId="{F421DF55-E3BD-456E-8960-487EF7076DED}" destId="{4900C096-2328-46A9-84F4-5493F8050C8E}" srcOrd="1" destOrd="0" parTransId="{C386FFCF-A69D-4750-9AC9-CBBCBA894B83}" sibTransId="{F9869B8B-26D0-4F81-9DDC-016C50A43CDD}"/>
    <dgm:cxn modelId="{C053BAF6-00AD-4F70-8C36-EF5C92C4D192}" srcId="{F421DF55-E3BD-456E-8960-487EF7076DED}" destId="{4685472A-EFC1-462E-B96D-AF4916832C3A}" srcOrd="4" destOrd="0" parTransId="{EE4A98DA-65AD-49D9-B96C-25882224AB1A}" sibTransId="{7A3B4C73-49E9-4C45-BAC5-D0D3BE7B917D}"/>
    <dgm:cxn modelId="{4A5C7382-689C-45D8-A8E4-57F8D77FDBF0}" type="presParOf" srcId="{937EEFBA-CB66-4B27-AD4F-28BAC8777FDF}" destId="{3D292877-0E32-4CB2-A7DB-6F3A646E521E}" srcOrd="0" destOrd="0" presId="urn:microsoft.com/office/officeart/2011/layout/HexagonRadial"/>
    <dgm:cxn modelId="{53E7C2A4-2697-409A-AD47-3F9358B583C8}" type="presParOf" srcId="{937EEFBA-CB66-4B27-AD4F-28BAC8777FDF}" destId="{A440D5AF-142B-4059-BB9D-2F9C897A1A66}" srcOrd="1" destOrd="0" presId="urn:microsoft.com/office/officeart/2011/layout/HexagonRadial"/>
    <dgm:cxn modelId="{533C46AB-0820-447E-9262-2F6B3CFA7D93}" type="presParOf" srcId="{A440D5AF-142B-4059-BB9D-2F9C897A1A66}" destId="{4F6AB2CF-B1AB-48D9-9EE6-D1E85799BF33}" srcOrd="0" destOrd="0" presId="urn:microsoft.com/office/officeart/2011/layout/HexagonRadial"/>
    <dgm:cxn modelId="{E7E3973F-10FA-49DB-93C4-1FEC598DFB45}" type="presParOf" srcId="{937EEFBA-CB66-4B27-AD4F-28BAC8777FDF}" destId="{993EA33E-0F71-481E-8AC4-4AC1821B4622}" srcOrd="2" destOrd="0" presId="urn:microsoft.com/office/officeart/2011/layout/HexagonRadial"/>
    <dgm:cxn modelId="{BE6855DF-F7C3-4838-A369-6CDEF0F2A6AD}" type="presParOf" srcId="{937EEFBA-CB66-4B27-AD4F-28BAC8777FDF}" destId="{6D3E7A19-14EE-4247-A1E0-A01CAFCC7D5E}" srcOrd="3" destOrd="0" presId="urn:microsoft.com/office/officeart/2011/layout/HexagonRadial"/>
    <dgm:cxn modelId="{38E880D0-D7A3-45E2-8C68-6DFCA8A790FE}" type="presParOf" srcId="{6D3E7A19-14EE-4247-A1E0-A01CAFCC7D5E}" destId="{3D8134AC-ABBA-464F-BF7C-48FF9DC28CA3}" srcOrd="0" destOrd="0" presId="urn:microsoft.com/office/officeart/2011/layout/HexagonRadial"/>
    <dgm:cxn modelId="{CE1C2E05-92CE-419C-B6EA-CC6DBF7B673D}" type="presParOf" srcId="{937EEFBA-CB66-4B27-AD4F-28BAC8777FDF}" destId="{B1BCED55-10D8-49B8-AA9B-CEA24BCB5E36}" srcOrd="4" destOrd="0" presId="urn:microsoft.com/office/officeart/2011/layout/HexagonRadial"/>
    <dgm:cxn modelId="{3E533F6E-8468-4556-B6CF-ABB7DD064D72}" type="presParOf" srcId="{937EEFBA-CB66-4B27-AD4F-28BAC8777FDF}" destId="{57CE72CA-3590-43AE-8D97-ECAB73B51986}" srcOrd="5" destOrd="0" presId="urn:microsoft.com/office/officeart/2011/layout/HexagonRadial"/>
    <dgm:cxn modelId="{B38C80FB-D815-466F-A5A4-A329F6E20161}" type="presParOf" srcId="{57CE72CA-3590-43AE-8D97-ECAB73B51986}" destId="{6B4041C9-A211-48B9-B6D7-DFF1EBBCD8C7}" srcOrd="0" destOrd="0" presId="urn:microsoft.com/office/officeart/2011/layout/HexagonRadial"/>
    <dgm:cxn modelId="{751CCA9C-2B5F-4D52-8796-3C6B6A429881}" type="presParOf" srcId="{937EEFBA-CB66-4B27-AD4F-28BAC8777FDF}" destId="{EB6F31F0-069B-4589-9198-A168347B3C79}" srcOrd="6" destOrd="0" presId="urn:microsoft.com/office/officeart/2011/layout/HexagonRadial"/>
    <dgm:cxn modelId="{88791046-0F14-4DEF-A505-5328B0F2D94F}" type="presParOf" srcId="{937EEFBA-CB66-4B27-AD4F-28BAC8777FDF}" destId="{7A40E079-BFC9-4DCF-97C9-ED58EA31B2AF}" srcOrd="7" destOrd="0" presId="urn:microsoft.com/office/officeart/2011/layout/HexagonRadial"/>
    <dgm:cxn modelId="{D1493771-DC3E-4D18-923A-81162AB9537D}" type="presParOf" srcId="{7A40E079-BFC9-4DCF-97C9-ED58EA31B2AF}" destId="{0C3DB976-DCBE-49CD-8AD7-5B6A5D719709}" srcOrd="0" destOrd="0" presId="urn:microsoft.com/office/officeart/2011/layout/HexagonRadial"/>
    <dgm:cxn modelId="{631E79D0-4419-46F9-A478-E435A67A39F3}" type="presParOf" srcId="{937EEFBA-CB66-4B27-AD4F-28BAC8777FDF}" destId="{21200C8D-826A-4815-8725-D750F866A36F}" srcOrd="8" destOrd="0" presId="urn:microsoft.com/office/officeart/2011/layout/HexagonRadial"/>
    <dgm:cxn modelId="{162590AB-3867-4F59-8266-EA7887C208B4}" type="presParOf" srcId="{937EEFBA-CB66-4B27-AD4F-28BAC8777FDF}" destId="{FBA85B12-4487-42BA-A17F-26F0CC4A8447}" srcOrd="9" destOrd="0" presId="urn:microsoft.com/office/officeart/2011/layout/HexagonRadial"/>
    <dgm:cxn modelId="{256B6FD1-5E0B-4A59-923C-31309773AFFC}" type="presParOf" srcId="{FBA85B12-4487-42BA-A17F-26F0CC4A8447}" destId="{3AB29E9A-3213-4ABF-A732-56A20628DCE7}" srcOrd="0" destOrd="0" presId="urn:microsoft.com/office/officeart/2011/layout/HexagonRadial"/>
    <dgm:cxn modelId="{B2155FC8-AB17-40DF-874C-323EF432F85A}" type="presParOf" srcId="{937EEFBA-CB66-4B27-AD4F-28BAC8777FDF}" destId="{246B4041-9D60-472A-89FD-71E97A7EE7D0}" srcOrd="10" destOrd="0" presId="urn:microsoft.com/office/officeart/2011/layout/HexagonRadial"/>
    <dgm:cxn modelId="{75719CDF-A9DA-4D67-8D16-E6FF97AD84A7}" type="presParOf" srcId="{937EEFBA-CB66-4B27-AD4F-28BAC8777FDF}" destId="{E8F5D255-CB88-4440-B9D0-6C8D9B332404}" srcOrd="11" destOrd="0" presId="urn:microsoft.com/office/officeart/2011/layout/HexagonRadial"/>
    <dgm:cxn modelId="{AC46B836-76DE-403E-A9A4-A5E3F76B7D48}" type="presParOf" srcId="{E8F5D255-CB88-4440-B9D0-6C8D9B332404}" destId="{D60ED136-2546-453C-B3BE-6E1632E9B17B}" srcOrd="0" destOrd="0" presId="urn:microsoft.com/office/officeart/2011/layout/HexagonRadial"/>
    <dgm:cxn modelId="{802656DF-D9A3-4884-B971-E2D1AC5D416F}" type="presParOf" srcId="{937EEFBA-CB66-4B27-AD4F-28BAC8777FDF}" destId="{EE7655BD-3EB6-4EEF-968E-E2F6C2C03545}" srcOrd="12" destOrd="0" presId="urn:microsoft.com/office/officeart/2011/layout/HexagonRadial"/>
  </dgm:cxnLst>
  <dgm:bg>
    <a:solidFill>
      <a:schemeClr val="accent3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43CC72-95E1-4269-BBF0-2F0F8058A59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3EF83E-C97B-4E80-9115-23D68427D734}">
      <dgm:prSet phldrT="[Text]"/>
      <dgm:spPr/>
      <dgm:t>
        <a:bodyPr/>
        <a:lstStyle/>
        <a:p>
          <a:r>
            <a:rPr lang="en-US" dirty="0"/>
            <a:t>Activities </a:t>
          </a:r>
        </a:p>
      </dgm:t>
    </dgm:pt>
    <dgm:pt modelId="{BA64BA8D-8B97-41F6-A9C1-E9834AFB0A87}" type="parTrans" cxnId="{88299311-2FD0-4EDE-9F35-1993B86609EB}">
      <dgm:prSet/>
      <dgm:spPr/>
      <dgm:t>
        <a:bodyPr/>
        <a:lstStyle/>
        <a:p>
          <a:endParaRPr lang="en-US"/>
        </a:p>
      </dgm:t>
    </dgm:pt>
    <dgm:pt modelId="{F14BC7A5-63E5-4D7E-B61F-A0D8A734E705}" type="sibTrans" cxnId="{88299311-2FD0-4EDE-9F35-1993B86609EB}">
      <dgm:prSet/>
      <dgm:spPr/>
      <dgm:t>
        <a:bodyPr/>
        <a:lstStyle/>
        <a:p>
          <a:endParaRPr lang="en-US"/>
        </a:p>
      </dgm:t>
    </dgm:pt>
    <dgm:pt modelId="{FF8D41DE-9B1B-47FE-B763-5CBB5453D354}">
      <dgm:prSet phldrT="[Text]"/>
      <dgm:spPr/>
      <dgm:t>
        <a:bodyPr/>
        <a:lstStyle/>
        <a:p>
          <a:r>
            <a:rPr lang="en-US" dirty="0"/>
            <a:t>Product design</a:t>
          </a:r>
        </a:p>
      </dgm:t>
    </dgm:pt>
    <dgm:pt modelId="{10477247-2E2E-4BB8-A611-4AEE38BA4753}" type="parTrans" cxnId="{7F1D6746-458B-4BA8-992C-2790BC62A25C}">
      <dgm:prSet/>
      <dgm:spPr/>
      <dgm:t>
        <a:bodyPr/>
        <a:lstStyle/>
        <a:p>
          <a:endParaRPr lang="en-US"/>
        </a:p>
      </dgm:t>
    </dgm:pt>
    <dgm:pt modelId="{871EF900-E585-47FF-852C-347530360032}" type="sibTrans" cxnId="{7F1D6746-458B-4BA8-992C-2790BC62A25C}">
      <dgm:prSet/>
      <dgm:spPr/>
      <dgm:t>
        <a:bodyPr/>
        <a:lstStyle/>
        <a:p>
          <a:endParaRPr lang="en-US"/>
        </a:p>
      </dgm:t>
    </dgm:pt>
    <dgm:pt modelId="{11230DA0-82DE-40A0-BD7C-2F1A454C3AC0}">
      <dgm:prSet phldrT="[Text]"/>
      <dgm:spPr/>
      <dgm:t>
        <a:bodyPr/>
        <a:lstStyle/>
        <a:p>
          <a:r>
            <a:rPr lang="en-US" dirty="0"/>
            <a:t>Consumer testing </a:t>
          </a:r>
        </a:p>
      </dgm:t>
    </dgm:pt>
    <dgm:pt modelId="{6909A3AE-D9A4-4E9E-BD60-2B5ED4270F15}" type="parTrans" cxnId="{2F7095F9-FEE0-450A-9FA3-05C9DF1756D8}">
      <dgm:prSet/>
      <dgm:spPr/>
      <dgm:t>
        <a:bodyPr/>
        <a:lstStyle/>
        <a:p>
          <a:endParaRPr lang="en-US"/>
        </a:p>
      </dgm:t>
    </dgm:pt>
    <dgm:pt modelId="{A952A56C-4855-49D4-921F-6371D84A9DED}" type="sibTrans" cxnId="{2F7095F9-FEE0-450A-9FA3-05C9DF1756D8}">
      <dgm:prSet/>
      <dgm:spPr/>
      <dgm:t>
        <a:bodyPr/>
        <a:lstStyle/>
        <a:p>
          <a:endParaRPr lang="en-US"/>
        </a:p>
      </dgm:t>
    </dgm:pt>
    <dgm:pt modelId="{BBDD4EAC-520C-43E1-86B8-F18B41CBF775}">
      <dgm:prSet phldrT="[Text]"/>
      <dgm:spPr/>
      <dgm:t>
        <a:bodyPr/>
        <a:lstStyle/>
        <a:p>
          <a:r>
            <a:rPr lang="en-US" dirty="0"/>
            <a:t>Product optimize</a:t>
          </a:r>
        </a:p>
      </dgm:t>
    </dgm:pt>
    <dgm:pt modelId="{AB04EA81-51CC-4974-88E2-099C3D9188A2}" type="parTrans" cxnId="{4A397D09-446D-461C-9CEA-DFA5B9F999F5}">
      <dgm:prSet/>
      <dgm:spPr/>
      <dgm:t>
        <a:bodyPr/>
        <a:lstStyle/>
        <a:p>
          <a:endParaRPr lang="en-US"/>
        </a:p>
      </dgm:t>
    </dgm:pt>
    <dgm:pt modelId="{662DEDAA-604F-4541-B0CA-760451BC458F}" type="sibTrans" cxnId="{4A397D09-446D-461C-9CEA-DFA5B9F999F5}">
      <dgm:prSet/>
      <dgm:spPr/>
      <dgm:t>
        <a:bodyPr/>
        <a:lstStyle/>
        <a:p>
          <a:endParaRPr lang="en-US"/>
        </a:p>
      </dgm:t>
    </dgm:pt>
    <dgm:pt modelId="{E4BA57C6-2387-4850-A762-EDD5F24427E8}">
      <dgm:prSet phldrT="[Text]"/>
      <dgm:spPr/>
      <dgm:t>
        <a:bodyPr/>
        <a:lstStyle/>
        <a:p>
          <a:r>
            <a:rPr lang="en-US" dirty="0"/>
            <a:t>Product design </a:t>
          </a:r>
        </a:p>
      </dgm:t>
    </dgm:pt>
    <dgm:pt modelId="{A2CF9BB3-28B6-46D0-AD4B-78B060BC0990}" type="parTrans" cxnId="{CA9B5681-05B3-4E41-B87C-FA31E49C6F9F}">
      <dgm:prSet/>
      <dgm:spPr/>
      <dgm:t>
        <a:bodyPr/>
        <a:lstStyle/>
        <a:p>
          <a:endParaRPr lang="en-US"/>
        </a:p>
      </dgm:t>
    </dgm:pt>
    <dgm:pt modelId="{35BA24CA-5B51-42E6-9540-E82C29BC257B}" type="sibTrans" cxnId="{CA9B5681-05B3-4E41-B87C-FA31E49C6F9F}">
      <dgm:prSet/>
      <dgm:spPr/>
      <dgm:t>
        <a:bodyPr/>
        <a:lstStyle/>
        <a:p>
          <a:endParaRPr lang="en-US"/>
        </a:p>
      </dgm:t>
    </dgm:pt>
    <dgm:pt modelId="{F017EBF2-7D52-4D61-8294-AC7217E5142F}">
      <dgm:prSet phldrT="[Text]"/>
      <dgm:spPr/>
      <dgm:t>
        <a:bodyPr/>
        <a:lstStyle/>
        <a:p>
          <a:r>
            <a:rPr lang="en-US" dirty="0"/>
            <a:t>Market testing </a:t>
          </a:r>
        </a:p>
      </dgm:t>
    </dgm:pt>
    <dgm:pt modelId="{A2B84836-1A91-4373-80FE-A67BE4917CA6}" type="parTrans" cxnId="{F50B82F3-0071-473E-88F6-64AFE7871CF2}">
      <dgm:prSet/>
      <dgm:spPr/>
      <dgm:t>
        <a:bodyPr/>
        <a:lstStyle/>
        <a:p>
          <a:endParaRPr lang="en-US"/>
        </a:p>
      </dgm:t>
    </dgm:pt>
    <dgm:pt modelId="{A2CCBA04-ED3D-4244-AD32-18D29B953848}" type="sibTrans" cxnId="{F50B82F3-0071-473E-88F6-64AFE7871CF2}">
      <dgm:prSet/>
      <dgm:spPr/>
      <dgm:t>
        <a:bodyPr/>
        <a:lstStyle/>
        <a:p>
          <a:endParaRPr lang="en-US"/>
        </a:p>
      </dgm:t>
    </dgm:pt>
    <dgm:pt modelId="{72668065-A5FA-482B-86D4-FF4DDC82530E}">
      <dgm:prSet phldrT="[Text]"/>
      <dgm:spPr/>
      <dgm:t>
        <a:bodyPr/>
        <a:lstStyle/>
        <a:p>
          <a:r>
            <a:rPr lang="en-US" dirty="0"/>
            <a:t>Costing analysis </a:t>
          </a:r>
        </a:p>
      </dgm:t>
    </dgm:pt>
    <dgm:pt modelId="{A83686DB-B0A5-4936-ACED-F399EC988CD5}" type="parTrans" cxnId="{EF785206-CF3E-4E25-A539-BFF09BFD3C54}">
      <dgm:prSet/>
      <dgm:spPr/>
      <dgm:t>
        <a:bodyPr/>
        <a:lstStyle/>
        <a:p>
          <a:endParaRPr lang="en-US"/>
        </a:p>
      </dgm:t>
    </dgm:pt>
    <dgm:pt modelId="{99D08293-E564-433C-84D6-F38BF88E7D54}" type="sibTrans" cxnId="{EF785206-CF3E-4E25-A539-BFF09BFD3C54}">
      <dgm:prSet/>
      <dgm:spPr/>
      <dgm:t>
        <a:bodyPr/>
        <a:lstStyle/>
        <a:p>
          <a:endParaRPr lang="en-US"/>
        </a:p>
      </dgm:t>
    </dgm:pt>
    <dgm:pt modelId="{407E68AF-9BCC-46C6-A059-E718C887CEF5}" type="pres">
      <dgm:prSet presAssocID="{5743CC72-95E1-4269-BBF0-2F0F8058A59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45C20A3-0B5D-4162-99EE-588EBF7C07FE}" type="pres">
      <dgm:prSet presAssocID="{553EF83E-C97B-4E80-9115-23D68427D734}" presName="hierRoot1" presStyleCnt="0">
        <dgm:presLayoutVars>
          <dgm:hierBranch val="init"/>
        </dgm:presLayoutVars>
      </dgm:prSet>
      <dgm:spPr/>
    </dgm:pt>
    <dgm:pt modelId="{07EA8C05-3E8E-410D-8478-96CD6B8496DF}" type="pres">
      <dgm:prSet presAssocID="{553EF83E-C97B-4E80-9115-23D68427D734}" presName="rootComposite1" presStyleCnt="0"/>
      <dgm:spPr/>
    </dgm:pt>
    <dgm:pt modelId="{F530C521-DC9E-4B61-91A6-9B3289847728}" type="pres">
      <dgm:prSet presAssocID="{553EF83E-C97B-4E80-9115-23D68427D734}" presName="rootText1" presStyleLbl="node0" presStyleIdx="0" presStyleCnt="1" custScaleX="191700">
        <dgm:presLayoutVars>
          <dgm:chPref val="3"/>
        </dgm:presLayoutVars>
      </dgm:prSet>
      <dgm:spPr/>
    </dgm:pt>
    <dgm:pt modelId="{ADC6DC2F-A15F-4937-9F22-8F83963439B7}" type="pres">
      <dgm:prSet presAssocID="{553EF83E-C97B-4E80-9115-23D68427D734}" presName="rootConnector1" presStyleLbl="node1" presStyleIdx="0" presStyleCnt="0"/>
      <dgm:spPr/>
    </dgm:pt>
    <dgm:pt modelId="{F4B0B3D2-C1E9-4E0F-920C-7F3B75B65BEB}" type="pres">
      <dgm:prSet presAssocID="{553EF83E-C97B-4E80-9115-23D68427D734}" presName="hierChild2" presStyleCnt="0"/>
      <dgm:spPr/>
    </dgm:pt>
    <dgm:pt modelId="{15FAB138-DD7F-460E-9E8E-1E295FA2F4BE}" type="pres">
      <dgm:prSet presAssocID="{10477247-2E2E-4BB8-A611-4AEE38BA4753}" presName="Name37" presStyleLbl="parChTrans1D2" presStyleIdx="0" presStyleCnt="6"/>
      <dgm:spPr/>
    </dgm:pt>
    <dgm:pt modelId="{CDF08F4C-A80E-4356-8436-457B287FC516}" type="pres">
      <dgm:prSet presAssocID="{FF8D41DE-9B1B-47FE-B763-5CBB5453D354}" presName="hierRoot2" presStyleCnt="0">
        <dgm:presLayoutVars>
          <dgm:hierBranch val="init"/>
        </dgm:presLayoutVars>
      </dgm:prSet>
      <dgm:spPr/>
    </dgm:pt>
    <dgm:pt modelId="{28B9BC13-46A9-420E-9E96-50E31F3781DD}" type="pres">
      <dgm:prSet presAssocID="{FF8D41DE-9B1B-47FE-B763-5CBB5453D354}" presName="rootComposite" presStyleCnt="0"/>
      <dgm:spPr/>
    </dgm:pt>
    <dgm:pt modelId="{418B5AAC-999A-4C59-A243-0708396E2454}" type="pres">
      <dgm:prSet presAssocID="{FF8D41DE-9B1B-47FE-B763-5CBB5453D354}" presName="rootText" presStyleLbl="node2" presStyleIdx="0" presStyleCnt="6" custScaleX="145039">
        <dgm:presLayoutVars>
          <dgm:chPref val="3"/>
        </dgm:presLayoutVars>
      </dgm:prSet>
      <dgm:spPr/>
    </dgm:pt>
    <dgm:pt modelId="{BF892216-2CC5-4853-9D7A-B42C9813B430}" type="pres">
      <dgm:prSet presAssocID="{FF8D41DE-9B1B-47FE-B763-5CBB5453D354}" presName="rootConnector" presStyleLbl="node2" presStyleIdx="0" presStyleCnt="6"/>
      <dgm:spPr/>
    </dgm:pt>
    <dgm:pt modelId="{A7B2CD0C-F10F-4144-81F4-D84D3DBBE6F3}" type="pres">
      <dgm:prSet presAssocID="{FF8D41DE-9B1B-47FE-B763-5CBB5453D354}" presName="hierChild4" presStyleCnt="0"/>
      <dgm:spPr/>
    </dgm:pt>
    <dgm:pt modelId="{7FD8CDCE-8E29-4FA6-B4E3-0284C82FE785}" type="pres">
      <dgm:prSet presAssocID="{FF8D41DE-9B1B-47FE-B763-5CBB5453D354}" presName="hierChild5" presStyleCnt="0"/>
      <dgm:spPr/>
    </dgm:pt>
    <dgm:pt modelId="{1A5D19E1-BC24-4BAB-95B3-A0D3A624C266}" type="pres">
      <dgm:prSet presAssocID="{6909A3AE-D9A4-4E9E-BD60-2B5ED4270F15}" presName="Name37" presStyleLbl="parChTrans1D2" presStyleIdx="1" presStyleCnt="6"/>
      <dgm:spPr/>
    </dgm:pt>
    <dgm:pt modelId="{38DB4A0F-33A0-4495-8621-2FE274236727}" type="pres">
      <dgm:prSet presAssocID="{11230DA0-82DE-40A0-BD7C-2F1A454C3AC0}" presName="hierRoot2" presStyleCnt="0">
        <dgm:presLayoutVars>
          <dgm:hierBranch val="init"/>
        </dgm:presLayoutVars>
      </dgm:prSet>
      <dgm:spPr/>
    </dgm:pt>
    <dgm:pt modelId="{FB4D8159-9127-44E9-9926-5AFCB45D3255}" type="pres">
      <dgm:prSet presAssocID="{11230DA0-82DE-40A0-BD7C-2F1A454C3AC0}" presName="rootComposite" presStyleCnt="0"/>
      <dgm:spPr/>
    </dgm:pt>
    <dgm:pt modelId="{2372A926-0E75-4A6F-8D2B-69050E72416D}" type="pres">
      <dgm:prSet presAssocID="{11230DA0-82DE-40A0-BD7C-2F1A454C3AC0}" presName="rootText" presStyleLbl="node2" presStyleIdx="1" presStyleCnt="6" custScaleX="127202">
        <dgm:presLayoutVars>
          <dgm:chPref val="3"/>
        </dgm:presLayoutVars>
      </dgm:prSet>
      <dgm:spPr/>
    </dgm:pt>
    <dgm:pt modelId="{3C3236A5-3056-48B9-BEF9-1F6044CEA2DB}" type="pres">
      <dgm:prSet presAssocID="{11230DA0-82DE-40A0-BD7C-2F1A454C3AC0}" presName="rootConnector" presStyleLbl="node2" presStyleIdx="1" presStyleCnt="6"/>
      <dgm:spPr/>
    </dgm:pt>
    <dgm:pt modelId="{C976642D-C248-4CD7-B0C6-E1615E2C2259}" type="pres">
      <dgm:prSet presAssocID="{11230DA0-82DE-40A0-BD7C-2F1A454C3AC0}" presName="hierChild4" presStyleCnt="0"/>
      <dgm:spPr/>
    </dgm:pt>
    <dgm:pt modelId="{2EAFCC82-0072-41E6-9B6D-10D83E6669F8}" type="pres">
      <dgm:prSet presAssocID="{11230DA0-82DE-40A0-BD7C-2F1A454C3AC0}" presName="hierChild5" presStyleCnt="0"/>
      <dgm:spPr/>
    </dgm:pt>
    <dgm:pt modelId="{AB3F56E3-6C72-4CE6-B915-9302900727B6}" type="pres">
      <dgm:prSet presAssocID="{AB04EA81-51CC-4974-88E2-099C3D9188A2}" presName="Name37" presStyleLbl="parChTrans1D2" presStyleIdx="2" presStyleCnt="6"/>
      <dgm:spPr/>
    </dgm:pt>
    <dgm:pt modelId="{5DFF7784-A8BA-4BDF-9E8E-A9CDEB658705}" type="pres">
      <dgm:prSet presAssocID="{BBDD4EAC-520C-43E1-86B8-F18B41CBF775}" presName="hierRoot2" presStyleCnt="0">
        <dgm:presLayoutVars>
          <dgm:hierBranch val="init"/>
        </dgm:presLayoutVars>
      </dgm:prSet>
      <dgm:spPr/>
    </dgm:pt>
    <dgm:pt modelId="{99C11005-3639-435F-A6B5-FC27714BD5AF}" type="pres">
      <dgm:prSet presAssocID="{BBDD4EAC-520C-43E1-86B8-F18B41CBF775}" presName="rootComposite" presStyleCnt="0"/>
      <dgm:spPr/>
    </dgm:pt>
    <dgm:pt modelId="{CD40F498-D118-4998-8217-D839AD46B8EE}" type="pres">
      <dgm:prSet presAssocID="{BBDD4EAC-520C-43E1-86B8-F18B41CBF775}" presName="rootText" presStyleLbl="node2" presStyleIdx="2" presStyleCnt="6" custScaleX="124437">
        <dgm:presLayoutVars>
          <dgm:chPref val="3"/>
        </dgm:presLayoutVars>
      </dgm:prSet>
      <dgm:spPr/>
    </dgm:pt>
    <dgm:pt modelId="{A8C4A98C-67C0-40B3-94CC-9A1B49EACAEB}" type="pres">
      <dgm:prSet presAssocID="{BBDD4EAC-520C-43E1-86B8-F18B41CBF775}" presName="rootConnector" presStyleLbl="node2" presStyleIdx="2" presStyleCnt="6"/>
      <dgm:spPr/>
    </dgm:pt>
    <dgm:pt modelId="{986F2494-8904-450F-846E-73E914ECE129}" type="pres">
      <dgm:prSet presAssocID="{BBDD4EAC-520C-43E1-86B8-F18B41CBF775}" presName="hierChild4" presStyleCnt="0"/>
      <dgm:spPr/>
    </dgm:pt>
    <dgm:pt modelId="{5C7590D5-D6EB-4605-96C6-7755ADA6A42A}" type="pres">
      <dgm:prSet presAssocID="{BBDD4EAC-520C-43E1-86B8-F18B41CBF775}" presName="hierChild5" presStyleCnt="0"/>
      <dgm:spPr/>
    </dgm:pt>
    <dgm:pt modelId="{A8FAAB8A-30A6-4507-B68D-8723AF57A4B3}" type="pres">
      <dgm:prSet presAssocID="{A2CF9BB3-28B6-46D0-AD4B-78B060BC0990}" presName="Name37" presStyleLbl="parChTrans1D2" presStyleIdx="3" presStyleCnt="6"/>
      <dgm:spPr/>
    </dgm:pt>
    <dgm:pt modelId="{2C233822-CCB4-4C69-AF93-F00A73DFC2B5}" type="pres">
      <dgm:prSet presAssocID="{E4BA57C6-2387-4850-A762-EDD5F24427E8}" presName="hierRoot2" presStyleCnt="0">
        <dgm:presLayoutVars>
          <dgm:hierBranch val="init"/>
        </dgm:presLayoutVars>
      </dgm:prSet>
      <dgm:spPr/>
    </dgm:pt>
    <dgm:pt modelId="{61E5AB78-AC60-4E5E-9B46-C904D14E3D16}" type="pres">
      <dgm:prSet presAssocID="{E4BA57C6-2387-4850-A762-EDD5F24427E8}" presName="rootComposite" presStyleCnt="0"/>
      <dgm:spPr/>
    </dgm:pt>
    <dgm:pt modelId="{58678C5B-3966-4645-B243-38D015A9485E}" type="pres">
      <dgm:prSet presAssocID="{E4BA57C6-2387-4850-A762-EDD5F24427E8}" presName="rootText" presStyleLbl="node2" presStyleIdx="3" presStyleCnt="6" custScaleX="111197">
        <dgm:presLayoutVars>
          <dgm:chPref val="3"/>
        </dgm:presLayoutVars>
      </dgm:prSet>
      <dgm:spPr/>
    </dgm:pt>
    <dgm:pt modelId="{920FE3C3-CCAF-4FD8-B7B0-35F5742F5E10}" type="pres">
      <dgm:prSet presAssocID="{E4BA57C6-2387-4850-A762-EDD5F24427E8}" presName="rootConnector" presStyleLbl="node2" presStyleIdx="3" presStyleCnt="6"/>
      <dgm:spPr/>
    </dgm:pt>
    <dgm:pt modelId="{AF3F0BC9-644A-4781-BA6E-6A8C330903AA}" type="pres">
      <dgm:prSet presAssocID="{E4BA57C6-2387-4850-A762-EDD5F24427E8}" presName="hierChild4" presStyleCnt="0"/>
      <dgm:spPr/>
    </dgm:pt>
    <dgm:pt modelId="{433F3BC5-6D0B-48BB-837F-AEB83C6E2DAA}" type="pres">
      <dgm:prSet presAssocID="{E4BA57C6-2387-4850-A762-EDD5F24427E8}" presName="hierChild5" presStyleCnt="0"/>
      <dgm:spPr/>
    </dgm:pt>
    <dgm:pt modelId="{85A17730-730C-4DE7-A82D-869E636C8D0D}" type="pres">
      <dgm:prSet presAssocID="{A2B84836-1A91-4373-80FE-A67BE4917CA6}" presName="Name37" presStyleLbl="parChTrans1D2" presStyleIdx="4" presStyleCnt="6"/>
      <dgm:spPr/>
    </dgm:pt>
    <dgm:pt modelId="{029D5D8F-1DB9-4559-AD89-3EAFEEB7DD2C}" type="pres">
      <dgm:prSet presAssocID="{F017EBF2-7D52-4D61-8294-AC7217E5142F}" presName="hierRoot2" presStyleCnt="0">
        <dgm:presLayoutVars>
          <dgm:hierBranch val="init"/>
        </dgm:presLayoutVars>
      </dgm:prSet>
      <dgm:spPr/>
    </dgm:pt>
    <dgm:pt modelId="{56905D66-38C3-4FC4-9D12-A1638E5C2633}" type="pres">
      <dgm:prSet presAssocID="{F017EBF2-7D52-4D61-8294-AC7217E5142F}" presName="rootComposite" presStyleCnt="0"/>
      <dgm:spPr/>
    </dgm:pt>
    <dgm:pt modelId="{19520274-532D-43C4-AB78-E1BE8CA2B91A}" type="pres">
      <dgm:prSet presAssocID="{F017EBF2-7D52-4D61-8294-AC7217E5142F}" presName="rootText" presStyleLbl="node2" presStyleIdx="4" presStyleCnt="6" custScaleX="118136">
        <dgm:presLayoutVars>
          <dgm:chPref val="3"/>
        </dgm:presLayoutVars>
      </dgm:prSet>
      <dgm:spPr/>
    </dgm:pt>
    <dgm:pt modelId="{AF22EC99-F8F5-46B5-971F-9D11F83CA6E6}" type="pres">
      <dgm:prSet presAssocID="{F017EBF2-7D52-4D61-8294-AC7217E5142F}" presName="rootConnector" presStyleLbl="node2" presStyleIdx="4" presStyleCnt="6"/>
      <dgm:spPr/>
    </dgm:pt>
    <dgm:pt modelId="{2BC5CAC1-800D-4FD9-B99A-0DC33797738B}" type="pres">
      <dgm:prSet presAssocID="{F017EBF2-7D52-4D61-8294-AC7217E5142F}" presName="hierChild4" presStyleCnt="0"/>
      <dgm:spPr/>
    </dgm:pt>
    <dgm:pt modelId="{E882E248-7773-4A91-8BDD-E09AF1B138EE}" type="pres">
      <dgm:prSet presAssocID="{F017EBF2-7D52-4D61-8294-AC7217E5142F}" presName="hierChild5" presStyleCnt="0"/>
      <dgm:spPr/>
    </dgm:pt>
    <dgm:pt modelId="{DEB01BE0-32D9-4F4D-813F-0B01D124590F}" type="pres">
      <dgm:prSet presAssocID="{A83686DB-B0A5-4936-ACED-F399EC988CD5}" presName="Name37" presStyleLbl="parChTrans1D2" presStyleIdx="5" presStyleCnt="6"/>
      <dgm:spPr/>
    </dgm:pt>
    <dgm:pt modelId="{A80062D1-D072-4AD9-B3E0-C4AD06248E49}" type="pres">
      <dgm:prSet presAssocID="{72668065-A5FA-482B-86D4-FF4DDC82530E}" presName="hierRoot2" presStyleCnt="0">
        <dgm:presLayoutVars>
          <dgm:hierBranch val="init"/>
        </dgm:presLayoutVars>
      </dgm:prSet>
      <dgm:spPr/>
    </dgm:pt>
    <dgm:pt modelId="{D8C34143-7FBA-4AC3-A464-29DC4E96FBF6}" type="pres">
      <dgm:prSet presAssocID="{72668065-A5FA-482B-86D4-FF4DDC82530E}" presName="rootComposite" presStyleCnt="0"/>
      <dgm:spPr/>
    </dgm:pt>
    <dgm:pt modelId="{032646DA-E4FF-46AB-B80D-B68A90205B43}" type="pres">
      <dgm:prSet presAssocID="{72668065-A5FA-482B-86D4-FF4DDC82530E}" presName="rootText" presStyleLbl="node2" presStyleIdx="5" presStyleCnt="6" custScaleX="118032">
        <dgm:presLayoutVars>
          <dgm:chPref val="3"/>
        </dgm:presLayoutVars>
      </dgm:prSet>
      <dgm:spPr/>
    </dgm:pt>
    <dgm:pt modelId="{455CCD3D-587C-4A26-8A7A-DB83F2C5ADFB}" type="pres">
      <dgm:prSet presAssocID="{72668065-A5FA-482B-86D4-FF4DDC82530E}" presName="rootConnector" presStyleLbl="node2" presStyleIdx="5" presStyleCnt="6"/>
      <dgm:spPr/>
    </dgm:pt>
    <dgm:pt modelId="{D4554F4F-B102-45F6-AA85-A1110CB828C1}" type="pres">
      <dgm:prSet presAssocID="{72668065-A5FA-482B-86D4-FF4DDC82530E}" presName="hierChild4" presStyleCnt="0"/>
      <dgm:spPr/>
    </dgm:pt>
    <dgm:pt modelId="{FB6425BF-89AD-4920-9028-E17F4C09EA40}" type="pres">
      <dgm:prSet presAssocID="{72668065-A5FA-482B-86D4-FF4DDC82530E}" presName="hierChild5" presStyleCnt="0"/>
      <dgm:spPr/>
    </dgm:pt>
    <dgm:pt modelId="{AA39400A-083D-4DA5-9B4F-DF57EC9C0B82}" type="pres">
      <dgm:prSet presAssocID="{553EF83E-C97B-4E80-9115-23D68427D734}" presName="hierChild3" presStyleCnt="0"/>
      <dgm:spPr/>
    </dgm:pt>
  </dgm:ptLst>
  <dgm:cxnLst>
    <dgm:cxn modelId="{F65FF200-65AA-4A2C-A8EB-4814AB912613}" type="presOf" srcId="{72668065-A5FA-482B-86D4-FF4DDC82530E}" destId="{455CCD3D-587C-4A26-8A7A-DB83F2C5ADFB}" srcOrd="1" destOrd="0" presId="urn:microsoft.com/office/officeart/2005/8/layout/orgChart1"/>
    <dgm:cxn modelId="{EF785206-CF3E-4E25-A539-BFF09BFD3C54}" srcId="{553EF83E-C97B-4E80-9115-23D68427D734}" destId="{72668065-A5FA-482B-86D4-FF4DDC82530E}" srcOrd="5" destOrd="0" parTransId="{A83686DB-B0A5-4936-ACED-F399EC988CD5}" sibTransId="{99D08293-E564-433C-84D6-F38BF88E7D54}"/>
    <dgm:cxn modelId="{87C06C09-583B-4678-9E43-A057C25B0338}" type="presOf" srcId="{E4BA57C6-2387-4850-A762-EDD5F24427E8}" destId="{58678C5B-3966-4645-B243-38D015A9485E}" srcOrd="0" destOrd="0" presId="urn:microsoft.com/office/officeart/2005/8/layout/orgChart1"/>
    <dgm:cxn modelId="{4A397D09-446D-461C-9CEA-DFA5B9F999F5}" srcId="{553EF83E-C97B-4E80-9115-23D68427D734}" destId="{BBDD4EAC-520C-43E1-86B8-F18B41CBF775}" srcOrd="2" destOrd="0" parTransId="{AB04EA81-51CC-4974-88E2-099C3D9188A2}" sibTransId="{662DEDAA-604F-4541-B0CA-760451BC458F}"/>
    <dgm:cxn modelId="{88299311-2FD0-4EDE-9F35-1993B86609EB}" srcId="{5743CC72-95E1-4269-BBF0-2F0F8058A59C}" destId="{553EF83E-C97B-4E80-9115-23D68427D734}" srcOrd="0" destOrd="0" parTransId="{BA64BA8D-8B97-41F6-A9C1-E9834AFB0A87}" sibTransId="{F14BC7A5-63E5-4D7E-B61F-A0D8A734E705}"/>
    <dgm:cxn modelId="{11BEE61B-EACF-4A0A-93C1-97BCE5C8C688}" type="presOf" srcId="{A83686DB-B0A5-4936-ACED-F399EC988CD5}" destId="{DEB01BE0-32D9-4F4D-813F-0B01D124590F}" srcOrd="0" destOrd="0" presId="urn:microsoft.com/office/officeart/2005/8/layout/orgChart1"/>
    <dgm:cxn modelId="{489ADF3C-2CCD-46B9-819D-CA302502CF0A}" type="presOf" srcId="{FF8D41DE-9B1B-47FE-B763-5CBB5453D354}" destId="{BF892216-2CC5-4853-9D7A-B42C9813B430}" srcOrd="1" destOrd="0" presId="urn:microsoft.com/office/officeart/2005/8/layout/orgChart1"/>
    <dgm:cxn modelId="{C009F33E-A168-4527-946C-D86BB4C3B8C6}" type="presOf" srcId="{FF8D41DE-9B1B-47FE-B763-5CBB5453D354}" destId="{418B5AAC-999A-4C59-A243-0708396E2454}" srcOrd="0" destOrd="0" presId="urn:microsoft.com/office/officeart/2005/8/layout/orgChart1"/>
    <dgm:cxn modelId="{CA612C5F-9084-4870-ADEF-DB0F393B42BA}" type="presOf" srcId="{6909A3AE-D9A4-4E9E-BD60-2B5ED4270F15}" destId="{1A5D19E1-BC24-4BAB-95B3-A0D3A624C266}" srcOrd="0" destOrd="0" presId="urn:microsoft.com/office/officeart/2005/8/layout/orgChart1"/>
    <dgm:cxn modelId="{7F1D6746-458B-4BA8-992C-2790BC62A25C}" srcId="{553EF83E-C97B-4E80-9115-23D68427D734}" destId="{FF8D41DE-9B1B-47FE-B763-5CBB5453D354}" srcOrd="0" destOrd="0" parTransId="{10477247-2E2E-4BB8-A611-4AEE38BA4753}" sibTransId="{871EF900-E585-47FF-852C-347530360032}"/>
    <dgm:cxn modelId="{D337BA53-C333-4D44-A6A4-226ECFFE43B9}" type="presOf" srcId="{553EF83E-C97B-4E80-9115-23D68427D734}" destId="{ADC6DC2F-A15F-4937-9F22-8F83963439B7}" srcOrd="1" destOrd="0" presId="urn:microsoft.com/office/officeart/2005/8/layout/orgChart1"/>
    <dgm:cxn modelId="{E66E2454-2727-4780-B9DB-E0CE0EC667BE}" type="presOf" srcId="{F017EBF2-7D52-4D61-8294-AC7217E5142F}" destId="{AF22EC99-F8F5-46B5-971F-9D11F83CA6E6}" srcOrd="1" destOrd="0" presId="urn:microsoft.com/office/officeart/2005/8/layout/orgChart1"/>
    <dgm:cxn modelId="{FDA12B78-2605-432F-BD42-E0D2C3C34711}" type="presOf" srcId="{F017EBF2-7D52-4D61-8294-AC7217E5142F}" destId="{19520274-532D-43C4-AB78-E1BE8CA2B91A}" srcOrd="0" destOrd="0" presId="urn:microsoft.com/office/officeart/2005/8/layout/orgChart1"/>
    <dgm:cxn modelId="{472FC17D-5C3B-49BE-AC92-D207A892750A}" type="presOf" srcId="{5743CC72-95E1-4269-BBF0-2F0F8058A59C}" destId="{407E68AF-9BCC-46C6-A059-E718C887CEF5}" srcOrd="0" destOrd="0" presId="urn:microsoft.com/office/officeart/2005/8/layout/orgChart1"/>
    <dgm:cxn modelId="{CA9B5681-05B3-4E41-B87C-FA31E49C6F9F}" srcId="{553EF83E-C97B-4E80-9115-23D68427D734}" destId="{E4BA57C6-2387-4850-A762-EDD5F24427E8}" srcOrd="3" destOrd="0" parTransId="{A2CF9BB3-28B6-46D0-AD4B-78B060BC0990}" sibTransId="{35BA24CA-5B51-42E6-9540-E82C29BC257B}"/>
    <dgm:cxn modelId="{564AB784-936F-4CBA-BC26-0AE5DD6497EC}" type="presOf" srcId="{A2B84836-1A91-4373-80FE-A67BE4917CA6}" destId="{85A17730-730C-4DE7-A82D-869E636C8D0D}" srcOrd="0" destOrd="0" presId="urn:microsoft.com/office/officeart/2005/8/layout/orgChart1"/>
    <dgm:cxn modelId="{F604B28C-DDEE-4FD8-B436-1C62B8286DF4}" type="presOf" srcId="{BBDD4EAC-520C-43E1-86B8-F18B41CBF775}" destId="{CD40F498-D118-4998-8217-D839AD46B8EE}" srcOrd="0" destOrd="0" presId="urn:microsoft.com/office/officeart/2005/8/layout/orgChart1"/>
    <dgm:cxn modelId="{74408D9C-116C-44AD-8E5E-E894CB8E9311}" type="presOf" srcId="{72668065-A5FA-482B-86D4-FF4DDC82530E}" destId="{032646DA-E4FF-46AB-B80D-B68A90205B43}" srcOrd="0" destOrd="0" presId="urn:microsoft.com/office/officeart/2005/8/layout/orgChart1"/>
    <dgm:cxn modelId="{8934F5A1-A410-4559-9D4F-3A40B775E9AE}" type="presOf" srcId="{AB04EA81-51CC-4974-88E2-099C3D9188A2}" destId="{AB3F56E3-6C72-4CE6-B915-9302900727B6}" srcOrd="0" destOrd="0" presId="urn:microsoft.com/office/officeart/2005/8/layout/orgChart1"/>
    <dgm:cxn modelId="{4F91E7C0-A4AB-46BD-A61C-58E9C75B844A}" type="presOf" srcId="{11230DA0-82DE-40A0-BD7C-2F1A454C3AC0}" destId="{3C3236A5-3056-48B9-BEF9-1F6044CEA2DB}" srcOrd="1" destOrd="0" presId="urn:microsoft.com/office/officeart/2005/8/layout/orgChart1"/>
    <dgm:cxn modelId="{933623C5-42E5-4B9F-BC93-0EECB192C317}" type="presOf" srcId="{553EF83E-C97B-4E80-9115-23D68427D734}" destId="{F530C521-DC9E-4B61-91A6-9B3289847728}" srcOrd="0" destOrd="0" presId="urn:microsoft.com/office/officeart/2005/8/layout/orgChart1"/>
    <dgm:cxn modelId="{E4702FC9-051F-4F6F-94C2-19314DB403A7}" type="presOf" srcId="{BBDD4EAC-520C-43E1-86B8-F18B41CBF775}" destId="{A8C4A98C-67C0-40B3-94CC-9A1B49EACAEB}" srcOrd="1" destOrd="0" presId="urn:microsoft.com/office/officeart/2005/8/layout/orgChart1"/>
    <dgm:cxn modelId="{D3E505EB-1BD7-42AD-858A-829357F0FB8A}" type="presOf" srcId="{10477247-2E2E-4BB8-A611-4AEE38BA4753}" destId="{15FAB138-DD7F-460E-9E8E-1E295FA2F4BE}" srcOrd="0" destOrd="0" presId="urn:microsoft.com/office/officeart/2005/8/layout/orgChart1"/>
    <dgm:cxn modelId="{95F681F1-DCC8-4700-91EE-B9FC82B46C87}" type="presOf" srcId="{A2CF9BB3-28B6-46D0-AD4B-78B060BC0990}" destId="{A8FAAB8A-30A6-4507-B68D-8723AF57A4B3}" srcOrd="0" destOrd="0" presId="urn:microsoft.com/office/officeart/2005/8/layout/orgChart1"/>
    <dgm:cxn modelId="{BAB975F2-9DD8-4210-89E0-1180FBFB77AF}" type="presOf" srcId="{E4BA57C6-2387-4850-A762-EDD5F24427E8}" destId="{920FE3C3-CCAF-4FD8-B7B0-35F5742F5E10}" srcOrd="1" destOrd="0" presId="urn:microsoft.com/office/officeart/2005/8/layout/orgChart1"/>
    <dgm:cxn modelId="{F50B82F3-0071-473E-88F6-64AFE7871CF2}" srcId="{553EF83E-C97B-4E80-9115-23D68427D734}" destId="{F017EBF2-7D52-4D61-8294-AC7217E5142F}" srcOrd="4" destOrd="0" parTransId="{A2B84836-1A91-4373-80FE-A67BE4917CA6}" sibTransId="{A2CCBA04-ED3D-4244-AD32-18D29B953848}"/>
    <dgm:cxn modelId="{1C75BFF5-C4F2-4EC4-B790-9D63523F327C}" type="presOf" srcId="{11230DA0-82DE-40A0-BD7C-2F1A454C3AC0}" destId="{2372A926-0E75-4A6F-8D2B-69050E72416D}" srcOrd="0" destOrd="0" presId="urn:microsoft.com/office/officeart/2005/8/layout/orgChart1"/>
    <dgm:cxn modelId="{2F7095F9-FEE0-450A-9FA3-05C9DF1756D8}" srcId="{553EF83E-C97B-4E80-9115-23D68427D734}" destId="{11230DA0-82DE-40A0-BD7C-2F1A454C3AC0}" srcOrd="1" destOrd="0" parTransId="{6909A3AE-D9A4-4E9E-BD60-2B5ED4270F15}" sibTransId="{A952A56C-4855-49D4-921F-6371D84A9DED}"/>
    <dgm:cxn modelId="{D02DFD5A-2B84-4C76-9BC7-BBDC46EE033E}" type="presParOf" srcId="{407E68AF-9BCC-46C6-A059-E718C887CEF5}" destId="{045C20A3-0B5D-4162-99EE-588EBF7C07FE}" srcOrd="0" destOrd="0" presId="urn:microsoft.com/office/officeart/2005/8/layout/orgChart1"/>
    <dgm:cxn modelId="{F706B5C2-A1A2-40E4-A671-9A1AC9100F16}" type="presParOf" srcId="{045C20A3-0B5D-4162-99EE-588EBF7C07FE}" destId="{07EA8C05-3E8E-410D-8478-96CD6B8496DF}" srcOrd="0" destOrd="0" presId="urn:microsoft.com/office/officeart/2005/8/layout/orgChart1"/>
    <dgm:cxn modelId="{85DA834B-E594-4A1F-96C2-2C43932D0C0A}" type="presParOf" srcId="{07EA8C05-3E8E-410D-8478-96CD6B8496DF}" destId="{F530C521-DC9E-4B61-91A6-9B3289847728}" srcOrd="0" destOrd="0" presId="urn:microsoft.com/office/officeart/2005/8/layout/orgChart1"/>
    <dgm:cxn modelId="{0A59331B-B397-4BF5-91D9-ECCE20239001}" type="presParOf" srcId="{07EA8C05-3E8E-410D-8478-96CD6B8496DF}" destId="{ADC6DC2F-A15F-4937-9F22-8F83963439B7}" srcOrd="1" destOrd="0" presId="urn:microsoft.com/office/officeart/2005/8/layout/orgChart1"/>
    <dgm:cxn modelId="{033C7CF3-53DE-4C4F-8D45-B3BD8ED62C89}" type="presParOf" srcId="{045C20A3-0B5D-4162-99EE-588EBF7C07FE}" destId="{F4B0B3D2-C1E9-4E0F-920C-7F3B75B65BEB}" srcOrd="1" destOrd="0" presId="urn:microsoft.com/office/officeart/2005/8/layout/orgChart1"/>
    <dgm:cxn modelId="{2D29C9BD-D9AD-43E8-AA28-8D24071D65D4}" type="presParOf" srcId="{F4B0B3D2-C1E9-4E0F-920C-7F3B75B65BEB}" destId="{15FAB138-DD7F-460E-9E8E-1E295FA2F4BE}" srcOrd="0" destOrd="0" presId="urn:microsoft.com/office/officeart/2005/8/layout/orgChart1"/>
    <dgm:cxn modelId="{49C65292-1A77-4023-94FC-196A41A98ED6}" type="presParOf" srcId="{F4B0B3D2-C1E9-4E0F-920C-7F3B75B65BEB}" destId="{CDF08F4C-A80E-4356-8436-457B287FC516}" srcOrd="1" destOrd="0" presId="urn:microsoft.com/office/officeart/2005/8/layout/orgChart1"/>
    <dgm:cxn modelId="{A430CFBC-DFC6-4746-A3B2-370F856756A0}" type="presParOf" srcId="{CDF08F4C-A80E-4356-8436-457B287FC516}" destId="{28B9BC13-46A9-420E-9E96-50E31F3781DD}" srcOrd="0" destOrd="0" presId="urn:microsoft.com/office/officeart/2005/8/layout/orgChart1"/>
    <dgm:cxn modelId="{C3966231-793B-4261-9D3D-500D2BAB8DAF}" type="presParOf" srcId="{28B9BC13-46A9-420E-9E96-50E31F3781DD}" destId="{418B5AAC-999A-4C59-A243-0708396E2454}" srcOrd="0" destOrd="0" presId="urn:microsoft.com/office/officeart/2005/8/layout/orgChart1"/>
    <dgm:cxn modelId="{BCE0A00E-4FCA-4345-B914-F3C3E9C00C89}" type="presParOf" srcId="{28B9BC13-46A9-420E-9E96-50E31F3781DD}" destId="{BF892216-2CC5-4853-9D7A-B42C9813B430}" srcOrd="1" destOrd="0" presId="urn:microsoft.com/office/officeart/2005/8/layout/orgChart1"/>
    <dgm:cxn modelId="{34137465-9B7E-4E18-A9F9-022E13354311}" type="presParOf" srcId="{CDF08F4C-A80E-4356-8436-457B287FC516}" destId="{A7B2CD0C-F10F-4144-81F4-D84D3DBBE6F3}" srcOrd="1" destOrd="0" presId="urn:microsoft.com/office/officeart/2005/8/layout/orgChart1"/>
    <dgm:cxn modelId="{2C2A6F05-012C-49C5-94C3-2490D8447D64}" type="presParOf" srcId="{CDF08F4C-A80E-4356-8436-457B287FC516}" destId="{7FD8CDCE-8E29-4FA6-B4E3-0284C82FE785}" srcOrd="2" destOrd="0" presId="urn:microsoft.com/office/officeart/2005/8/layout/orgChart1"/>
    <dgm:cxn modelId="{A0C4ACF4-34C2-49C2-A219-DA0D4E95E12E}" type="presParOf" srcId="{F4B0B3D2-C1E9-4E0F-920C-7F3B75B65BEB}" destId="{1A5D19E1-BC24-4BAB-95B3-A0D3A624C266}" srcOrd="2" destOrd="0" presId="urn:microsoft.com/office/officeart/2005/8/layout/orgChart1"/>
    <dgm:cxn modelId="{0A9FC230-76A9-4CCE-9D52-69FA38DB0B63}" type="presParOf" srcId="{F4B0B3D2-C1E9-4E0F-920C-7F3B75B65BEB}" destId="{38DB4A0F-33A0-4495-8621-2FE274236727}" srcOrd="3" destOrd="0" presId="urn:microsoft.com/office/officeart/2005/8/layout/orgChart1"/>
    <dgm:cxn modelId="{52E7F77A-4D55-4BDB-B5D0-EAE1C6D0B7C4}" type="presParOf" srcId="{38DB4A0F-33A0-4495-8621-2FE274236727}" destId="{FB4D8159-9127-44E9-9926-5AFCB45D3255}" srcOrd="0" destOrd="0" presId="urn:microsoft.com/office/officeart/2005/8/layout/orgChart1"/>
    <dgm:cxn modelId="{9FD7FFB3-4EC9-4CEE-AD02-F28F3A804E0D}" type="presParOf" srcId="{FB4D8159-9127-44E9-9926-5AFCB45D3255}" destId="{2372A926-0E75-4A6F-8D2B-69050E72416D}" srcOrd="0" destOrd="0" presId="urn:microsoft.com/office/officeart/2005/8/layout/orgChart1"/>
    <dgm:cxn modelId="{A842973A-B506-4AE8-845C-2451A5B13196}" type="presParOf" srcId="{FB4D8159-9127-44E9-9926-5AFCB45D3255}" destId="{3C3236A5-3056-48B9-BEF9-1F6044CEA2DB}" srcOrd="1" destOrd="0" presId="urn:microsoft.com/office/officeart/2005/8/layout/orgChart1"/>
    <dgm:cxn modelId="{A3305486-1CCC-415D-8C9F-1A8EDFF7770A}" type="presParOf" srcId="{38DB4A0F-33A0-4495-8621-2FE274236727}" destId="{C976642D-C248-4CD7-B0C6-E1615E2C2259}" srcOrd="1" destOrd="0" presId="urn:microsoft.com/office/officeart/2005/8/layout/orgChart1"/>
    <dgm:cxn modelId="{46ADCDE8-7AF4-4D7A-BA8A-E78AEA6D80B5}" type="presParOf" srcId="{38DB4A0F-33A0-4495-8621-2FE274236727}" destId="{2EAFCC82-0072-41E6-9B6D-10D83E6669F8}" srcOrd="2" destOrd="0" presId="urn:microsoft.com/office/officeart/2005/8/layout/orgChart1"/>
    <dgm:cxn modelId="{BEB3CB9F-1D05-40BF-82D4-3E00ACD55F5F}" type="presParOf" srcId="{F4B0B3D2-C1E9-4E0F-920C-7F3B75B65BEB}" destId="{AB3F56E3-6C72-4CE6-B915-9302900727B6}" srcOrd="4" destOrd="0" presId="urn:microsoft.com/office/officeart/2005/8/layout/orgChart1"/>
    <dgm:cxn modelId="{03E1105B-C9D2-4F2E-B1A5-ED9143F131E3}" type="presParOf" srcId="{F4B0B3D2-C1E9-4E0F-920C-7F3B75B65BEB}" destId="{5DFF7784-A8BA-4BDF-9E8E-A9CDEB658705}" srcOrd="5" destOrd="0" presId="urn:microsoft.com/office/officeart/2005/8/layout/orgChart1"/>
    <dgm:cxn modelId="{C9F23288-C9BC-4BD8-A2E8-0B9F70683369}" type="presParOf" srcId="{5DFF7784-A8BA-4BDF-9E8E-A9CDEB658705}" destId="{99C11005-3639-435F-A6B5-FC27714BD5AF}" srcOrd="0" destOrd="0" presId="urn:microsoft.com/office/officeart/2005/8/layout/orgChart1"/>
    <dgm:cxn modelId="{800BB410-AA42-433B-AA50-3D2F64A2C26C}" type="presParOf" srcId="{99C11005-3639-435F-A6B5-FC27714BD5AF}" destId="{CD40F498-D118-4998-8217-D839AD46B8EE}" srcOrd="0" destOrd="0" presId="urn:microsoft.com/office/officeart/2005/8/layout/orgChart1"/>
    <dgm:cxn modelId="{479E36E4-FDD5-4F51-907B-7936E25CEA3B}" type="presParOf" srcId="{99C11005-3639-435F-A6B5-FC27714BD5AF}" destId="{A8C4A98C-67C0-40B3-94CC-9A1B49EACAEB}" srcOrd="1" destOrd="0" presId="urn:microsoft.com/office/officeart/2005/8/layout/orgChart1"/>
    <dgm:cxn modelId="{D5C04055-6613-4569-81DB-9A6C4C8B3EA7}" type="presParOf" srcId="{5DFF7784-A8BA-4BDF-9E8E-A9CDEB658705}" destId="{986F2494-8904-450F-846E-73E914ECE129}" srcOrd="1" destOrd="0" presId="urn:microsoft.com/office/officeart/2005/8/layout/orgChart1"/>
    <dgm:cxn modelId="{14B7FFF3-61F9-46AB-B545-8E9B4E386460}" type="presParOf" srcId="{5DFF7784-A8BA-4BDF-9E8E-A9CDEB658705}" destId="{5C7590D5-D6EB-4605-96C6-7755ADA6A42A}" srcOrd="2" destOrd="0" presId="urn:microsoft.com/office/officeart/2005/8/layout/orgChart1"/>
    <dgm:cxn modelId="{E816B05E-92FA-42B6-A569-8DBF6E472DD2}" type="presParOf" srcId="{F4B0B3D2-C1E9-4E0F-920C-7F3B75B65BEB}" destId="{A8FAAB8A-30A6-4507-B68D-8723AF57A4B3}" srcOrd="6" destOrd="0" presId="urn:microsoft.com/office/officeart/2005/8/layout/orgChart1"/>
    <dgm:cxn modelId="{179A818D-4CDC-4B65-AA44-715301FD6353}" type="presParOf" srcId="{F4B0B3D2-C1E9-4E0F-920C-7F3B75B65BEB}" destId="{2C233822-CCB4-4C69-AF93-F00A73DFC2B5}" srcOrd="7" destOrd="0" presId="urn:microsoft.com/office/officeart/2005/8/layout/orgChart1"/>
    <dgm:cxn modelId="{79A809FA-6C26-4868-AFAF-F001ADA4BAAD}" type="presParOf" srcId="{2C233822-CCB4-4C69-AF93-F00A73DFC2B5}" destId="{61E5AB78-AC60-4E5E-9B46-C904D14E3D16}" srcOrd="0" destOrd="0" presId="urn:microsoft.com/office/officeart/2005/8/layout/orgChart1"/>
    <dgm:cxn modelId="{CEAE31B0-9866-44F1-ABDC-90D6D71F1C2B}" type="presParOf" srcId="{61E5AB78-AC60-4E5E-9B46-C904D14E3D16}" destId="{58678C5B-3966-4645-B243-38D015A9485E}" srcOrd="0" destOrd="0" presId="urn:microsoft.com/office/officeart/2005/8/layout/orgChart1"/>
    <dgm:cxn modelId="{1F797670-EC5B-4889-AFB8-AD52AFBC6402}" type="presParOf" srcId="{61E5AB78-AC60-4E5E-9B46-C904D14E3D16}" destId="{920FE3C3-CCAF-4FD8-B7B0-35F5742F5E10}" srcOrd="1" destOrd="0" presId="urn:microsoft.com/office/officeart/2005/8/layout/orgChart1"/>
    <dgm:cxn modelId="{83F1327E-3494-4B36-BBC5-D7E88D61BA24}" type="presParOf" srcId="{2C233822-CCB4-4C69-AF93-F00A73DFC2B5}" destId="{AF3F0BC9-644A-4781-BA6E-6A8C330903AA}" srcOrd="1" destOrd="0" presId="urn:microsoft.com/office/officeart/2005/8/layout/orgChart1"/>
    <dgm:cxn modelId="{C5C7A62B-552F-4FED-B8A1-AAF299B621EA}" type="presParOf" srcId="{2C233822-CCB4-4C69-AF93-F00A73DFC2B5}" destId="{433F3BC5-6D0B-48BB-837F-AEB83C6E2DAA}" srcOrd="2" destOrd="0" presId="urn:microsoft.com/office/officeart/2005/8/layout/orgChart1"/>
    <dgm:cxn modelId="{E5227D63-2D87-4097-90B8-0E179D59C29F}" type="presParOf" srcId="{F4B0B3D2-C1E9-4E0F-920C-7F3B75B65BEB}" destId="{85A17730-730C-4DE7-A82D-869E636C8D0D}" srcOrd="8" destOrd="0" presId="urn:microsoft.com/office/officeart/2005/8/layout/orgChart1"/>
    <dgm:cxn modelId="{D91D06E2-ACA5-49EE-B08B-999C62FC378B}" type="presParOf" srcId="{F4B0B3D2-C1E9-4E0F-920C-7F3B75B65BEB}" destId="{029D5D8F-1DB9-4559-AD89-3EAFEEB7DD2C}" srcOrd="9" destOrd="0" presId="urn:microsoft.com/office/officeart/2005/8/layout/orgChart1"/>
    <dgm:cxn modelId="{369E9FA3-5B78-4625-B564-B25C56E8A619}" type="presParOf" srcId="{029D5D8F-1DB9-4559-AD89-3EAFEEB7DD2C}" destId="{56905D66-38C3-4FC4-9D12-A1638E5C2633}" srcOrd="0" destOrd="0" presId="urn:microsoft.com/office/officeart/2005/8/layout/orgChart1"/>
    <dgm:cxn modelId="{EA60730C-3196-4DDB-B53A-0CCD6D9C997E}" type="presParOf" srcId="{56905D66-38C3-4FC4-9D12-A1638E5C2633}" destId="{19520274-532D-43C4-AB78-E1BE8CA2B91A}" srcOrd="0" destOrd="0" presId="urn:microsoft.com/office/officeart/2005/8/layout/orgChart1"/>
    <dgm:cxn modelId="{57AF7F4C-B55F-4287-BE0B-FF42BBD223D6}" type="presParOf" srcId="{56905D66-38C3-4FC4-9D12-A1638E5C2633}" destId="{AF22EC99-F8F5-46B5-971F-9D11F83CA6E6}" srcOrd="1" destOrd="0" presId="urn:microsoft.com/office/officeart/2005/8/layout/orgChart1"/>
    <dgm:cxn modelId="{7CDD953C-D5FF-4365-BA57-AFFDC04C4803}" type="presParOf" srcId="{029D5D8F-1DB9-4559-AD89-3EAFEEB7DD2C}" destId="{2BC5CAC1-800D-4FD9-B99A-0DC33797738B}" srcOrd="1" destOrd="0" presId="urn:microsoft.com/office/officeart/2005/8/layout/orgChart1"/>
    <dgm:cxn modelId="{75FCEBE0-CCD7-44B0-838F-BCE2FA50432E}" type="presParOf" srcId="{029D5D8F-1DB9-4559-AD89-3EAFEEB7DD2C}" destId="{E882E248-7773-4A91-8BDD-E09AF1B138EE}" srcOrd="2" destOrd="0" presId="urn:microsoft.com/office/officeart/2005/8/layout/orgChart1"/>
    <dgm:cxn modelId="{444F7FD1-BDAF-4004-85DD-B3492863DD01}" type="presParOf" srcId="{F4B0B3D2-C1E9-4E0F-920C-7F3B75B65BEB}" destId="{DEB01BE0-32D9-4F4D-813F-0B01D124590F}" srcOrd="10" destOrd="0" presId="urn:microsoft.com/office/officeart/2005/8/layout/orgChart1"/>
    <dgm:cxn modelId="{64E5E3AE-A0CC-439C-BA4F-E6B1430106DE}" type="presParOf" srcId="{F4B0B3D2-C1E9-4E0F-920C-7F3B75B65BEB}" destId="{A80062D1-D072-4AD9-B3E0-C4AD06248E49}" srcOrd="11" destOrd="0" presId="urn:microsoft.com/office/officeart/2005/8/layout/orgChart1"/>
    <dgm:cxn modelId="{E97852AD-1F87-4362-887A-E443B747762C}" type="presParOf" srcId="{A80062D1-D072-4AD9-B3E0-C4AD06248E49}" destId="{D8C34143-7FBA-4AC3-A464-29DC4E96FBF6}" srcOrd="0" destOrd="0" presId="urn:microsoft.com/office/officeart/2005/8/layout/orgChart1"/>
    <dgm:cxn modelId="{6DA6A1D0-07D9-4F5D-BE93-394F4900A856}" type="presParOf" srcId="{D8C34143-7FBA-4AC3-A464-29DC4E96FBF6}" destId="{032646DA-E4FF-46AB-B80D-B68A90205B43}" srcOrd="0" destOrd="0" presId="urn:microsoft.com/office/officeart/2005/8/layout/orgChart1"/>
    <dgm:cxn modelId="{CAABC433-D1D6-448F-A13C-F8F03B2E1185}" type="presParOf" srcId="{D8C34143-7FBA-4AC3-A464-29DC4E96FBF6}" destId="{455CCD3D-587C-4A26-8A7A-DB83F2C5ADFB}" srcOrd="1" destOrd="0" presId="urn:microsoft.com/office/officeart/2005/8/layout/orgChart1"/>
    <dgm:cxn modelId="{D56DF7DA-695A-4D38-B3C2-67E6DE866986}" type="presParOf" srcId="{A80062D1-D072-4AD9-B3E0-C4AD06248E49}" destId="{D4554F4F-B102-45F6-AA85-A1110CB828C1}" srcOrd="1" destOrd="0" presId="urn:microsoft.com/office/officeart/2005/8/layout/orgChart1"/>
    <dgm:cxn modelId="{74A10BF0-8014-4E0A-AE2F-D5C2A7CDBE89}" type="presParOf" srcId="{A80062D1-D072-4AD9-B3E0-C4AD06248E49}" destId="{FB6425BF-89AD-4920-9028-E17F4C09EA40}" srcOrd="2" destOrd="0" presId="urn:microsoft.com/office/officeart/2005/8/layout/orgChart1"/>
    <dgm:cxn modelId="{50C3BD86-BEC4-46D0-88A9-A9D2C0E39660}" type="presParOf" srcId="{045C20A3-0B5D-4162-99EE-588EBF7C07FE}" destId="{AA39400A-083D-4DA5-9B4F-DF57EC9C0B8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6910D2-289E-46C6-814D-2319FEB88959}" type="doc">
      <dgm:prSet loTypeId="urn:microsoft.com/office/officeart/2005/8/layout/hList3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4F77671-C02A-4413-94B5-F637951766D8}">
      <dgm:prSet phldrT="[Text]"/>
      <dgm:spPr/>
      <dgm:t>
        <a:bodyPr/>
        <a:lstStyle/>
        <a:p>
          <a:r>
            <a:rPr lang="en-US" dirty="0"/>
            <a:t>Activities </a:t>
          </a:r>
        </a:p>
      </dgm:t>
    </dgm:pt>
    <dgm:pt modelId="{E37D9B7F-69DA-4134-8629-0B28D1792A8B}" type="parTrans" cxnId="{F6F2F694-4FF9-4341-9866-905AE4EF79BA}">
      <dgm:prSet/>
      <dgm:spPr/>
      <dgm:t>
        <a:bodyPr/>
        <a:lstStyle/>
        <a:p>
          <a:endParaRPr lang="en-US"/>
        </a:p>
      </dgm:t>
    </dgm:pt>
    <dgm:pt modelId="{F1CFEAB1-8E18-4CD6-A983-CCF58D6A2D4F}" type="sibTrans" cxnId="{F6F2F694-4FF9-4341-9866-905AE4EF79BA}">
      <dgm:prSet/>
      <dgm:spPr/>
      <dgm:t>
        <a:bodyPr/>
        <a:lstStyle/>
        <a:p>
          <a:endParaRPr lang="en-US"/>
        </a:p>
      </dgm:t>
    </dgm:pt>
    <dgm:pt modelId="{A233BA7D-BCC6-4C5C-9BA2-7005BC365568}">
      <dgm:prSet phldrT="[Text]"/>
      <dgm:spPr/>
      <dgm:t>
        <a:bodyPr/>
        <a:lstStyle/>
        <a:p>
          <a:r>
            <a:rPr lang="en-US" dirty="0"/>
            <a:t>Marketing study </a:t>
          </a:r>
        </a:p>
      </dgm:t>
    </dgm:pt>
    <dgm:pt modelId="{4858F04B-494B-4690-8701-4E026FA9FDF6}" type="parTrans" cxnId="{A83705D9-BA07-4BDE-B5EE-67EA95DF1F10}">
      <dgm:prSet/>
      <dgm:spPr/>
      <dgm:t>
        <a:bodyPr/>
        <a:lstStyle/>
        <a:p>
          <a:endParaRPr lang="en-US"/>
        </a:p>
      </dgm:t>
    </dgm:pt>
    <dgm:pt modelId="{CBB4C8C0-3B66-4770-A41D-6B0476B3AE78}" type="sibTrans" cxnId="{A83705D9-BA07-4BDE-B5EE-67EA95DF1F10}">
      <dgm:prSet/>
      <dgm:spPr/>
      <dgm:t>
        <a:bodyPr/>
        <a:lstStyle/>
        <a:p>
          <a:endParaRPr lang="en-US"/>
        </a:p>
      </dgm:t>
    </dgm:pt>
    <dgm:pt modelId="{D329DE87-8808-4F45-ABDB-8D9E6965729E}">
      <dgm:prSet phldrT="[Text]"/>
      <dgm:spPr/>
      <dgm:t>
        <a:bodyPr/>
        <a:lstStyle/>
        <a:p>
          <a:r>
            <a:rPr lang="en-US" dirty="0"/>
            <a:t>Marketing testing </a:t>
          </a:r>
        </a:p>
      </dgm:t>
    </dgm:pt>
    <dgm:pt modelId="{82A44C78-6FB0-4C19-972B-8692A8F87DE7}" type="parTrans" cxnId="{E8D75DAE-F2D4-4393-BAE9-2C3AEE511EE7}">
      <dgm:prSet/>
      <dgm:spPr/>
      <dgm:t>
        <a:bodyPr/>
        <a:lstStyle/>
        <a:p>
          <a:endParaRPr lang="en-US"/>
        </a:p>
      </dgm:t>
    </dgm:pt>
    <dgm:pt modelId="{EBDAA024-D743-40EF-9771-C582D5AA3E51}" type="sibTrans" cxnId="{E8D75DAE-F2D4-4393-BAE9-2C3AEE511EE7}">
      <dgm:prSet/>
      <dgm:spPr/>
      <dgm:t>
        <a:bodyPr/>
        <a:lstStyle/>
        <a:p>
          <a:endParaRPr lang="en-US"/>
        </a:p>
      </dgm:t>
    </dgm:pt>
    <dgm:pt modelId="{968ED5EE-E80E-42AA-AB73-12CCF1EA2A08}">
      <dgm:prSet phldrT="[Text]"/>
      <dgm:spPr/>
      <dgm:t>
        <a:bodyPr/>
        <a:lstStyle/>
        <a:p>
          <a:r>
            <a:rPr lang="en-US" dirty="0"/>
            <a:t>HACCP process </a:t>
          </a:r>
        </a:p>
      </dgm:t>
    </dgm:pt>
    <dgm:pt modelId="{FE85C2BD-76D2-4D8F-B63D-8390162201A0}" type="parTrans" cxnId="{9A1D0E1B-41B5-4F1B-B2EF-8E3515A34075}">
      <dgm:prSet/>
      <dgm:spPr/>
      <dgm:t>
        <a:bodyPr/>
        <a:lstStyle/>
        <a:p>
          <a:endParaRPr lang="en-US"/>
        </a:p>
      </dgm:t>
    </dgm:pt>
    <dgm:pt modelId="{0C208942-5BB1-4BA9-A2AB-2EE7A061C566}" type="sibTrans" cxnId="{9A1D0E1B-41B5-4F1B-B2EF-8E3515A34075}">
      <dgm:prSet/>
      <dgm:spPr/>
      <dgm:t>
        <a:bodyPr/>
        <a:lstStyle/>
        <a:p>
          <a:endParaRPr lang="en-US"/>
        </a:p>
      </dgm:t>
    </dgm:pt>
    <dgm:pt modelId="{9E1A82FB-871C-487E-B026-467325B46DD5}">
      <dgm:prSet phldrT="[Text]"/>
      <dgm:spPr/>
      <dgm:t>
        <a:bodyPr/>
        <a:lstStyle/>
        <a:p>
          <a:r>
            <a:rPr lang="en-US" dirty="0"/>
            <a:t>Process engineering </a:t>
          </a:r>
        </a:p>
      </dgm:t>
    </dgm:pt>
    <dgm:pt modelId="{EAF3EFEB-1650-45A5-8518-743D8C462EF2}" type="parTrans" cxnId="{1C832F4D-B152-4F32-A48D-362F905A8E83}">
      <dgm:prSet/>
      <dgm:spPr/>
      <dgm:t>
        <a:bodyPr/>
        <a:lstStyle/>
        <a:p>
          <a:endParaRPr lang="en-US"/>
        </a:p>
      </dgm:t>
    </dgm:pt>
    <dgm:pt modelId="{84EA05B5-CB07-44EC-A395-5C8201278E22}" type="sibTrans" cxnId="{1C832F4D-B152-4F32-A48D-362F905A8E83}">
      <dgm:prSet/>
      <dgm:spPr/>
      <dgm:t>
        <a:bodyPr/>
        <a:lstStyle/>
        <a:p>
          <a:endParaRPr lang="en-US"/>
        </a:p>
      </dgm:t>
    </dgm:pt>
    <dgm:pt modelId="{32086DEC-E267-454A-8FF1-DD1D4BA67FF5}">
      <dgm:prSet phldrT="[Text]"/>
      <dgm:spPr/>
      <dgm:t>
        <a:bodyPr/>
        <a:lstStyle/>
        <a:p>
          <a:r>
            <a:rPr lang="en-US" dirty="0"/>
            <a:t>Financial analysis </a:t>
          </a:r>
        </a:p>
      </dgm:t>
    </dgm:pt>
    <dgm:pt modelId="{C0A407AA-07C0-4694-8B71-6D305B54AEAE}" type="parTrans" cxnId="{30002B23-85F5-4F69-B0CB-F06159A52EE1}">
      <dgm:prSet/>
      <dgm:spPr/>
      <dgm:t>
        <a:bodyPr/>
        <a:lstStyle/>
        <a:p>
          <a:endParaRPr lang="en-US"/>
        </a:p>
      </dgm:t>
    </dgm:pt>
    <dgm:pt modelId="{0B150F99-7E24-4C02-B887-691C7FB8573D}" type="sibTrans" cxnId="{30002B23-85F5-4F69-B0CB-F06159A52EE1}">
      <dgm:prSet/>
      <dgm:spPr/>
      <dgm:t>
        <a:bodyPr/>
        <a:lstStyle/>
        <a:p>
          <a:endParaRPr lang="en-US"/>
        </a:p>
      </dgm:t>
    </dgm:pt>
    <dgm:pt modelId="{50534D5F-179E-4CFC-872E-1F39E2834A88}" type="pres">
      <dgm:prSet presAssocID="{266910D2-289E-46C6-814D-2319FEB88959}" presName="composite" presStyleCnt="0">
        <dgm:presLayoutVars>
          <dgm:chMax val="1"/>
          <dgm:dir/>
          <dgm:resizeHandles val="exact"/>
        </dgm:presLayoutVars>
      </dgm:prSet>
      <dgm:spPr/>
    </dgm:pt>
    <dgm:pt modelId="{8EF70685-1430-4D89-930E-9E43CEFBCDFD}" type="pres">
      <dgm:prSet presAssocID="{94F77671-C02A-4413-94B5-F637951766D8}" presName="roof" presStyleLbl="dkBgShp" presStyleIdx="0" presStyleCnt="2"/>
      <dgm:spPr/>
    </dgm:pt>
    <dgm:pt modelId="{3C9A40AE-4FEC-4F02-B201-649E4548AEFB}" type="pres">
      <dgm:prSet presAssocID="{94F77671-C02A-4413-94B5-F637951766D8}" presName="pillars" presStyleCnt="0"/>
      <dgm:spPr/>
    </dgm:pt>
    <dgm:pt modelId="{F7072CEB-7697-4013-ABF8-BF9DA4EC5552}" type="pres">
      <dgm:prSet presAssocID="{94F77671-C02A-4413-94B5-F637951766D8}" presName="pillar1" presStyleLbl="node1" presStyleIdx="0" presStyleCnt="5">
        <dgm:presLayoutVars>
          <dgm:bulletEnabled val="1"/>
        </dgm:presLayoutVars>
      </dgm:prSet>
      <dgm:spPr/>
    </dgm:pt>
    <dgm:pt modelId="{290FC031-950D-4628-8434-B78C6CFBA927}" type="pres">
      <dgm:prSet presAssocID="{D329DE87-8808-4F45-ABDB-8D9E6965729E}" presName="pillarX" presStyleLbl="node1" presStyleIdx="1" presStyleCnt="5">
        <dgm:presLayoutVars>
          <dgm:bulletEnabled val="1"/>
        </dgm:presLayoutVars>
      </dgm:prSet>
      <dgm:spPr/>
    </dgm:pt>
    <dgm:pt modelId="{88B58A38-50AC-45F4-B158-EF1B33E59CCA}" type="pres">
      <dgm:prSet presAssocID="{968ED5EE-E80E-42AA-AB73-12CCF1EA2A08}" presName="pillarX" presStyleLbl="node1" presStyleIdx="2" presStyleCnt="5">
        <dgm:presLayoutVars>
          <dgm:bulletEnabled val="1"/>
        </dgm:presLayoutVars>
      </dgm:prSet>
      <dgm:spPr/>
    </dgm:pt>
    <dgm:pt modelId="{3B6E73D1-41ED-4AD5-82A7-07299F9EB02F}" type="pres">
      <dgm:prSet presAssocID="{9E1A82FB-871C-487E-B026-467325B46DD5}" presName="pillarX" presStyleLbl="node1" presStyleIdx="3" presStyleCnt="5">
        <dgm:presLayoutVars>
          <dgm:bulletEnabled val="1"/>
        </dgm:presLayoutVars>
      </dgm:prSet>
      <dgm:spPr/>
    </dgm:pt>
    <dgm:pt modelId="{F3654EEC-4BD0-4C80-A453-D2B0BD2D9F32}" type="pres">
      <dgm:prSet presAssocID="{32086DEC-E267-454A-8FF1-DD1D4BA67FF5}" presName="pillarX" presStyleLbl="node1" presStyleIdx="4" presStyleCnt="5">
        <dgm:presLayoutVars>
          <dgm:bulletEnabled val="1"/>
        </dgm:presLayoutVars>
      </dgm:prSet>
      <dgm:spPr/>
    </dgm:pt>
    <dgm:pt modelId="{2E164739-88C3-4F02-8C6A-36612E80F397}" type="pres">
      <dgm:prSet presAssocID="{94F77671-C02A-4413-94B5-F637951766D8}" presName="base" presStyleLbl="dkBgShp" presStyleIdx="1" presStyleCnt="2"/>
      <dgm:spPr/>
    </dgm:pt>
  </dgm:ptLst>
  <dgm:cxnLst>
    <dgm:cxn modelId="{9A1D0E1B-41B5-4F1B-B2EF-8E3515A34075}" srcId="{94F77671-C02A-4413-94B5-F637951766D8}" destId="{968ED5EE-E80E-42AA-AB73-12CCF1EA2A08}" srcOrd="2" destOrd="0" parTransId="{FE85C2BD-76D2-4D8F-B63D-8390162201A0}" sibTransId="{0C208942-5BB1-4BA9-A2AB-2EE7A061C566}"/>
    <dgm:cxn modelId="{85765521-8770-4696-8609-0FB68BBC7838}" type="presOf" srcId="{D329DE87-8808-4F45-ABDB-8D9E6965729E}" destId="{290FC031-950D-4628-8434-B78C6CFBA927}" srcOrd="0" destOrd="0" presId="urn:microsoft.com/office/officeart/2005/8/layout/hList3"/>
    <dgm:cxn modelId="{30002B23-85F5-4F69-B0CB-F06159A52EE1}" srcId="{94F77671-C02A-4413-94B5-F637951766D8}" destId="{32086DEC-E267-454A-8FF1-DD1D4BA67FF5}" srcOrd="4" destOrd="0" parTransId="{C0A407AA-07C0-4694-8B71-6D305B54AEAE}" sibTransId="{0B150F99-7E24-4C02-B887-691C7FB8573D}"/>
    <dgm:cxn modelId="{736C5E3D-48E3-4D0F-B33A-0EBC47D505A8}" type="presOf" srcId="{266910D2-289E-46C6-814D-2319FEB88959}" destId="{50534D5F-179E-4CFC-872E-1F39E2834A88}" srcOrd="0" destOrd="0" presId="urn:microsoft.com/office/officeart/2005/8/layout/hList3"/>
    <dgm:cxn modelId="{1C832F4D-B152-4F32-A48D-362F905A8E83}" srcId="{94F77671-C02A-4413-94B5-F637951766D8}" destId="{9E1A82FB-871C-487E-B026-467325B46DD5}" srcOrd="3" destOrd="0" parTransId="{EAF3EFEB-1650-45A5-8518-743D8C462EF2}" sibTransId="{84EA05B5-CB07-44EC-A395-5C8201278E22}"/>
    <dgm:cxn modelId="{662A594D-53C6-4314-99D7-DA313A6640A4}" type="presOf" srcId="{94F77671-C02A-4413-94B5-F637951766D8}" destId="{8EF70685-1430-4D89-930E-9E43CEFBCDFD}" srcOrd="0" destOrd="0" presId="urn:microsoft.com/office/officeart/2005/8/layout/hList3"/>
    <dgm:cxn modelId="{3BE58893-9FAC-4CA0-985A-46620CC1F909}" type="presOf" srcId="{A233BA7D-BCC6-4C5C-9BA2-7005BC365568}" destId="{F7072CEB-7697-4013-ABF8-BF9DA4EC5552}" srcOrd="0" destOrd="0" presId="urn:microsoft.com/office/officeart/2005/8/layout/hList3"/>
    <dgm:cxn modelId="{F6F2F694-4FF9-4341-9866-905AE4EF79BA}" srcId="{266910D2-289E-46C6-814D-2319FEB88959}" destId="{94F77671-C02A-4413-94B5-F637951766D8}" srcOrd="0" destOrd="0" parTransId="{E37D9B7F-69DA-4134-8629-0B28D1792A8B}" sibTransId="{F1CFEAB1-8E18-4CD6-A983-CCF58D6A2D4F}"/>
    <dgm:cxn modelId="{E8D75DAE-F2D4-4393-BAE9-2C3AEE511EE7}" srcId="{94F77671-C02A-4413-94B5-F637951766D8}" destId="{D329DE87-8808-4F45-ABDB-8D9E6965729E}" srcOrd="1" destOrd="0" parTransId="{82A44C78-6FB0-4C19-972B-8692A8F87DE7}" sibTransId="{EBDAA024-D743-40EF-9771-C582D5AA3E51}"/>
    <dgm:cxn modelId="{E0AC33BD-CD60-405A-8F9C-543021461A0D}" type="presOf" srcId="{968ED5EE-E80E-42AA-AB73-12CCF1EA2A08}" destId="{88B58A38-50AC-45F4-B158-EF1B33E59CCA}" srcOrd="0" destOrd="0" presId="urn:microsoft.com/office/officeart/2005/8/layout/hList3"/>
    <dgm:cxn modelId="{0731DCCC-2FF5-420C-9831-101C41D1BCE6}" type="presOf" srcId="{32086DEC-E267-454A-8FF1-DD1D4BA67FF5}" destId="{F3654EEC-4BD0-4C80-A453-D2B0BD2D9F32}" srcOrd="0" destOrd="0" presId="urn:microsoft.com/office/officeart/2005/8/layout/hList3"/>
    <dgm:cxn modelId="{A83705D9-BA07-4BDE-B5EE-67EA95DF1F10}" srcId="{94F77671-C02A-4413-94B5-F637951766D8}" destId="{A233BA7D-BCC6-4C5C-9BA2-7005BC365568}" srcOrd="0" destOrd="0" parTransId="{4858F04B-494B-4690-8701-4E026FA9FDF6}" sibTransId="{CBB4C8C0-3B66-4770-A41D-6B0476B3AE78}"/>
    <dgm:cxn modelId="{DC7580E6-34ED-4A98-AD0E-A426EED6BC5C}" type="presOf" srcId="{9E1A82FB-871C-487E-B026-467325B46DD5}" destId="{3B6E73D1-41ED-4AD5-82A7-07299F9EB02F}" srcOrd="0" destOrd="0" presId="urn:microsoft.com/office/officeart/2005/8/layout/hList3"/>
    <dgm:cxn modelId="{A4F50009-5136-4095-A89B-E515F9E6EAAA}" type="presParOf" srcId="{50534D5F-179E-4CFC-872E-1F39E2834A88}" destId="{8EF70685-1430-4D89-930E-9E43CEFBCDFD}" srcOrd="0" destOrd="0" presId="urn:microsoft.com/office/officeart/2005/8/layout/hList3"/>
    <dgm:cxn modelId="{D00323C0-EC14-41B7-9329-9A5BC7BD52C9}" type="presParOf" srcId="{50534D5F-179E-4CFC-872E-1F39E2834A88}" destId="{3C9A40AE-4FEC-4F02-B201-649E4548AEFB}" srcOrd="1" destOrd="0" presId="urn:microsoft.com/office/officeart/2005/8/layout/hList3"/>
    <dgm:cxn modelId="{AC95BC86-AE1C-487B-A62E-43C34A1040F4}" type="presParOf" srcId="{3C9A40AE-4FEC-4F02-B201-649E4548AEFB}" destId="{F7072CEB-7697-4013-ABF8-BF9DA4EC5552}" srcOrd="0" destOrd="0" presId="urn:microsoft.com/office/officeart/2005/8/layout/hList3"/>
    <dgm:cxn modelId="{E6622907-C415-40FE-95B3-46E234B96AD1}" type="presParOf" srcId="{3C9A40AE-4FEC-4F02-B201-649E4548AEFB}" destId="{290FC031-950D-4628-8434-B78C6CFBA927}" srcOrd="1" destOrd="0" presId="urn:microsoft.com/office/officeart/2005/8/layout/hList3"/>
    <dgm:cxn modelId="{CBC3F974-9F7A-4D92-952C-D5A3A9915D8D}" type="presParOf" srcId="{3C9A40AE-4FEC-4F02-B201-649E4548AEFB}" destId="{88B58A38-50AC-45F4-B158-EF1B33E59CCA}" srcOrd="2" destOrd="0" presId="urn:microsoft.com/office/officeart/2005/8/layout/hList3"/>
    <dgm:cxn modelId="{9E5B7F62-D18F-407A-9130-8386269B09ED}" type="presParOf" srcId="{3C9A40AE-4FEC-4F02-B201-649E4548AEFB}" destId="{3B6E73D1-41ED-4AD5-82A7-07299F9EB02F}" srcOrd="3" destOrd="0" presId="urn:microsoft.com/office/officeart/2005/8/layout/hList3"/>
    <dgm:cxn modelId="{AF320E11-03B2-413B-9119-7B6DAC59ADF0}" type="presParOf" srcId="{3C9A40AE-4FEC-4F02-B201-649E4548AEFB}" destId="{F3654EEC-4BD0-4C80-A453-D2B0BD2D9F32}" srcOrd="4" destOrd="0" presId="urn:microsoft.com/office/officeart/2005/8/layout/hList3"/>
    <dgm:cxn modelId="{7B1CF3D5-E04C-4E84-A065-1F615F45240F}" type="presParOf" srcId="{50534D5F-179E-4CFC-872E-1F39E2834A88}" destId="{2E164739-88C3-4F02-8C6A-36612E80F397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F6CEC0-A7C4-4D7E-BC29-78D9F215ABF9}" type="doc">
      <dgm:prSet loTypeId="urn:microsoft.com/office/officeart/2005/8/layout/radial5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F1BBB26-E466-41F4-B071-FDC917CF34DF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Activities </a:t>
          </a:r>
        </a:p>
      </dgm:t>
    </dgm:pt>
    <dgm:pt modelId="{436EFDF3-55A4-4F3E-A265-FFADFB1588D9}" type="parTrans" cxnId="{51442F3D-8BE3-439A-BC60-B52335138BAA}">
      <dgm:prSet/>
      <dgm:spPr/>
      <dgm:t>
        <a:bodyPr/>
        <a:lstStyle/>
        <a:p>
          <a:endParaRPr lang="en-US"/>
        </a:p>
      </dgm:t>
    </dgm:pt>
    <dgm:pt modelId="{3D514CE7-B141-46C7-9013-2E66E4E534FD}" type="sibTrans" cxnId="{51442F3D-8BE3-439A-BC60-B52335138BAA}">
      <dgm:prSet/>
      <dgm:spPr/>
      <dgm:t>
        <a:bodyPr/>
        <a:lstStyle/>
        <a:p>
          <a:endParaRPr lang="en-US"/>
        </a:p>
      </dgm:t>
    </dgm:pt>
    <dgm:pt modelId="{9FE3C3E4-3E2F-4551-8A6D-2D83BDE90895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Marketing organization </a:t>
          </a:r>
        </a:p>
      </dgm:t>
    </dgm:pt>
    <dgm:pt modelId="{FCE791FF-96EE-49B2-BAFB-86B204A90A4B}" type="parTrans" cxnId="{1938D002-51CE-4D1B-A729-AECCE8128DD7}">
      <dgm:prSet/>
      <dgm:spPr/>
      <dgm:t>
        <a:bodyPr/>
        <a:lstStyle/>
        <a:p>
          <a:endParaRPr lang="en-US"/>
        </a:p>
      </dgm:t>
    </dgm:pt>
    <dgm:pt modelId="{5D12C95D-0E54-4EE4-867E-6BBB719E794B}" type="sibTrans" cxnId="{1938D002-51CE-4D1B-A729-AECCE8128DD7}">
      <dgm:prSet/>
      <dgm:spPr/>
      <dgm:t>
        <a:bodyPr/>
        <a:lstStyle/>
        <a:p>
          <a:endParaRPr lang="en-US"/>
        </a:p>
      </dgm:t>
    </dgm:pt>
    <dgm:pt modelId="{0AE9497A-03D0-487F-8AC9-950851B34D59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Production organization </a:t>
          </a:r>
        </a:p>
      </dgm:t>
    </dgm:pt>
    <dgm:pt modelId="{39F44D13-D0A0-46D0-A481-2126D10ACC24}" type="parTrans" cxnId="{E6AE26A9-B1DD-4C6B-B2D3-0B17655A5613}">
      <dgm:prSet/>
      <dgm:spPr/>
      <dgm:t>
        <a:bodyPr/>
        <a:lstStyle/>
        <a:p>
          <a:endParaRPr lang="en-US"/>
        </a:p>
      </dgm:t>
    </dgm:pt>
    <dgm:pt modelId="{618585BF-3A7A-4F00-A3DB-9B118458CF27}" type="sibTrans" cxnId="{E6AE26A9-B1DD-4C6B-B2D3-0B17655A5613}">
      <dgm:prSet/>
      <dgm:spPr/>
      <dgm:t>
        <a:bodyPr/>
        <a:lstStyle/>
        <a:p>
          <a:endParaRPr lang="en-US"/>
        </a:p>
      </dgm:t>
    </dgm:pt>
    <dgm:pt modelId="{B7AC32B0-5220-4F34-B321-7FD3B65B1F54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Distribution organization </a:t>
          </a:r>
        </a:p>
      </dgm:t>
    </dgm:pt>
    <dgm:pt modelId="{1377D227-A19B-482C-8811-41611EBDE516}" type="parTrans" cxnId="{E7C5AA6C-4BED-4F6B-A543-3090B83DEB33}">
      <dgm:prSet/>
      <dgm:spPr/>
      <dgm:t>
        <a:bodyPr/>
        <a:lstStyle/>
        <a:p>
          <a:endParaRPr lang="en-US"/>
        </a:p>
      </dgm:t>
    </dgm:pt>
    <dgm:pt modelId="{E1B49339-2529-49EC-8D2D-E3DA6950A22F}" type="sibTrans" cxnId="{E7C5AA6C-4BED-4F6B-A543-3090B83DEB33}">
      <dgm:prSet/>
      <dgm:spPr/>
      <dgm:t>
        <a:bodyPr/>
        <a:lstStyle/>
        <a:p>
          <a:endParaRPr lang="en-US"/>
        </a:p>
      </dgm:t>
    </dgm:pt>
    <dgm:pt modelId="{57BA60C7-BA96-43E4-9287-2B6DA0D8AD09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Launch sales analysis </a:t>
          </a:r>
        </a:p>
      </dgm:t>
    </dgm:pt>
    <dgm:pt modelId="{6FBD3DFB-36D9-4ED5-9CE5-3AF21637CB80}" type="parTrans" cxnId="{8F234BFD-720B-4194-843A-5EB339E233E8}">
      <dgm:prSet/>
      <dgm:spPr/>
      <dgm:t>
        <a:bodyPr/>
        <a:lstStyle/>
        <a:p>
          <a:endParaRPr lang="en-US"/>
        </a:p>
      </dgm:t>
    </dgm:pt>
    <dgm:pt modelId="{F3CD0A36-4488-4317-B340-73C0D5A1C061}" type="sibTrans" cxnId="{8F234BFD-720B-4194-843A-5EB339E233E8}">
      <dgm:prSet/>
      <dgm:spPr/>
      <dgm:t>
        <a:bodyPr/>
        <a:lstStyle/>
        <a:p>
          <a:endParaRPr lang="en-US"/>
        </a:p>
      </dgm:t>
    </dgm:pt>
    <dgm:pt modelId="{667EAF6F-DE2D-4CB9-B25B-9ED8B95941E3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/>
            <a:t>Product, production analysis </a:t>
          </a:r>
        </a:p>
      </dgm:t>
    </dgm:pt>
    <dgm:pt modelId="{C98FBC83-AC16-445C-BEA4-E9568B6C6E17}" type="parTrans" cxnId="{13E9E238-4BCB-4A24-9747-93C9DB499471}">
      <dgm:prSet/>
      <dgm:spPr/>
      <dgm:t>
        <a:bodyPr/>
        <a:lstStyle/>
        <a:p>
          <a:endParaRPr lang="en-US"/>
        </a:p>
      </dgm:t>
    </dgm:pt>
    <dgm:pt modelId="{B5F163D5-94D3-4A54-835E-6F7AAAFB25A6}" type="sibTrans" cxnId="{13E9E238-4BCB-4A24-9747-93C9DB499471}">
      <dgm:prSet/>
      <dgm:spPr/>
      <dgm:t>
        <a:bodyPr/>
        <a:lstStyle/>
        <a:p>
          <a:endParaRPr lang="en-US"/>
        </a:p>
      </dgm:t>
    </dgm:pt>
    <dgm:pt modelId="{7B49CA3B-E08A-4820-BA79-5613C0E73971}" type="pres">
      <dgm:prSet presAssocID="{21F6CEC0-A7C4-4D7E-BC29-78D9F215ABF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45889C2-577C-4CC0-9CA9-671151A41F15}" type="pres">
      <dgm:prSet presAssocID="{FF1BBB26-E466-41F4-B071-FDC917CF34DF}" presName="centerShape" presStyleLbl="node0" presStyleIdx="0" presStyleCnt="1" custScaleX="117727"/>
      <dgm:spPr/>
    </dgm:pt>
    <dgm:pt modelId="{C6156BBE-8B8E-47A3-A5BD-D00E07B47BED}" type="pres">
      <dgm:prSet presAssocID="{FCE791FF-96EE-49B2-BAFB-86B204A90A4B}" presName="parTrans" presStyleLbl="sibTrans2D1" presStyleIdx="0" presStyleCnt="5"/>
      <dgm:spPr/>
    </dgm:pt>
    <dgm:pt modelId="{F8C778E1-CB7F-4CE5-8552-F5C4B198CD9A}" type="pres">
      <dgm:prSet presAssocID="{FCE791FF-96EE-49B2-BAFB-86B204A90A4B}" presName="connectorText" presStyleLbl="sibTrans2D1" presStyleIdx="0" presStyleCnt="5"/>
      <dgm:spPr/>
    </dgm:pt>
    <dgm:pt modelId="{AE8D6AA6-0095-4EC8-A7A8-C80280B913AB}" type="pres">
      <dgm:prSet presAssocID="{9FE3C3E4-3E2F-4551-8A6D-2D83BDE90895}" presName="node" presStyleLbl="node1" presStyleIdx="0" presStyleCnt="5" custScaleX="152639" custScaleY="110341" custRadScaleRad="96589" custRadScaleInc="2555">
        <dgm:presLayoutVars>
          <dgm:bulletEnabled val="1"/>
        </dgm:presLayoutVars>
      </dgm:prSet>
      <dgm:spPr/>
    </dgm:pt>
    <dgm:pt modelId="{3892D111-D481-40FD-BD05-FAC812021341}" type="pres">
      <dgm:prSet presAssocID="{39F44D13-D0A0-46D0-A481-2126D10ACC24}" presName="parTrans" presStyleLbl="sibTrans2D1" presStyleIdx="1" presStyleCnt="5"/>
      <dgm:spPr/>
    </dgm:pt>
    <dgm:pt modelId="{FE8E8D58-AE53-4032-AE3F-ECD09FD1762A}" type="pres">
      <dgm:prSet presAssocID="{39F44D13-D0A0-46D0-A481-2126D10ACC24}" presName="connectorText" presStyleLbl="sibTrans2D1" presStyleIdx="1" presStyleCnt="5"/>
      <dgm:spPr/>
    </dgm:pt>
    <dgm:pt modelId="{ABF7C842-E533-4F26-AFEA-B125AC8D3DF2}" type="pres">
      <dgm:prSet presAssocID="{0AE9497A-03D0-487F-8AC9-950851B34D59}" presName="node" presStyleLbl="node1" presStyleIdx="1" presStyleCnt="5" custScaleX="150631" custScaleY="99538" custRadScaleRad="109019" custRadScaleInc="4260">
        <dgm:presLayoutVars>
          <dgm:bulletEnabled val="1"/>
        </dgm:presLayoutVars>
      </dgm:prSet>
      <dgm:spPr/>
    </dgm:pt>
    <dgm:pt modelId="{366C8B76-E422-489F-B97C-86A8C6685F71}" type="pres">
      <dgm:prSet presAssocID="{1377D227-A19B-482C-8811-41611EBDE516}" presName="parTrans" presStyleLbl="sibTrans2D1" presStyleIdx="2" presStyleCnt="5"/>
      <dgm:spPr/>
    </dgm:pt>
    <dgm:pt modelId="{E4F967F0-2839-4091-AABC-3033B3A83DDC}" type="pres">
      <dgm:prSet presAssocID="{1377D227-A19B-482C-8811-41611EBDE516}" presName="connectorText" presStyleLbl="sibTrans2D1" presStyleIdx="2" presStyleCnt="5"/>
      <dgm:spPr/>
    </dgm:pt>
    <dgm:pt modelId="{2CC582F1-5ED6-496C-B314-5C78AB66B962}" type="pres">
      <dgm:prSet presAssocID="{B7AC32B0-5220-4F34-B321-7FD3B65B1F54}" presName="node" presStyleLbl="node1" presStyleIdx="2" presStyleCnt="5" custScaleX="155230" custScaleY="95314" custRadScaleRad="105173" custRadScaleInc="-35511">
        <dgm:presLayoutVars>
          <dgm:bulletEnabled val="1"/>
        </dgm:presLayoutVars>
      </dgm:prSet>
      <dgm:spPr/>
    </dgm:pt>
    <dgm:pt modelId="{DFF9C3A5-5774-45A7-8303-75043C533A41}" type="pres">
      <dgm:prSet presAssocID="{6FBD3DFB-36D9-4ED5-9CE5-3AF21637CB80}" presName="parTrans" presStyleLbl="sibTrans2D1" presStyleIdx="3" presStyleCnt="5"/>
      <dgm:spPr/>
    </dgm:pt>
    <dgm:pt modelId="{7FA9AA74-4DCE-478D-B43E-3A3024C73475}" type="pres">
      <dgm:prSet presAssocID="{6FBD3DFB-36D9-4ED5-9CE5-3AF21637CB80}" presName="connectorText" presStyleLbl="sibTrans2D1" presStyleIdx="3" presStyleCnt="5"/>
      <dgm:spPr/>
    </dgm:pt>
    <dgm:pt modelId="{71DC0A00-71FB-42B7-9B40-CE63ED83FF05}" type="pres">
      <dgm:prSet presAssocID="{57BA60C7-BA96-43E4-9287-2B6DA0D8AD09}" presName="node" presStyleLbl="node1" presStyleIdx="3" presStyleCnt="5" custScaleX="142152" custScaleY="95834" custRadScaleRad="104762" custRadScaleInc="34587">
        <dgm:presLayoutVars>
          <dgm:bulletEnabled val="1"/>
        </dgm:presLayoutVars>
      </dgm:prSet>
      <dgm:spPr/>
    </dgm:pt>
    <dgm:pt modelId="{589CE806-05E9-48E8-B33B-D8400B18AAA7}" type="pres">
      <dgm:prSet presAssocID="{C98FBC83-AC16-445C-BEA4-E9568B6C6E17}" presName="parTrans" presStyleLbl="sibTrans2D1" presStyleIdx="4" presStyleCnt="5"/>
      <dgm:spPr/>
    </dgm:pt>
    <dgm:pt modelId="{749EEC18-96E2-40C0-86B9-C1EB9CE890CD}" type="pres">
      <dgm:prSet presAssocID="{C98FBC83-AC16-445C-BEA4-E9568B6C6E17}" presName="connectorText" presStyleLbl="sibTrans2D1" presStyleIdx="4" presStyleCnt="5"/>
      <dgm:spPr/>
    </dgm:pt>
    <dgm:pt modelId="{56EB7555-6BBA-468C-8A81-0CD511FA46F0}" type="pres">
      <dgm:prSet presAssocID="{667EAF6F-DE2D-4CB9-B25B-9ED8B95941E3}" presName="node" presStyleLbl="node1" presStyleIdx="4" presStyleCnt="5" custScaleX="141944" custScaleY="90629" custRadScaleRad="107590" custRadScaleInc="-1516">
        <dgm:presLayoutVars>
          <dgm:bulletEnabled val="1"/>
        </dgm:presLayoutVars>
      </dgm:prSet>
      <dgm:spPr/>
    </dgm:pt>
  </dgm:ptLst>
  <dgm:cxnLst>
    <dgm:cxn modelId="{AAFA7E00-2811-4258-A1E2-F14125430B1A}" type="presOf" srcId="{667EAF6F-DE2D-4CB9-B25B-9ED8B95941E3}" destId="{56EB7555-6BBA-468C-8A81-0CD511FA46F0}" srcOrd="0" destOrd="0" presId="urn:microsoft.com/office/officeart/2005/8/layout/radial5"/>
    <dgm:cxn modelId="{1938D002-51CE-4D1B-A729-AECCE8128DD7}" srcId="{FF1BBB26-E466-41F4-B071-FDC917CF34DF}" destId="{9FE3C3E4-3E2F-4551-8A6D-2D83BDE90895}" srcOrd="0" destOrd="0" parTransId="{FCE791FF-96EE-49B2-BAFB-86B204A90A4B}" sibTransId="{5D12C95D-0E54-4EE4-867E-6BBB719E794B}"/>
    <dgm:cxn modelId="{185E7409-1EF0-4153-B696-1013166834A3}" type="presOf" srcId="{39F44D13-D0A0-46D0-A481-2126D10ACC24}" destId="{3892D111-D481-40FD-BD05-FAC812021341}" srcOrd="0" destOrd="0" presId="urn:microsoft.com/office/officeart/2005/8/layout/radial5"/>
    <dgm:cxn modelId="{4D620B2C-0AC7-4D7C-AEE0-A2439D46FC06}" type="presOf" srcId="{FCE791FF-96EE-49B2-BAFB-86B204A90A4B}" destId="{F8C778E1-CB7F-4CE5-8552-F5C4B198CD9A}" srcOrd="1" destOrd="0" presId="urn:microsoft.com/office/officeart/2005/8/layout/radial5"/>
    <dgm:cxn modelId="{C62C8738-1487-4534-9BB8-3A17B126CF22}" type="presOf" srcId="{21F6CEC0-A7C4-4D7E-BC29-78D9F215ABF9}" destId="{7B49CA3B-E08A-4820-BA79-5613C0E73971}" srcOrd="0" destOrd="0" presId="urn:microsoft.com/office/officeart/2005/8/layout/radial5"/>
    <dgm:cxn modelId="{13E9E238-4BCB-4A24-9747-93C9DB499471}" srcId="{FF1BBB26-E466-41F4-B071-FDC917CF34DF}" destId="{667EAF6F-DE2D-4CB9-B25B-9ED8B95941E3}" srcOrd="4" destOrd="0" parTransId="{C98FBC83-AC16-445C-BEA4-E9568B6C6E17}" sibTransId="{B5F163D5-94D3-4A54-835E-6F7AAAFB25A6}"/>
    <dgm:cxn modelId="{51442F3D-8BE3-439A-BC60-B52335138BAA}" srcId="{21F6CEC0-A7C4-4D7E-BC29-78D9F215ABF9}" destId="{FF1BBB26-E466-41F4-B071-FDC917CF34DF}" srcOrd="0" destOrd="0" parTransId="{436EFDF3-55A4-4F3E-A265-FFADFB1588D9}" sibTransId="{3D514CE7-B141-46C7-9013-2E66E4E534FD}"/>
    <dgm:cxn modelId="{06FB525E-45C3-4FE5-9AA2-22EE2B249554}" type="presOf" srcId="{6FBD3DFB-36D9-4ED5-9CE5-3AF21637CB80}" destId="{7FA9AA74-4DCE-478D-B43E-3A3024C73475}" srcOrd="1" destOrd="0" presId="urn:microsoft.com/office/officeart/2005/8/layout/radial5"/>
    <dgm:cxn modelId="{E7C5AA6C-4BED-4F6B-A543-3090B83DEB33}" srcId="{FF1BBB26-E466-41F4-B071-FDC917CF34DF}" destId="{B7AC32B0-5220-4F34-B321-7FD3B65B1F54}" srcOrd="2" destOrd="0" parTransId="{1377D227-A19B-482C-8811-41611EBDE516}" sibTransId="{E1B49339-2529-49EC-8D2D-E3DA6950A22F}"/>
    <dgm:cxn modelId="{0D20D67B-BB4F-434E-96BF-032BC4FA5D4F}" type="presOf" srcId="{B7AC32B0-5220-4F34-B321-7FD3B65B1F54}" destId="{2CC582F1-5ED6-496C-B314-5C78AB66B962}" srcOrd="0" destOrd="0" presId="urn:microsoft.com/office/officeart/2005/8/layout/radial5"/>
    <dgm:cxn modelId="{2AE6958B-4BE3-4F7C-B2C7-3AF08B250260}" type="presOf" srcId="{FF1BBB26-E466-41F4-B071-FDC917CF34DF}" destId="{745889C2-577C-4CC0-9CA9-671151A41F15}" srcOrd="0" destOrd="0" presId="urn:microsoft.com/office/officeart/2005/8/layout/radial5"/>
    <dgm:cxn modelId="{8CB5408F-6F9E-45AD-85A8-EFA069B53021}" type="presOf" srcId="{1377D227-A19B-482C-8811-41611EBDE516}" destId="{366C8B76-E422-489F-B97C-86A8C6685F71}" srcOrd="0" destOrd="0" presId="urn:microsoft.com/office/officeart/2005/8/layout/radial5"/>
    <dgm:cxn modelId="{9EC9DCA4-F2EA-4106-B0BD-D610EC2A8CB6}" type="presOf" srcId="{57BA60C7-BA96-43E4-9287-2B6DA0D8AD09}" destId="{71DC0A00-71FB-42B7-9B40-CE63ED83FF05}" srcOrd="0" destOrd="0" presId="urn:microsoft.com/office/officeart/2005/8/layout/radial5"/>
    <dgm:cxn modelId="{3A391BA7-025A-4B21-8F40-3526C6A9C780}" type="presOf" srcId="{C98FBC83-AC16-445C-BEA4-E9568B6C6E17}" destId="{589CE806-05E9-48E8-B33B-D8400B18AAA7}" srcOrd="0" destOrd="0" presId="urn:microsoft.com/office/officeart/2005/8/layout/radial5"/>
    <dgm:cxn modelId="{4FE5C4A7-BA22-4E00-82C6-66C79BDFA435}" type="presOf" srcId="{39F44D13-D0A0-46D0-A481-2126D10ACC24}" destId="{FE8E8D58-AE53-4032-AE3F-ECD09FD1762A}" srcOrd="1" destOrd="0" presId="urn:microsoft.com/office/officeart/2005/8/layout/radial5"/>
    <dgm:cxn modelId="{E6AE26A9-B1DD-4C6B-B2D3-0B17655A5613}" srcId="{FF1BBB26-E466-41F4-B071-FDC917CF34DF}" destId="{0AE9497A-03D0-487F-8AC9-950851B34D59}" srcOrd="1" destOrd="0" parTransId="{39F44D13-D0A0-46D0-A481-2126D10ACC24}" sibTransId="{618585BF-3A7A-4F00-A3DB-9B118458CF27}"/>
    <dgm:cxn modelId="{E0DF7EAB-82BC-4DEB-BFE0-C042D516B1A6}" type="presOf" srcId="{9FE3C3E4-3E2F-4551-8A6D-2D83BDE90895}" destId="{AE8D6AA6-0095-4EC8-A7A8-C80280B913AB}" srcOrd="0" destOrd="0" presId="urn:microsoft.com/office/officeart/2005/8/layout/radial5"/>
    <dgm:cxn modelId="{30C9FAC8-348F-4CFE-8D42-1740B4734B34}" type="presOf" srcId="{6FBD3DFB-36D9-4ED5-9CE5-3AF21637CB80}" destId="{DFF9C3A5-5774-45A7-8303-75043C533A41}" srcOrd="0" destOrd="0" presId="urn:microsoft.com/office/officeart/2005/8/layout/radial5"/>
    <dgm:cxn modelId="{B9219ADE-F148-4035-8453-CF388F83E61B}" type="presOf" srcId="{0AE9497A-03D0-487F-8AC9-950851B34D59}" destId="{ABF7C842-E533-4F26-AFEA-B125AC8D3DF2}" srcOrd="0" destOrd="0" presId="urn:microsoft.com/office/officeart/2005/8/layout/radial5"/>
    <dgm:cxn modelId="{9A1C27EA-0262-457D-AC7D-CFE3D72EEFA7}" type="presOf" srcId="{C98FBC83-AC16-445C-BEA4-E9568B6C6E17}" destId="{749EEC18-96E2-40C0-86B9-C1EB9CE890CD}" srcOrd="1" destOrd="0" presId="urn:microsoft.com/office/officeart/2005/8/layout/radial5"/>
    <dgm:cxn modelId="{42A30AF7-2844-4348-A1C5-D2978614774D}" type="presOf" srcId="{FCE791FF-96EE-49B2-BAFB-86B204A90A4B}" destId="{C6156BBE-8B8E-47A3-A5BD-D00E07B47BED}" srcOrd="0" destOrd="0" presId="urn:microsoft.com/office/officeart/2005/8/layout/radial5"/>
    <dgm:cxn modelId="{85B4F7FA-33F2-4B5D-9B07-62B8EC314891}" type="presOf" srcId="{1377D227-A19B-482C-8811-41611EBDE516}" destId="{E4F967F0-2839-4091-AABC-3033B3A83DDC}" srcOrd="1" destOrd="0" presId="urn:microsoft.com/office/officeart/2005/8/layout/radial5"/>
    <dgm:cxn modelId="{8F234BFD-720B-4194-843A-5EB339E233E8}" srcId="{FF1BBB26-E466-41F4-B071-FDC917CF34DF}" destId="{57BA60C7-BA96-43E4-9287-2B6DA0D8AD09}" srcOrd="3" destOrd="0" parTransId="{6FBD3DFB-36D9-4ED5-9CE5-3AF21637CB80}" sibTransId="{F3CD0A36-4488-4317-B340-73C0D5A1C061}"/>
    <dgm:cxn modelId="{42A8BE46-ACD5-472C-9739-FC0A448D5A0A}" type="presParOf" srcId="{7B49CA3B-E08A-4820-BA79-5613C0E73971}" destId="{745889C2-577C-4CC0-9CA9-671151A41F15}" srcOrd="0" destOrd="0" presId="urn:microsoft.com/office/officeart/2005/8/layout/radial5"/>
    <dgm:cxn modelId="{4DB4A41F-983B-48AF-8E56-DB82007266B2}" type="presParOf" srcId="{7B49CA3B-E08A-4820-BA79-5613C0E73971}" destId="{C6156BBE-8B8E-47A3-A5BD-D00E07B47BED}" srcOrd="1" destOrd="0" presId="urn:microsoft.com/office/officeart/2005/8/layout/radial5"/>
    <dgm:cxn modelId="{8E74FD8C-04E5-4577-BFDC-8EDEC1A35A01}" type="presParOf" srcId="{C6156BBE-8B8E-47A3-A5BD-D00E07B47BED}" destId="{F8C778E1-CB7F-4CE5-8552-F5C4B198CD9A}" srcOrd="0" destOrd="0" presId="urn:microsoft.com/office/officeart/2005/8/layout/radial5"/>
    <dgm:cxn modelId="{09903F17-50C3-44AD-8CF0-F75F89CD44EB}" type="presParOf" srcId="{7B49CA3B-E08A-4820-BA79-5613C0E73971}" destId="{AE8D6AA6-0095-4EC8-A7A8-C80280B913AB}" srcOrd="2" destOrd="0" presId="urn:microsoft.com/office/officeart/2005/8/layout/radial5"/>
    <dgm:cxn modelId="{119F23C1-D631-44D7-9BEC-2C14F853C2D3}" type="presParOf" srcId="{7B49CA3B-E08A-4820-BA79-5613C0E73971}" destId="{3892D111-D481-40FD-BD05-FAC812021341}" srcOrd="3" destOrd="0" presId="urn:microsoft.com/office/officeart/2005/8/layout/radial5"/>
    <dgm:cxn modelId="{ECC05DB7-A9F8-4198-94F2-DCA04A9C19E8}" type="presParOf" srcId="{3892D111-D481-40FD-BD05-FAC812021341}" destId="{FE8E8D58-AE53-4032-AE3F-ECD09FD1762A}" srcOrd="0" destOrd="0" presId="urn:microsoft.com/office/officeart/2005/8/layout/radial5"/>
    <dgm:cxn modelId="{3F022818-28F2-4A63-960E-98182F58B642}" type="presParOf" srcId="{7B49CA3B-E08A-4820-BA79-5613C0E73971}" destId="{ABF7C842-E533-4F26-AFEA-B125AC8D3DF2}" srcOrd="4" destOrd="0" presId="urn:microsoft.com/office/officeart/2005/8/layout/radial5"/>
    <dgm:cxn modelId="{8E5B14E5-7768-4529-AE1D-6F47BC93F49F}" type="presParOf" srcId="{7B49CA3B-E08A-4820-BA79-5613C0E73971}" destId="{366C8B76-E422-489F-B97C-86A8C6685F71}" srcOrd="5" destOrd="0" presId="urn:microsoft.com/office/officeart/2005/8/layout/radial5"/>
    <dgm:cxn modelId="{9CB95E0A-80D8-4ABC-AAFF-A8D932B9E8AC}" type="presParOf" srcId="{366C8B76-E422-489F-B97C-86A8C6685F71}" destId="{E4F967F0-2839-4091-AABC-3033B3A83DDC}" srcOrd="0" destOrd="0" presId="urn:microsoft.com/office/officeart/2005/8/layout/radial5"/>
    <dgm:cxn modelId="{F72EEE19-FF75-4523-BCB3-2C77CAEC013E}" type="presParOf" srcId="{7B49CA3B-E08A-4820-BA79-5613C0E73971}" destId="{2CC582F1-5ED6-496C-B314-5C78AB66B962}" srcOrd="6" destOrd="0" presId="urn:microsoft.com/office/officeart/2005/8/layout/radial5"/>
    <dgm:cxn modelId="{69FA8C2E-EE1C-4027-BBEC-3A5DD892B48A}" type="presParOf" srcId="{7B49CA3B-E08A-4820-BA79-5613C0E73971}" destId="{DFF9C3A5-5774-45A7-8303-75043C533A41}" srcOrd="7" destOrd="0" presId="urn:microsoft.com/office/officeart/2005/8/layout/radial5"/>
    <dgm:cxn modelId="{FED8D3AB-C80D-4473-B387-84C61E0C59F8}" type="presParOf" srcId="{DFF9C3A5-5774-45A7-8303-75043C533A41}" destId="{7FA9AA74-4DCE-478D-B43E-3A3024C73475}" srcOrd="0" destOrd="0" presId="urn:microsoft.com/office/officeart/2005/8/layout/radial5"/>
    <dgm:cxn modelId="{D05F7C8D-0921-4307-9987-649095767AFC}" type="presParOf" srcId="{7B49CA3B-E08A-4820-BA79-5613C0E73971}" destId="{71DC0A00-71FB-42B7-9B40-CE63ED83FF05}" srcOrd="8" destOrd="0" presId="urn:microsoft.com/office/officeart/2005/8/layout/radial5"/>
    <dgm:cxn modelId="{D7DD2865-A5FF-4214-924D-FD0AD4F6AD06}" type="presParOf" srcId="{7B49CA3B-E08A-4820-BA79-5613C0E73971}" destId="{589CE806-05E9-48E8-B33B-D8400B18AAA7}" srcOrd="9" destOrd="0" presId="urn:microsoft.com/office/officeart/2005/8/layout/radial5"/>
    <dgm:cxn modelId="{7F1E7CFD-52C5-4D3F-89B5-629897DC8A15}" type="presParOf" srcId="{589CE806-05E9-48E8-B33B-D8400B18AAA7}" destId="{749EEC18-96E2-40C0-86B9-C1EB9CE890CD}" srcOrd="0" destOrd="0" presId="urn:microsoft.com/office/officeart/2005/8/layout/radial5"/>
    <dgm:cxn modelId="{74B5D988-247D-4053-A5AB-74CB0C15274E}" type="presParOf" srcId="{7B49CA3B-E08A-4820-BA79-5613C0E73971}" destId="{56EB7555-6BBA-468C-8A81-0CD511FA46F0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0D6131-14C3-4BCD-B34B-D0F41C8A5BA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6D8DC0-E132-46F1-AF93-D7E470F5F221}">
      <dgm:prSet/>
      <dgm:spPr>
        <a:solidFill>
          <a:srgbClr val="FF0000"/>
        </a:solidFill>
      </dgm:spPr>
      <dgm:t>
        <a:bodyPr/>
        <a:lstStyle/>
        <a:p>
          <a:r>
            <a:rPr lang="en-US"/>
            <a:t>Getting the feel </a:t>
          </a:r>
        </a:p>
      </dgm:t>
    </dgm:pt>
    <dgm:pt modelId="{C0C89BFB-B96A-4837-B2F9-339BFD4C5863}" type="parTrans" cxnId="{05C05DA9-6583-4BE8-93D4-BAF1AC4084BB}">
      <dgm:prSet/>
      <dgm:spPr/>
      <dgm:t>
        <a:bodyPr/>
        <a:lstStyle/>
        <a:p>
          <a:endParaRPr lang="en-US"/>
        </a:p>
      </dgm:t>
    </dgm:pt>
    <dgm:pt modelId="{D8D2CC92-4A1F-4CE2-9872-0879C74DCE50}" type="sibTrans" cxnId="{05C05DA9-6583-4BE8-93D4-BAF1AC4084BB}">
      <dgm:prSet/>
      <dgm:spPr/>
      <dgm:t>
        <a:bodyPr/>
        <a:lstStyle/>
        <a:p>
          <a:endParaRPr lang="en-US"/>
        </a:p>
      </dgm:t>
    </dgm:pt>
    <dgm:pt modelId="{BFE333E2-5722-4E1A-B0CD-CB3E8E6C315A}">
      <dgm:prSet/>
      <dgm:spPr>
        <a:solidFill>
          <a:srgbClr val="FF0000"/>
        </a:solidFill>
      </dgm:spPr>
      <dgm:t>
        <a:bodyPr/>
        <a:lstStyle/>
        <a:p>
          <a:r>
            <a:rPr lang="en-US"/>
            <a:t>Screening </a:t>
          </a:r>
        </a:p>
      </dgm:t>
    </dgm:pt>
    <dgm:pt modelId="{9F72AC36-6198-4CBD-8F26-E04233A2DC09}" type="parTrans" cxnId="{C6C90732-237F-4AF3-81D5-E32815D1B5DC}">
      <dgm:prSet/>
      <dgm:spPr/>
      <dgm:t>
        <a:bodyPr/>
        <a:lstStyle/>
        <a:p>
          <a:endParaRPr lang="en-US"/>
        </a:p>
      </dgm:t>
    </dgm:pt>
    <dgm:pt modelId="{7D5CBF9E-711D-445F-AABC-5A4160A214E6}" type="sibTrans" cxnId="{C6C90732-237F-4AF3-81D5-E32815D1B5DC}">
      <dgm:prSet/>
      <dgm:spPr/>
      <dgm:t>
        <a:bodyPr/>
        <a:lstStyle/>
        <a:p>
          <a:endParaRPr lang="en-US"/>
        </a:p>
      </dgm:t>
    </dgm:pt>
    <dgm:pt modelId="{5AF056A1-5731-4EB5-AA91-3B7B9ADF9D9D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Ball park studies </a:t>
          </a:r>
        </a:p>
      </dgm:t>
    </dgm:pt>
    <dgm:pt modelId="{A7F0BB8B-7051-463B-94E5-BE2455CAD58E}" type="parTrans" cxnId="{BCF0AA28-89A7-4FE7-A488-10DA4125B27F}">
      <dgm:prSet/>
      <dgm:spPr/>
      <dgm:t>
        <a:bodyPr/>
        <a:lstStyle/>
        <a:p>
          <a:endParaRPr lang="en-US"/>
        </a:p>
      </dgm:t>
    </dgm:pt>
    <dgm:pt modelId="{921BBECE-6E49-458A-A711-FB6241DC1F0B}" type="sibTrans" cxnId="{BCF0AA28-89A7-4FE7-A488-10DA4125B27F}">
      <dgm:prSet/>
      <dgm:spPr/>
      <dgm:t>
        <a:bodyPr/>
        <a:lstStyle/>
        <a:p>
          <a:endParaRPr lang="en-US"/>
        </a:p>
      </dgm:t>
    </dgm:pt>
    <dgm:pt modelId="{708F2F77-072E-4E83-9C3C-4C0FDBCCB5DB}">
      <dgm:prSet/>
      <dgm:spPr>
        <a:solidFill>
          <a:srgbClr val="FF0000"/>
        </a:solidFill>
      </dgm:spPr>
      <dgm:t>
        <a:bodyPr/>
        <a:lstStyle/>
        <a:p>
          <a:r>
            <a:rPr lang="en-US"/>
            <a:t>Optimization </a:t>
          </a:r>
        </a:p>
      </dgm:t>
    </dgm:pt>
    <dgm:pt modelId="{3CB5C2EE-F29B-4F26-9ACD-D5F7F852E5B6}" type="parTrans" cxnId="{1BD84D88-DEA9-454F-BBD4-EBA1FB60234D}">
      <dgm:prSet/>
      <dgm:spPr/>
      <dgm:t>
        <a:bodyPr/>
        <a:lstStyle/>
        <a:p>
          <a:endParaRPr lang="en-US"/>
        </a:p>
      </dgm:t>
    </dgm:pt>
    <dgm:pt modelId="{62083716-9061-4C23-AEEE-D1408D1E0358}" type="sibTrans" cxnId="{1BD84D88-DEA9-454F-BBD4-EBA1FB60234D}">
      <dgm:prSet/>
      <dgm:spPr/>
      <dgm:t>
        <a:bodyPr/>
        <a:lstStyle/>
        <a:p>
          <a:endParaRPr lang="en-US"/>
        </a:p>
      </dgm:t>
    </dgm:pt>
    <dgm:pt modelId="{82B43D11-B5B9-4360-9A49-73E9D427DE89}">
      <dgm:prSet/>
      <dgm:spPr>
        <a:solidFill>
          <a:srgbClr val="FF0000"/>
        </a:solidFill>
      </dgm:spPr>
      <dgm:t>
        <a:bodyPr/>
        <a:lstStyle/>
        <a:p>
          <a:r>
            <a:rPr lang="en-US"/>
            <a:t>Scale-up </a:t>
          </a:r>
        </a:p>
      </dgm:t>
    </dgm:pt>
    <dgm:pt modelId="{64CF2646-6559-4563-BC7D-7977AA5782F3}" type="parTrans" cxnId="{5631CC66-DA51-40E4-9038-60BCD48D2A2A}">
      <dgm:prSet/>
      <dgm:spPr/>
      <dgm:t>
        <a:bodyPr/>
        <a:lstStyle/>
        <a:p>
          <a:endParaRPr lang="en-US"/>
        </a:p>
      </dgm:t>
    </dgm:pt>
    <dgm:pt modelId="{BAAD1603-0C2F-48A7-B9F5-49116ED01D5A}" type="sibTrans" cxnId="{5631CC66-DA51-40E4-9038-60BCD48D2A2A}">
      <dgm:prSet/>
      <dgm:spPr/>
      <dgm:t>
        <a:bodyPr/>
        <a:lstStyle/>
        <a:p>
          <a:endParaRPr lang="en-US"/>
        </a:p>
      </dgm:t>
    </dgm:pt>
    <dgm:pt modelId="{2EA60A88-B6B7-4836-B744-1DB63BA60A91}" type="pres">
      <dgm:prSet presAssocID="{940D6131-14C3-4BCD-B34B-D0F41C8A5BAA}" presName="CompostProcess" presStyleCnt="0">
        <dgm:presLayoutVars>
          <dgm:dir/>
          <dgm:resizeHandles val="exact"/>
        </dgm:presLayoutVars>
      </dgm:prSet>
      <dgm:spPr/>
    </dgm:pt>
    <dgm:pt modelId="{08F31EBB-9FDE-4A5F-B5A7-D3FF1008A39D}" type="pres">
      <dgm:prSet presAssocID="{940D6131-14C3-4BCD-B34B-D0F41C8A5BAA}" presName="arrow" presStyleLbl="bgShp" presStyleIdx="0" presStyleCnt="1"/>
      <dgm:spPr/>
    </dgm:pt>
    <dgm:pt modelId="{C7872ADA-B973-427F-B156-7E42189BE659}" type="pres">
      <dgm:prSet presAssocID="{940D6131-14C3-4BCD-B34B-D0F41C8A5BAA}" presName="linearProcess" presStyleCnt="0"/>
      <dgm:spPr/>
    </dgm:pt>
    <dgm:pt modelId="{6027C0C6-609F-4EA8-B9B4-06098036EF75}" type="pres">
      <dgm:prSet presAssocID="{016D8DC0-E132-46F1-AF93-D7E470F5F221}" presName="textNode" presStyleLbl="node1" presStyleIdx="0" presStyleCnt="5">
        <dgm:presLayoutVars>
          <dgm:bulletEnabled val="1"/>
        </dgm:presLayoutVars>
      </dgm:prSet>
      <dgm:spPr/>
    </dgm:pt>
    <dgm:pt modelId="{3E29D645-680D-4F3C-AA7B-F006F0EA12DB}" type="pres">
      <dgm:prSet presAssocID="{D8D2CC92-4A1F-4CE2-9872-0879C74DCE50}" presName="sibTrans" presStyleCnt="0"/>
      <dgm:spPr/>
    </dgm:pt>
    <dgm:pt modelId="{0B8498E7-D149-489C-9742-E59F574D1AA5}" type="pres">
      <dgm:prSet presAssocID="{BFE333E2-5722-4E1A-B0CD-CB3E8E6C315A}" presName="textNode" presStyleLbl="node1" presStyleIdx="1" presStyleCnt="5">
        <dgm:presLayoutVars>
          <dgm:bulletEnabled val="1"/>
        </dgm:presLayoutVars>
      </dgm:prSet>
      <dgm:spPr/>
    </dgm:pt>
    <dgm:pt modelId="{EC25E665-84A7-4A57-B1E4-D2D8B625DEF8}" type="pres">
      <dgm:prSet presAssocID="{7D5CBF9E-711D-445F-AABC-5A4160A214E6}" presName="sibTrans" presStyleCnt="0"/>
      <dgm:spPr/>
    </dgm:pt>
    <dgm:pt modelId="{5D54E88F-1142-46D3-A94E-4CEBC6C5DB09}" type="pres">
      <dgm:prSet presAssocID="{5AF056A1-5731-4EB5-AA91-3B7B9ADF9D9D}" presName="textNode" presStyleLbl="node1" presStyleIdx="2" presStyleCnt="5">
        <dgm:presLayoutVars>
          <dgm:bulletEnabled val="1"/>
        </dgm:presLayoutVars>
      </dgm:prSet>
      <dgm:spPr/>
    </dgm:pt>
    <dgm:pt modelId="{301755AD-8C10-4CD8-BD2A-42BE441F91B3}" type="pres">
      <dgm:prSet presAssocID="{921BBECE-6E49-458A-A711-FB6241DC1F0B}" presName="sibTrans" presStyleCnt="0"/>
      <dgm:spPr/>
    </dgm:pt>
    <dgm:pt modelId="{E609060E-7154-4188-9097-7F49A8EDF50E}" type="pres">
      <dgm:prSet presAssocID="{708F2F77-072E-4E83-9C3C-4C0FDBCCB5DB}" presName="textNode" presStyleLbl="node1" presStyleIdx="3" presStyleCnt="5">
        <dgm:presLayoutVars>
          <dgm:bulletEnabled val="1"/>
        </dgm:presLayoutVars>
      </dgm:prSet>
      <dgm:spPr/>
    </dgm:pt>
    <dgm:pt modelId="{48FBAE58-7246-48CC-9D6D-28B0C53A10DC}" type="pres">
      <dgm:prSet presAssocID="{62083716-9061-4C23-AEEE-D1408D1E0358}" presName="sibTrans" presStyleCnt="0"/>
      <dgm:spPr/>
    </dgm:pt>
    <dgm:pt modelId="{B8CF43AA-3AEC-4E23-ADAD-345EE6849197}" type="pres">
      <dgm:prSet presAssocID="{82B43D11-B5B9-4360-9A49-73E9D427DE8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B20CF708-CCEF-4967-8726-51469DCDCCE8}" type="presOf" srcId="{940D6131-14C3-4BCD-B34B-D0F41C8A5BAA}" destId="{2EA60A88-B6B7-4836-B744-1DB63BA60A91}" srcOrd="0" destOrd="0" presId="urn:microsoft.com/office/officeart/2005/8/layout/hProcess9"/>
    <dgm:cxn modelId="{BCF0AA28-89A7-4FE7-A488-10DA4125B27F}" srcId="{940D6131-14C3-4BCD-B34B-D0F41C8A5BAA}" destId="{5AF056A1-5731-4EB5-AA91-3B7B9ADF9D9D}" srcOrd="2" destOrd="0" parTransId="{A7F0BB8B-7051-463B-94E5-BE2455CAD58E}" sibTransId="{921BBECE-6E49-458A-A711-FB6241DC1F0B}"/>
    <dgm:cxn modelId="{C6C90732-237F-4AF3-81D5-E32815D1B5DC}" srcId="{940D6131-14C3-4BCD-B34B-D0F41C8A5BAA}" destId="{BFE333E2-5722-4E1A-B0CD-CB3E8E6C315A}" srcOrd="1" destOrd="0" parTransId="{9F72AC36-6198-4CBD-8F26-E04233A2DC09}" sibTransId="{7D5CBF9E-711D-445F-AABC-5A4160A214E6}"/>
    <dgm:cxn modelId="{5631CC66-DA51-40E4-9038-60BCD48D2A2A}" srcId="{940D6131-14C3-4BCD-B34B-D0F41C8A5BAA}" destId="{82B43D11-B5B9-4360-9A49-73E9D427DE89}" srcOrd="4" destOrd="0" parTransId="{64CF2646-6559-4563-BC7D-7977AA5782F3}" sibTransId="{BAAD1603-0C2F-48A7-B9F5-49116ED01D5A}"/>
    <dgm:cxn modelId="{39997C54-3161-4421-A739-DA65217E3524}" type="presOf" srcId="{016D8DC0-E132-46F1-AF93-D7E470F5F221}" destId="{6027C0C6-609F-4EA8-B9B4-06098036EF75}" srcOrd="0" destOrd="0" presId="urn:microsoft.com/office/officeart/2005/8/layout/hProcess9"/>
    <dgm:cxn modelId="{0BC4EC5A-2E70-40BE-9440-34DE79F7944A}" type="presOf" srcId="{5AF056A1-5731-4EB5-AA91-3B7B9ADF9D9D}" destId="{5D54E88F-1142-46D3-A94E-4CEBC6C5DB09}" srcOrd="0" destOrd="0" presId="urn:microsoft.com/office/officeart/2005/8/layout/hProcess9"/>
    <dgm:cxn modelId="{1BD84D88-DEA9-454F-BBD4-EBA1FB60234D}" srcId="{940D6131-14C3-4BCD-B34B-D0F41C8A5BAA}" destId="{708F2F77-072E-4E83-9C3C-4C0FDBCCB5DB}" srcOrd="3" destOrd="0" parTransId="{3CB5C2EE-F29B-4F26-9ACD-D5F7F852E5B6}" sibTransId="{62083716-9061-4C23-AEEE-D1408D1E0358}"/>
    <dgm:cxn modelId="{05C05DA9-6583-4BE8-93D4-BAF1AC4084BB}" srcId="{940D6131-14C3-4BCD-B34B-D0F41C8A5BAA}" destId="{016D8DC0-E132-46F1-AF93-D7E470F5F221}" srcOrd="0" destOrd="0" parTransId="{C0C89BFB-B96A-4837-B2F9-339BFD4C5863}" sibTransId="{D8D2CC92-4A1F-4CE2-9872-0879C74DCE50}"/>
    <dgm:cxn modelId="{FBB791BC-5B1E-4A87-92D7-966EE04E17CD}" type="presOf" srcId="{708F2F77-072E-4E83-9C3C-4C0FDBCCB5DB}" destId="{E609060E-7154-4188-9097-7F49A8EDF50E}" srcOrd="0" destOrd="0" presId="urn:microsoft.com/office/officeart/2005/8/layout/hProcess9"/>
    <dgm:cxn modelId="{ACD4D2EE-E565-4283-A46B-1656E5D06151}" type="presOf" srcId="{82B43D11-B5B9-4360-9A49-73E9D427DE89}" destId="{B8CF43AA-3AEC-4E23-ADAD-345EE6849197}" srcOrd="0" destOrd="0" presId="urn:microsoft.com/office/officeart/2005/8/layout/hProcess9"/>
    <dgm:cxn modelId="{F7111CFA-C56D-425A-9DE8-066103918F36}" type="presOf" srcId="{BFE333E2-5722-4E1A-B0CD-CB3E8E6C315A}" destId="{0B8498E7-D149-489C-9742-E59F574D1AA5}" srcOrd="0" destOrd="0" presId="urn:microsoft.com/office/officeart/2005/8/layout/hProcess9"/>
    <dgm:cxn modelId="{FFA48ECB-B0F7-47B1-8E0F-D77320929F3D}" type="presParOf" srcId="{2EA60A88-B6B7-4836-B744-1DB63BA60A91}" destId="{08F31EBB-9FDE-4A5F-B5A7-D3FF1008A39D}" srcOrd="0" destOrd="0" presId="urn:microsoft.com/office/officeart/2005/8/layout/hProcess9"/>
    <dgm:cxn modelId="{39126756-7057-4F60-BBD1-4E8077CBEE32}" type="presParOf" srcId="{2EA60A88-B6B7-4836-B744-1DB63BA60A91}" destId="{C7872ADA-B973-427F-B156-7E42189BE659}" srcOrd="1" destOrd="0" presId="urn:microsoft.com/office/officeart/2005/8/layout/hProcess9"/>
    <dgm:cxn modelId="{BA5067AE-5D41-470B-8BF0-337847AA835E}" type="presParOf" srcId="{C7872ADA-B973-427F-B156-7E42189BE659}" destId="{6027C0C6-609F-4EA8-B9B4-06098036EF75}" srcOrd="0" destOrd="0" presId="urn:microsoft.com/office/officeart/2005/8/layout/hProcess9"/>
    <dgm:cxn modelId="{4D58F8D9-EFB9-43DE-8B56-33B4DE41883F}" type="presParOf" srcId="{C7872ADA-B973-427F-B156-7E42189BE659}" destId="{3E29D645-680D-4F3C-AA7B-F006F0EA12DB}" srcOrd="1" destOrd="0" presId="urn:microsoft.com/office/officeart/2005/8/layout/hProcess9"/>
    <dgm:cxn modelId="{D46A3C26-72D0-4649-AC1D-B17C047C9D8C}" type="presParOf" srcId="{C7872ADA-B973-427F-B156-7E42189BE659}" destId="{0B8498E7-D149-489C-9742-E59F574D1AA5}" srcOrd="2" destOrd="0" presId="urn:microsoft.com/office/officeart/2005/8/layout/hProcess9"/>
    <dgm:cxn modelId="{9BABE9C0-0AB0-4DC1-A2E9-82E3C8319C79}" type="presParOf" srcId="{C7872ADA-B973-427F-B156-7E42189BE659}" destId="{EC25E665-84A7-4A57-B1E4-D2D8B625DEF8}" srcOrd="3" destOrd="0" presId="urn:microsoft.com/office/officeart/2005/8/layout/hProcess9"/>
    <dgm:cxn modelId="{29ED7BA5-9A00-40F7-A3C4-15DE926F7717}" type="presParOf" srcId="{C7872ADA-B973-427F-B156-7E42189BE659}" destId="{5D54E88F-1142-46D3-A94E-4CEBC6C5DB09}" srcOrd="4" destOrd="0" presId="urn:microsoft.com/office/officeart/2005/8/layout/hProcess9"/>
    <dgm:cxn modelId="{3503DDD6-A2DD-41A3-BEF1-19C05F00AACC}" type="presParOf" srcId="{C7872ADA-B973-427F-B156-7E42189BE659}" destId="{301755AD-8C10-4CD8-BD2A-42BE441F91B3}" srcOrd="5" destOrd="0" presId="urn:microsoft.com/office/officeart/2005/8/layout/hProcess9"/>
    <dgm:cxn modelId="{835BCECB-A4C7-48FE-9D5A-E0B1CECA7034}" type="presParOf" srcId="{C7872ADA-B973-427F-B156-7E42189BE659}" destId="{E609060E-7154-4188-9097-7F49A8EDF50E}" srcOrd="6" destOrd="0" presId="urn:microsoft.com/office/officeart/2005/8/layout/hProcess9"/>
    <dgm:cxn modelId="{A3B3D189-192A-4EBB-BB66-6469B019F92E}" type="presParOf" srcId="{C7872ADA-B973-427F-B156-7E42189BE659}" destId="{48FBAE58-7246-48CC-9D6D-28B0C53A10DC}" srcOrd="7" destOrd="0" presId="urn:microsoft.com/office/officeart/2005/8/layout/hProcess9"/>
    <dgm:cxn modelId="{0093BA99-1DAB-4D0B-BFF7-D9C18E89C02F}" type="presParOf" srcId="{C7872ADA-B973-427F-B156-7E42189BE659}" destId="{B8CF43AA-3AEC-4E23-ADAD-345EE6849197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4F88E-5004-413B-B260-D1C894C1AE75}">
      <dsp:nvSpPr>
        <dsp:cNvPr id="0" name=""/>
        <dsp:cNvSpPr/>
      </dsp:nvSpPr>
      <dsp:spPr>
        <a:xfrm>
          <a:off x="4774239" y="2501545"/>
          <a:ext cx="3748937" cy="594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282"/>
              </a:lnTo>
              <a:lnTo>
                <a:pt x="3748937" y="405282"/>
              </a:lnTo>
              <a:lnTo>
                <a:pt x="3748937" y="59471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2D79E3-8F36-4164-9BBA-BC62E62724DD}">
      <dsp:nvSpPr>
        <dsp:cNvPr id="0" name=""/>
        <dsp:cNvSpPr/>
      </dsp:nvSpPr>
      <dsp:spPr>
        <a:xfrm>
          <a:off x="4774239" y="2501545"/>
          <a:ext cx="1249645" cy="594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282"/>
              </a:lnTo>
              <a:lnTo>
                <a:pt x="1249645" y="405282"/>
              </a:lnTo>
              <a:lnTo>
                <a:pt x="1249645" y="59471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F5FBA8-5CAD-4895-AA6D-742533894434}">
      <dsp:nvSpPr>
        <dsp:cNvPr id="0" name=""/>
        <dsp:cNvSpPr/>
      </dsp:nvSpPr>
      <dsp:spPr>
        <a:xfrm>
          <a:off x="3524593" y="2501545"/>
          <a:ext cx="1249645" cy="594717"/>
        </a:xfrm>
        <a:custGeom>
          <a:avLst/>
          <a:gdLst/>
          <a:ahLst/>
          <a:cxnLst/>
          <a:rect l="0" t="0" r="0" b="0"/>
          <a:pathLst>
            <a:path>
              <a:moveTo>
                <a:pt x="1249645" y="0"/>
              </a:moveTo>
              <a:lnTo>
                <a:pt x="1249645" y="405282"/>
              </a:lnTo>
              <a:lnTo>
                <a:pt x="0" y="405282"/>
              </a:lnTo>
              <a:lnTo>
                <a:pt x="0" y="59471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B7D31-FD42-4C65-ACF4-28756639EEA7}">
      <dsp:nvSpPr>
        <dsp:cNvPr id="0" name=""/>
        <dsp:cNvSpPr/>
      </dsp:nvSpPr>
      <dsp:spPr>
        <a:xfrm>
          <a:off x="1025301" y="2501545"/>
          <a:ext cx="3748937" cy="594717"/>
        </a:xfrm>
        <a:custGeom>
          <a:avLst/>
          <a:gdLst/>
          <a:ahLst/>
          <a:cxnLst/>
          <a:rect l="0" t="0" r="0" b="0"/>
          <a:pathLst>
            <a:path>
              <a:moveTo>
                <a:pt x="3748937" y="0"/>
              </a:moveTo>
              <a:lnTo>
                <a:pt x="3748937" y="405282"/>
              </a:lnTo>
              <a:lnTo>
                <a:pt x="0" y="405282"/>
              </a:lnTo>
              <a:lnTo>
                <a:pt x="0" y="59471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E30E55-1F2B-40E4-8223-323DC917F480}">
      <dsp:nvSpPr>
        <dsp:cNvPr id="0" name=""/>
        <dsp:cNvSpPr/>
      </dsp:nvSpPr>
      <dsp:spPr>
        <a:xfrm>
          <a:off x="3751801" y="1203049"/>
          <a:ext cx="2044875" cy="1298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1C525-5D24-4A66-B97C-15D8B748279A}">
      <dsp:nvSpPr>
        <dsp:cNvPr id="0" name=""/>
        <dsp:cNvSpPr/>
      </dsp:nvSpPr>
      <dsp:spPr>
        <a:xfrm>
          <a:off x="3979010" y="1418897"/>
          <a:ext cx="2044875" cy="1298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product development </a:t>
          </a:r>
        </a:p>
      </dsp:txBody>
      <dsp:txXfrm>
        <a:off x="4017042" y="1456929"/>
        <a:ext cx="1968811" cy="1222431"/>
      </dsp:txXfrm>
    </dsp:sp>
    <dsp:sp modelId="{64011878-A16D-4793-9133-EF28868D3D3E}">
      <dsp:nvSpPr>
        <dsp:cNvPr id="0" name=""/>
        <dsp:cNvSpPr/>
      </dsp:nvSpPr>
      <dsp:spPr>
        <a:xfrm>
          <a:off x="2863" y="3096262"/>
          <a:ext cx="2044875" cy="1298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308B3-050E-44C9-A32E-2D5B7E45084A}">
      <dsp:nvSpPr>
        <dsp:cNvPr id="0" name=""/>
        <dsp:cNvSpPr/>
      </dsp:nvSpPr>
      <dsp:spPr>
        <a:xfrm>
          <a:off x="230072" y="3312110"/>
          <a:ext cx="2044875" cy="1298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strategy development </a:t>
          </a:r>
        </a:p>
      </dsp:txBody>
      <dsp:txXfrm>
        <a:off x="268104" y="3350142"/>
        <a:ext cx="1968811" cy="1222431"/>
      </dsp:txXfrm>
    </dsp:sp>
    <dsp:sp modelId="{2249A559-8DAF-471A-954E-FA9E6D609619}">
      <dsp:nvSpPr>
        <dsp:cNvPr id="0" name=""/>
        <dsp:cNvSpPr/>
      </dsp:nvSpPr>
      <dsp:spPr>
        <a:xfrm>
          <a:off x="2502155" y="3096262"/>
          <a:ext cx="2044875" cy="1298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38378-8D67-401D-AE22-8757DCBF31B5}">
      <dsp:nvSpPr>
        <dsp:cNvPr id="0" name=""/>
        <dsp:cNvSpPr/>
      </dsp:nvSpPr>
      <dsp:spPr>
        <a:xfrm>
          <a:off x="2729364" y="3312110"/>
          <a:ext cx="2044875" cy="1298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design and process development </a:t>
          </a:r>
        </a:p>
      </dsp:txBody>
      <dsp:txXfrm>
        <a:off x="2767396" y="3350142"/>
        <a:ext cx="1968811" cy="1222431"/>
      </dsp:txXfrm>
    </dsp:sp>
    <dsp:sp modelId="{36648A28-23F0-4A5C-8C42-10E3917EB271}">
      <dsp:nvSpPr>
        <dsp:cNvPr id="0" name=""/>
        <dsp:cNvSpPr/>
      </dsp:nvSpPr>
      <dsp:spPr>
        <a:xfrm>
          <a:off x="5001447" y="3096262"/>
          <a:ext cx="2044875" cy="1298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CB171-C2EA-4458-B6AB-B0CF0ED19749}">
      <dsp:nvSpPr>
        <dsp:cNvPr id="0" name=""/>
        <dsp:cNvSpPr/>
      </dsp:nvSpPr>
      <dsp:spPr>
        <a:xfrm>
          <a:off x="5228656" y="3312110"/>
          <a:ext cx="2044875" cy="1298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commercialization </a:t>
          </a:r>
        </a:p>
      </dsp:txBody>
      <dsp:txXfrm>
        <a:off x="5266688" y="3350142"/>
        <a:ext cx="1968811" cy="1222431"/>
      </dsp:txXfrm>
    </dsp:sp>
    <dsp:sp modelId="{265B73CE-17D1-4909-9448-0B83ED0BC065}">
      <dsp:nvSpPr>
        <dsp:cNvPr id="0" name=""/>
        <dsp:cNvSpPr/>
      </dsp:nvSpPr>
      <dsp:spPr>
        <a:xfrm>
          <a:off x="7500739" y="3096262"/>
          <a:ext cx="2044875" cy="1298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C6B81-D755-4187-B215-6ECD47B10992}">
      <dsp:nvSpPr>
        <dsp:cNvPr id="0" name=""/>
        <dsp:cNvSpPr/>
      </dsp:nvSpPr>
      <dsp:spPr>
        <a:xfrm>
          <a:off x="7727947" y="3312110"/>
          <a:ext cx="2044875" cy="12984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launch and evaluation </a:t>
          </a:r>
        </a:p>
      </dsp:txBody>
      <dsp:txXfrm>
        <a:off x="7765979" y="3350142"/>
        <a:ext cx="1968811" cy="1222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292877-0E32-4CB2-A7DB-6F3A646E521E}">
      <dsp:nvSpPr>
        <dsp:cNvPr id="0" name=""/>
        <dsp:cNvSpPr/>
      </dsp:nvSpPr>
      <dsp:spPr>
        <a:xfrm>
          <a:off x="3487656" y="1671584"/>
          <a:ext cx="2124656" cy="183791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rPr>
            <a:t>Activities</a:t>
          </a:r>
        </a:p>
      </dsp:txBody>
      <dsp:txXfrm>
        <a:off x="3839741" y="1976152"/>
        <a:ext cx="1420486" cy="1228777"/>
      </dsp:txXfrm>
    </dsp:sp>
    <dsp:sp modelId="{3D8134AC-ABBA-464F-BF7C-48FF9DC28CA3}">
      <dsp:nvSpPr>
        <dsp:cNvPr id="0" name=""/>
        <dsp:cNvSpPr/>
      </dsp:nvSpPr>
      <dsp:spPr>
        <a:xfrm>
          <a:off x="4818099" y="792266"/>
          <a:ext cx="801626" cy="69070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EA33E-0F71-481E-8AC4-4AC1821B4622}">
      <dsp:nvSpPr>
        <dsp:cNvPr id="0" name=""/>
        <dsp:cNvSpPr/>
      </dsp:nvSpPr>
      <dsp:spPr>
        <a:xfrm>
          <a:off x="3502472" y="0"/>
          <a:ext cx="2102932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Business strategy </a:t>
          </a:r>
        </a:p>
      </dsp:txBody>
      <dsp:txXfrm>
        <a:off x="3821165" y="228274"/>
        <a:ext cx="1465546" cy="1049743"/>
      </dsp:txXfrm>
    </dsp:sp>
    <dsp:sp modelId="{6B4041C9-A211-48B9-B6D7-DFF1EBBCD8C7}">
      <dsp:nvSpPr>
        <dsp:cNvPr id="0" name=""/>
        <dsp:cNvSpPr/>
      </dsp:nvSpPr>
      <dsp:spPr>
        <a:xfrm>
          <a:off x="5753659" y="2083521"/>
          <a:ext cx="801626" cy="69070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CED55-10D8-49B8-AA9B-CEA24BCB5E36}">
      <dsp:nvSpPr>
        <dsp:cNvPr id="0" name=""/>
        <dsp:cNvSpPr/>
      </dsp:nvSpPr>
      <dsp:spPr>
        <a:xfrm>
          <a:off x="5317560" y="972713"/>
          <a:ext cx="2252792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Change prediction </a:t>
          </a:r>
        </a:p>
      </dsp:txBody>
      <dsp:txXfrm>
        <a:off x="5648742" y="1194152"/>
        <a:ext cx="1590428" cy="1063413"/>
      </dsp:txXfrm>
    </dsp:sp>
    <dsp:sp modelId="{0C3DB976-DCBE-49CD-8AD7-5B6A5D719709}">
      <dsp:nvSpPr>
        <dsp:cNvPr id="0" name=""/>
        <dsp:cNvSpPr/>
      </dsp:nvSpPr>
      <dsp:spPr>
        <a:xfrm>
          <a:off x="5103759" y="3541105"/>
          <a:ext cx="801626" cy="69070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F31F0-069B-4589-9198-A168347B3C79}">
      <dsp:nvSpPr>
        <dsp:cNvPr id="0" name=""/>
        <dsp:cNvSpPr/>
      </dsp:nvSpPr>
      <dsp:spPr>
        <a:xfrm>
          <a:off x="5429376" y="2728868"/>
          <a:ext cx="2181684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Information search </a:t>
          </a:r>
        </a:p>
      </dsp:txBody>
      <dsp:txXfrm>
        <a:off x="5754632" y="2953433"/>
        <a:ext cx="1531172" cy="1057161"/>
      </dsp:txXfrm>
    </dsp:sp>
    <dsp:sp modelId="{3AB29E9A-3213-4ABF-A732-56A20628DCE7}">
      <dsp:nvSpPr>
        <dsp:cNvPr id="0" name=""/>
        <dsp:cNvSpPr/>
      </dsp:nvSpPr>
      <dsp:spPr>
        <a:xfrm>
          <a:off x="3491610" y="3692408"/>
          <a:ext cx="801626" cy="69070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00C8D-826A-4815-8725-D750F866A36F}">
      <dsp:nvSpPr>
        <dsp:cNvPr id="0" name=""/>
        <dsp:cNvSpPr/>
      </dsp:nvSpPr>
      <dsp:spPr>
        <a:xfrm>
          <a:off x="3292899" y="3675308"/>
          <a:ext cx="2522076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Idea generation </a:t>
          </a:r>
        </a:p>
      </dsp:txBody>
      <dsp:txXfrm>
        <a:off x="3646521" y="3886506"/>
        <a:ext cx="1814832" cy="1083895"/>
      </dsp:txXfrm>
    </dsp:sp>
    <dsp:sp modelId="{D60ED136-2546-453C-B3BE-6E1632E9B17B}">
      <dsp:nvSpPr>
        <dsp:cNvPr id="0" name=""/>
        <dsp:cNvSpPr/>
      </dsp:nvSpPr>
      <dsp:spPr>
        <a:xfrm>
          <a:off x="2540728" y="2401671"/>
          <a:ext cx="801626" cy="69070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B4041-9D60-472A-89FD-71E97A7EE7D0}">
      <dsp:nvSpPr>
        <dsp:cNvPr id="0" name=""/>
        <dsp:cNvSpPr/>
      </dsp:nvSpPr>
      <dsp:spPr>
        <a:xfrm>
          <a:off x="1280012" y="2728865"/>
          <a:ext cx="2337829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Concept engineering </a:t>
          </a:r>
        </a:p>
      </dsp:txBody>
      <dsp:txXfrm>
        <a:off x="1618280" y="2946815"/>
        <a:ext cx="1661293" cy="1070391"/>
      </dsp:txXfrm>
    </dsp:sp>
    <dsp:sp modelId="{EE7655BD-3EB6-4EEF-968E-E2F6C2C03545}">
      <dsp:nvSpPr>
        <dsp:cNvPr id="0" name=""/>
        <dsp:cNvSpPr/>
      </dsp:nvSpPr>
      <dsp:spPr>
        <a:xfrm>
          <a:off x="1333039" y="948467"/>
          <a:ext cx="2400806" cy="1506291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Market analysis </a:t>
          </a:r>
        </a:p>
      </dsp:txBody>
      <dsp:txXfrm>
        <a:off x="1676555" y="1163993"/>
        <a:ext cx="1713774" cy="10752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01BE0-32D9-4F4D-813F-0B01D124590F}">
      <dsp:nvSpPr>
        <dsp:cNvPr id="0" name=""/>
        <dsp:cNvSpPr/>
      </dsp:nvSpPr>
      <dsp:spPr>
        <a:xfrm>
          <a:off x="5241235" y="1931225"/>
          <a:ext cx="4507461" cy="25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87"/>
              </a:lnTo>
              <a:lnTo>
                <a:pt x="4507461" y="129487"/>
              </a:lnTo>
              <a:lnTo>
                <a:pt x="4507461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17730-730C-4DE7-A82D-869E636C8D0D}">
      <dsp:nvSpPr>
        <dsp:cNvPr id="0" name=""/>
        <dsp:cNvSpPr/>
      </dsp:nvSpPr>
      <dsp:spPr>
        <a:xfrm>
          <a:off x="5241235" y="1931225"/>
          <a:ext cx="2792259" cy="25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87"/>
              </a:lnTo>
              <a:lnTo>
                <a:pt x="2792259" y="129487"/>
              </a:lnTo>
              <a:lnTo>
                <a:pt x="2792259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AAB8A-30A6-4507-B68D-8723AF57A4B3}">
      <dsp:nvSpPr>
        <dsp:cNvPr id="0" name=""/>
        <dsp:cNvSpPr/>
      </dsp:nvSpPr>
      <dsp:spPr>
        <a:xfrm>
          <a:off x="5241235" y="1931225"/>
          <a:ext cx="1119202" cy="258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487"/>
              </a:lnTo>
              <a:lnTo>
                <a:pt x="1119202" y="129487"/>
              </a:lnTo>
              <a:lnTo>
                <a:pt x="1119202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3F56E3-6C72-4CE6-B915-9302900727B6}">
      <dsp:nvSpPr>
        <dsp:cNvPr id="0" name=""/>
        <dsp:cNvSpPr/>
      </dsp:nvSpPr>
      <dsp:spPr>
        <a:xfrm>
          <a:off x="4648528" y="1931225"/>
          <a:ext cx="592706" cy="258974"/>
        </a:xfrm>
        <a:custGeom>
          <a:avLst/>
          <a:gdLst/>
          <a:ahLst/>
          <a:cxnLst/>
          <a:rect l="0" t="0" r="0" b="0"/>
          <a:pathLst>
            <a:path>
              <a:moveTo>
                <a:pt x="592706" y="0"/>
              </a:moveTo>
              <a:lnTo>
                <a:pt x="592706" y="129487"/>
              </a:lnTo>
              <a:lnTo>
                <a:pt x="0" y="129487"/>
              </a:lnTo>
              <a:lnTo>
                <a:pt x="0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D19E1-BC24-4BAB-95B3-A0D3A624C266}">
      <dsp:nvSpPr>
        <dsp:cNvPr id="0" name=""/>
        <dsp:cNvSpPr/>
      </dsp:nvSpPr>
      <dsp:spPr>
        <a:xfrm>
          <a:off x="2837931" y="1931225"/>
          <a:ext cx="2403303" cy="258974"/>
        </a:xfrm>
        <a:custGeom>
          <a:avLst/>
          <a:gdLst/>
          <a:ahLst/>
          <a:cxnLst/>
          <a:rect l="0" t="0" r="0" b="0"/>
          <a:pathLst>
            <a:path>
              <a:moveTo>
                <a:pt x="2403303" y="0"/>
              </a:moveTo>
              <a:lnTo>
                <a:pt x="2403303" y="129487"/>
              </a:lnTo>
              <a:lnTo>
                <a:pt x="0" y="129487"/>
              </a:lnTo>
              <a:lnTo>
                <a:pt x="0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AB138-DD7F-460E-9E8E-1E295FA2F4BE}">
      <dsp:nvSpPr>
        <dsp:cNvPr id="0" name=""/>
        <dsp:cNvSpPr/>
      </dsp:nvSpPr>
      <dsp:spPr>
        <a:xfrm>
          <a:off x="900300" y="1931225"/>
          <a:ext cx="4340934" cy="258974"/>
        </a:xfrm>
        <a:custGeom>
          <a:avLst/>
          <a:gdLst/>
          <a:ahLst/>
          <a:cxnLst/>
          <a:rect l="0" t="0" r="0" b="0"/>
          <a:pathLst>
            <a:path>
              <a:moveTo>
                <a:pt x="4340934" y="0"/>
              </a:moveTo>
              <a:lnTo>
                <a:pt x="4340934" y="129487"/>
              </a:lnTo>
              <a:lnTo>
                <a:pt x="0" y="129487"/>
              </a:lnTo>
              <a:lnTo>
                <a:pt x="0" y="25897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0C521-DC9E-4B61-91A6-9B3289847728}">
      <dsp:nvSpPr>
        <dsp:cNvPr id="0" name=""/>
        <dsp:cNvSpPr/>
      </dsp:nvSpPr>
      <dsp:spPr>
        <a:xfrm>
          <a:off x="4059200" y="1314618"/>
          <a:ext cx="2364069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Activities </a:t>
          </a:r>
        </a:p>
      </dsp:txBody>
      <dsp:txXfrm>
        <a:off x="4059200" y="1314618"/>
        <a:ext cx="2364069" cy="616606"/>
      </dsp:txXfrm>
    </dsp:sp>
    <dsp:sp modelId="{418B5AAC-999A-4C59-A243-0708396E2454}">
      <dsp:nvSpPr>
        <dsp:cNvPr id="0" name=""/>
        <dsp:cNvSpPr/>
      </dsp:nvSpPr>
      <dsp:spPr>
        <a:xfrm>
          <a:off x="5980" y="2190199"/>
          <a:ext cx="1788639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Product design</a:t>
          </a:r>
        </a:p>
      </dsp:txBody>
      <dsp:txXfrm>
        <a:off x="5980" y="2190199"/>
        <a:ext cx="1788639" cy="616606"/>
      </dsp:txXfrm>
    </dsp:sp>
    <dsp:sp modelId="{2372A926-0E75-4A6F-8D2B-69050E72416D}">
      <dsp:nvSpPr>
        <dsp:cNvPr id="0" name=""/>
        <dsp:cNvSpPr/>
      </dsp:nvSpPr>
      <dsp:spPr>
        <a:xfrm>
          <a:off x="2053595" y="2190199"/>
          <a:ext cx="1568671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Consumer testing </a:t>
          </a:r>
        </a:p>
      </dsp:txBody>
      <dsp:txXfrm>
        <a:off x="2053595" y="2190199"/>
        <a:ext cx="1568671" cy="616606"/>
      </dsp:txXfrm>
    </dsp:sp>
    <dsp:sp modelId="{CD40F498-D118-4998-8217-D839AD46B8EE}">
      <dsp:nvSpPr>
        <dsp:cNvPr id="0" name=""/>
        <dsp:cNvSpPr/>
      </dsp:nvSpPr>
      <dsp:spPr>
        <a:xfrm>
          <a:off x="3881241" y="2190199"/>
          <a:ext cx="1534573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Product optimize</a:t>
          </a:r>
        </a:p>
      </dsp:txBody>
      <dsp:txXfrm>
        <a:off x="3881241" y="2190199"/>
        <a:ext cx="1534573" cy="616606"/>
      </dsp:txXfrm>
    </dsp:sp>
    <dsp:sp modelId="{58678C5B-3966-4645-B243-38D015A9485E}">
      <dsp:nvSpPr>
        <dsp:cNvPr id="0" name=""/>
        <dsp:cNvSpPr/>
      </dsp:nvSpPr>
      <dsp:spPr>
        <a:xfrm>
          <a:off x="5674789" y="2190199"/>
          <a:ext cx="1371295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Product design </a:t>
          </a:r>
        </a:p>
      </dsp:txBody>
      <dsp:txXfrm>
        <a:off x="5674789" y="2190199"/>
        <a:ext cx="1371295" cy="616606"/>
      </dsp:txXfrm>
    </dsp:sp>
    <dsp:sp modelId="{19520274-532D-43C4-AB78-E1BE8CA2B91A}">
      <dsp:nvSpPr>
        <dsp:cNvPr id="0" name=""/>
        <dsp:cNvSpPr/>
      </dsp:nvSpPr>
      <dsp:spPr>
        <a:xfrm>
          <a:off x="7305060" y="2190199"/>
          <a:ext cx="1456868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Market testing </a:t>
          </a:r>
        </a:p>
      </dsp:txBody>
      <dsp:txXfrm>
        <a:off x="7305060" y="2190199"/>
        <a:ext cx="1456868" cy="616606"/>
      </dsp:txXfrm>
    </dsp:sp>
    <dsp:sp modelId="{032646DA-E4FF-46AB-B80D-B68A90205B43}">
      <dsp:nvSpPr>
        <dsp:cNvPr id="0" name=""/>
        <dsp:cNvSpPr/>
      </dsp:nvSpPr>
      <dsp:spPr>
        <a:xfrm>
          <a:off x="9020903" y="2190199"/>
          <a:ext cx="1455585" cy="616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Costing analysis </a:t>
          </a:r>
        </a:p>
      </dsp:txBody>
      <dsp:txXfrm>
        <a:off x="9020903" y="2190199"/>
        <a:ext cx="1455585" cy="6166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70685-1430-4D89-930E-9E43CEFBCDFD}">
      <dsp:nvSpPr>
        <dsp:cNvPr id="0" name=""/>
        <dsp:cNvSpPr/>
      </dsp:nvSpPr>
      <dsp:spPr>
        <a:xfrm>
          <a:off x="0" y="0"/>
          <a:ext cx="8915400" cy="1133475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Activities </a:t>
          </a:r>
        </a:p>
      </dsp:txBody>
      <dsp:txXfrm>
        <a:off x="0" y="0"/>
        <a:ext cx="8915400" cy="1133475"/>
      </dsp:txXfrm>
    </dsp:sp>
    <dsp:sp modelId="{F7072CEB-7697-4013-ABF8-BF9DA4EC5552}">
      <dsp:nvSpPr>
        <dsp:cNvPr id="0" name=""/>
        <dsp:cNvSpPr/>
      </dsp:nvSpPr>
      <dsp:spPr>
        <a:xfrm>
          <a:off x="1088" y="1133475"/>
          <a:ext cx="1782644" cy="23802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Marketing study </a:t>
          </a:r>
        </a:p>
      </dsp:txBody>
      <dsp:txXfrm>
        <a:off x="1088" y="1133475"/>
        <a:ext cx="1782644" cy="2380297"/>
      </dsp:txXfrm>
    </dsp:sp>
    <dsp:sp modelId="{290FC031-950D-4628-8434-B78C6CFBA927}">
      <dsp:nvSpPr>
        <dsp:cNvPr id="0" name=""/>
        <dsp:cNvSpPr/>
      </dsp:nvSpPr>
      <dsp:spPr>
        <a:xfrm>
          <a:off x="1783732" y="1133475"/>
          <a:ext cx="1782644" cy="23802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Marketing testing </a:t>
          </a:r>
        </a:p>
      </dsp:txBody>
      <dsp:txXfrm>
        <a:off x="1783732" y="1133475"/>
        <a:ext cx="1782644" cy="2380297"/>
      </dsp:txXfrm>
    </dsp:sp>
    <dsp:sp modelId="{88B58A38-50AC-45F4-B158-EF1B33E59CCA}">
      <dsp:nvSpPr>
        <dsp:cNvPr id="0" name=""/>
        <dsp:cNvSpPr/>
      </dsp:nvSpPr>
      <dsp:spPr>
        <a:xfrm>
          <a:off x="3566377" y="1133475"/>
          <a:ext cx="1782644" cy="23802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HACCP process </a:t>
          </a:r>
        </a:p>
      </dsp:txBody>
      <dsp:txXfrm>
        <a:off x="3566377" y="1133475"/>
        <a:ext cx="1782644" cy="2380297"/>
      </dsp:txXfrm>
    </dsp:sp>
    <dsp:sp modelId="{3B6E73D1-41ED-4AD5-82A7-07299F9EB02F}">
      <dsp:nvSpPr>
        <dsp:cNvPr id="0" name=""/>
        <dsp:cNvSpPr/>
      </dsp:nvSpPr>
      <dsp:spPr>
        <a:xfrm>
          <a:off x="5349022" y="1133475"/>
          <a:ext cx="1782644" cy="23802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Process engineering </a:t>
          </a:r>
        </a:p>
      </dsp:txBody>
      <dsp:txXfrm>
        <a:off x="5349022" y="1133475"/>
        <a:ext cx="1782644" cy="2380297"/>
      </dsp:txXfrm>
    </dsp:sp>
    <dsp:sp modelId="{F3654EEC-4BD0-4C80-A453-D2B0BD2D9F32}">
      <dsp:nvSpPr>
        <dsp:cNvPr id="0" name=""/>
        <dsp:cNvSpPr/>
      </dsp:nvSpPr>
      <dsp:spPr>
        <a:xfrm>
          <a:off x="7131667" y="1133475"/>
          <a:ext cx="1782644" cy="238029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Financial analysis </a:t>
          </a:r>
        </a:p>
      </dsp:txBody>
      <dsp:txXfrm>
        <a:off x="7131667" y="1133475"/>
        <a:ext cx="1782644" cy="2380297"/>
      </dsp:txXfrm>
    </dsp:sp>
    <dsp:sp modelId="{2E164739-88C3-4F02-8C6A-36612E80F397}">
      <dsp:nvSpPr>
        <dsp:cNvPr id="0" name=""/>
        <dsp:cNvSpPr/>
      </dsp:nvSpPr>
      <dsp:spPr>
        <a:xfrm>
          <a:off x="0" y="3513772"/>
          <a:ext cx="8915400" cy="264477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889C2-577C-4CC0-9CA9-671151A41F15}">
      <dsp:nvSpPr>
        <dsp:cNvPr id="0" name=""/>
        <dsp:cNvSpPr/>
      </dsp:nvSpPr>
      <dsp:spPr>
        <a:xfrm>
          <a:off x="3614102" y="1988924"/>
          <a:ext cx="1627161" cy="1382148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Activities </a:t>
          </a:r>
        </a:p>
      </dsp:txBody>
      <dsp:txXfrm>
        <a:off x="3852394" y="2191335"/>
        <a:ext cx="1150577" cy="977326"/>
      </dsp:txXfrm>
    </dsp:sp>
    <dsp:sp modelId="{C6156BBE-8B8E-47A3-A5BD-D00E07B47BED}">
      <dsp:nvSpPr>
        <dsp:cNvPr id="0" name=""/>
        <dsp:cNvSpPr/>
      </dsp:nvSpPr>
      <dsp:spPr>
        <a:xfrm rot="16255188">
          <a:off x="4331771" y="1552280"/>
          <a:ext cx="220490" cy="469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364314" y="1679335"/>
        <a:ext cx="154343" cy="281958"/>
      </dsp:txXfrm>
    </dsp:sp>
    <dsp:sp modelId="{AE8D6AA6-0095-4EC8-A7A8-C80280B913AB}">
      <dsp:nvSpPr>
        <dsp:cNvPr id="0" name=""/>
        <dsp:cNvSpPr/>
      </dsp:nvSpPr>
      <dsp:spPr>
        <a:xfrm>
          <a:off x="3402848" y="47998"/>
          <a:ext cx="2109697" cy="1525076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Marketing organization </a:t>
          </a:r>
        </a:p>
      </dsp:txBody>
      <dsp:txXfrm>
        <a:off x="3711806" y="271340"/>
        <a:ext cx="1491781" cy="1078392"/>
      </dsp:txXfrm>
    </dsp:sp>
    <dsp:sp modelId="{3892D111-D481-40FD-BD05-FAC812021341}">
      <dsp:nvSpPr>
        <dsp:cNvPr id="0" name=""/>
        <dsp:cNvSpPr/>
      </dsp:nvSpPr>
      <dsp:spPr>
        <a:xfrm rot="20612016">
          <a:off x="5259742" y="2174174"/>
          <a:ext cx="168634" cy="469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260779" y="2275330"/>
        <a:ext cx="118044" cy="281958"/>
      </dsp:txXfrm>
    </dsp:sp>
    <dsp:sp modelId="{ABF7C842-E533-4F26-AFEA-B125AC8D3DF2}">
      <dsp:nvSpPr>
        <dsp:cNvPr id="0" name=""/>
        <dsp:cNvSpPr/>
      </dsp:nvSpPr>
      <dsp:spPr>
        <a:xfrm>
          <a:off x="5410473" y="1393942"/>
          <a:ext cx="2081943" cy="1375762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Production organization </a:t>
          </a:r>
        </a:p>
      </dsp:txBody>
      <dsp:txXfrm>
        <a:off x="5715366" y="1595418"/>
        <a:ext cx="1472157" cy="972810"/>
      </dsp:txXfrm>
    </dsp:sp>
    <dsp:sp modelId="{366C8B76-E422-489F-B97C-86A8C6685F71}">
      <dsp:nvSpPr>
        <dsp:cNvPr id="0" name=""/>
        <dsp:cNvSpPr/>
      </dsp:nvSpPr>
      <dsp:spPr>
        <a:xfrm rot="2472962">
          <a:off x="5040422" y="3089531"/>
          <a:ext cx="246098" cy="469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049568" y="3159194"/>
        <a:ext cx="172269" cy="281958"/>
      </dsp:txXfrm>
    </dsp:sp>
    <dsp:sp modelId="{2CC582F1-5ED6-496C-B314-5C78AB66B962}">
      <dsp:nvSpPr>
        <dsp:cNvPr id="0" name=""/>
        <dsp:cNvSpPr/>
      </dsp:nvSpPr>
      <dsp:spPr>
        <a:xfrm>
          <a:off x="4886369" y="3362740"/>
          <a:ext cx="2145508" cy="1317380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Distribution organization </a:t>
          </a:r>
        </a:p>
      </dsp:txBody>
      <dsp:txXfrm>
        <a:off x="5200571" y="3555666"/>
        <a:ext cx="1517104" cy="931528"/>
      </dsp:txXfrm>
    </dsp:sp>
    <dsp:sp modelId="{DFF9C3A5-5774-45A7-8303-75043C533A41}">
      <dsp:nvSpPr>
        <dsp:cNvPr id="0" name=""/>
        <dsp:cNvSpPr/>
      </dsp:nvSpPr>
      <dsp:spPr>
        <a:xfrm rot="8307079">
          <a:off x="3562695" y="3098665"/>
          <a:ext cx="254909" cy="469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3629547" y="3167290"/>
        <a:ext cx="178436" cy="281958"/>
      </dsp:txXfrm>
    </dsp:sp>
    <dsp:sp modelId="{71DC0A00-71FB-42B7-9B40-CE63ED83FF05}">
      <dsp:nvSpPr>
        <dsp:cNvPr id="0" name=""/>
        <dsp:cNvSpPr/>
      </dsp:nvSpPr>
      <dsp:spPr>
        <a:xfrm>
          <a:off x="1927634" y="3362738"/>
          <a:ext cx="1964751" cy="1324567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Launch sales analysis </a:t>
          </a:r>
        </a:p>
      </dsp:txBody>
      <dsp:txXfrm>
        <a:off x="2215365" y="3556716"/>
        <a:ext cx="1389289" cy="936611"/>
      </dsp:txXfrm>
    </dsp:sp>
    <dsp:sp modelId="{589CE806-05E9-48E8-B33B-D8400B18AAA7}">
      <dsp:nvSpPr>
        <dsp:cNvPr id="0" name=""/>
        <dsp:cNvSpPr/>
      </dsp:nvSpPr>
      <dsp:spPr>
        <a:xfrm rot="11847254">
          <a:off x="3402483" y="2152714"/>
          <a:ext cx="190983" cy="469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3458459" y="2255293"/>
        <a:ext cx="133688" cy="281958"/>
      </dsp:txXfrm>
    </dsp:sp>
    <dsp:sp modelId="{56EB7555-6BBA-468C-8A81-0CD511FA46F0}">
      <dsp:nvSpPr>
        <dsp:cNvPr id="0" name=""/>
        <dsp:cNvSpPr/>
      </dsp:nvSpPr>
      <dsp:spPr>
        <a:xfrm>
          <a:off x="1459984" y="1429006"/>
          <a:ext cx="1961876" cy="1252627"/>
        </a:xfrm>
        <a:prstGeom prst="ellipse">
          <a:avLst/>
        </a:prstGeom>
        <a:solidFill>
          <a:srgbClr val="92D050"/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Product, production analysis </a:t>
          </a:r>
        </a:p>
      </dsp:txBody>
      <dsp:txXfrm>
        <a:off x="1747294" y="1612449"/>
        <a:ext cx="1387256" cy="8857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31EBB-9FDE-4A5F-B5A7-D3FF1008A39D}">
      <dsp:nvSpPr>
        <dsp:cNvPr id="0" name=""/>
        <dsp:cNvSpPr/>
      </dsp:nvSpPr>
      <dsp:spPr>
        <a:xfrm>
          <a:off x="725685" y="0"/>
          <a:ext cx="8224440" cy="428045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7C0C6-609F-4EA8-B9B4-06098036EF75}">
      <dsp:nvSpPr>
        <dsp:cNvPr id="0" name=""/>
        <dsp:cNvSpPr/>
      </dsp:nvSpPr>
      <dsp:spPr>
        <a:xfrm>
          <a:off x="7500" y="1284135"/>
          <a:ext cx="1832758" cy="1712181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Getting the feel </a:t>
          </a:r>
        </a:p>
      </dsp:txBody>
      <dsp:txXfrm>
        <a:off x="91082" y="1367717"/>
        <a:ext cx="1665594" cy="1545017"/>
      </dsp:txXfrm>
    </dsp:sp>
    <dsp:sp modelId="{0B8498E7-D149-489C-9742-E59F574D1AA5}">
      <dsp:nvSpPr>
        <dsp:cNvPr id="0" name=""/>
        <dsp:cNvSpPr/>
      </dsp:nvSpPr>
      <dsp:spPr>
        <a:xfrm>
          <a:off x="1964513" y="1284135"/>
          <a:ext cx="1832758" cy="1712181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Screening </a:t>
          </a:r>
        </a:p>
      </dsp:txBody>
      <dsp:txXfrm>
        <a:off x="2048095" y="1367717"/>
        <a:ext cx="1665594" cy="1545017"/>
      </dsp:txXfrm>
    </dsp:sp>
    <dsp:sp modelId="{5D54E88F-1142-46D3-A94E-4CEBC6C5DB09}">
      <dsp:nvSpPr>
        <dsp:cNvPr id="0" name=""/>
        <dsp:cNvSpPr/>
      </dsp:nvSpPr>
      <dsp:spPr>
        <a:xfrm>
          <a:off x="3921526" y="1284135"/>
          <a:ext cx="1832758" cy="1712181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Ball park studies </a:t>
          </a:r>
        </a:p>
      </dsp:txBody>
      <dsp:txXfrm>
        <a:off x="4005108" y="1367717"/>
        <a:ext cx="1665594" cy="1545017"/>
      </dsp:txXfrm>
    </dsp:sp>
    <dsp:sp modelId="{E609060E-7154-4188-9097-7F49A8EDF50E}">
      <dsp:nvSpPr>
        <dsp:cNvPr id="0" name=""/>
        <dsp:cNvSpPr/>
      </dsp:nvSpPr>
      <dsp:spPr>
        <a:xfrm>
          <a:off x="5878540" y="1284135"/>
          <a:ext cx="1832758" cy="1712181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Optimization </a:t>
          </a:r>
        </a:p>
      </dsp:txBody>
      <dsp:txXfrm>
        <a:off x="5962122" y="1367717"/>
        <a:ext cx="1665594" cy="1545017"/>
      </dsp:txXfrm>
    </dsp:sp>
    <dsp:sp modelId="{B8CF43AA-3AEC-4E23-ADAD-345EE6849197}">
      <dsp:nvSpPr>
        <dsp:cNvPr id="0" name=""/>
        <dsp:cNvSpPr/>
      </dsp:nvSpPr>
      <dsp:spPr>
        <a:xfrm>
          <a:off x="7835553" y="1284135"/>
          <a:ext cx="1832758" cy="1712181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Scale-up </a:t>
          </a:r>
        </a:p>
      </dsp:txBody>
      <dsp:txXfrm>
        <a:off x="7919135" y="1367717"/>
        <a:ext cx="1665594" cy="1545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8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6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2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66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3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5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1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3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79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63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565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02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8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9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5B5D3-BF4F-4969-B7B1-0FF5DDBF77D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BDBE08-F5EA-4C28-83A3-6F55668CB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1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CEBB-94AA-4DC0-99A5-4E9817549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578" y="1600200"/>
            <a:ext cx="8915399" cy="2262781"/>
          </a:xfrm>
        </p:spPr>
        <p:txBody>
          <a:bodyPr/>
          <a:lstStyle/>
          <a:p>
            <a:pPr algn="ctr"/>
            <a:r>
              <a:rPr lang="en-US" dirty="0"/>
              <a:t>NEW PRODUCT DEVELOPMENT </a:t>
            </a:r>
          </a:p>
        </p:txBody>
      </p:sp>
    </p:spTree>
    <p:extLst>
      <p:ext uri="{BB962C8B-B14F-4D97-AF65-F5344CB8AC3E}">
        <p14:creationId xmlns:p14="http://schemas.microsoft.com/office/powerpoint/2010/main" val="24782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5D3B-6475-4DD8-AFBD-FBC9AE3B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PRODCUT DEVELOPMENT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D2F1-3494-44D8-AC66-E9C735862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951" y="2117034"/>
            <a:ext cx="8915400" cy="377762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Idea generation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Idea screening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Concept development and testing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Marketing strategy development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Business analysis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Product development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Test marketing</a:t>
            </a:r>
          </a:p>
          <a:p>
            <a:pPr>
              <a:lnSpc>
                <a:spcPct val="85000"/>
              </a:lnSpc>
            </a:pPr>
            <a:r>
              <a:rPr lang="en-US" altLang="en-US" sz="2400" dirty="0">
                <a:latin typeface="+mj-lt"/>
              </a:rPr>
              <a:t>Commercialization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06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8DDC-638D-47B1-B25D-C5CF270D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IDEA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83639-0200-4C51-8EB5-B22F643A3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337" y="1578291"/>
            <a:ext cx="6681872" cy="4006222"/>
          </a:xfrm>
        </p:spPr>
        <p:txBody>
          <a:bodyPr/>
          <a:lstStyle/>
          <a:p>
            <a:pPr marL="0" indent="0">
              <a:lnSpc>
                <a:spcPct val="85000"/>
              </a:lnSpc>
              <a:buNone/>
            </a:pPr>
            <a:endParaRPr lang="en-US" altLang="en-US" dirty="0"/>
          </a:p>
          <a:p>
            <a:pPr lvl="1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Internal sources: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Company employees at all levels.</a:t>
            </a:r>
          </a:p>
          <a:p>
            <a:pPr lvl="1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External sources: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Customers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Competitors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Distributors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Suppliers</a:t>
            </a:r>
          </a:p>
          <a:p>
            <a:pPr lvl="2">
              <a:lnSpc>
                <a:spcPct val="85000"/>
              </a:lnSpc>
            </a:pPr>
            <a:r>
              <a:rPr lang="en-US" altLang="en-US" sz="1800" dirty="0">
                <a:ea typeface="ＭＳ Ｐゴシック" panose="020B0400000000000000" pitchFamily="34" charset="-128"/>
              </a:rPr>
              <a:t>Outsourcing (design firms, product consultancies, online collaborative communities)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B2DE4-6143-4C5C-A2BC-05590E15E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60374" y="762869"/>
            <a:ext cx="3421317" cy="22842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546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9703-F5AE-4F94-8A1B-30CC77A0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612" y="1008424"/>
            <a:ext cx="8911687" cy="1138428"/>
          </a:xfrm>
        </p:spPr>
        <p:txBody>
          <a:bodyPr>
            <a:normAutofit fontScale="90000"/>
          </a:bodyPr>
          <a:lstStyle/>
          <a:p>
            <a:r>
              <a:rPr lang="en-US" dirty="0"/>
              <a:t>2.</a:t>
            </a:r>
            <a:r>
              <a:rPr lang="en-US" altLang="en-US" dirty="0"/>
              <a:t> Idea screening: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76CE-AD0A-4470-9FFB-F9BA4FA4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2456268"/>
            <a:ext cx="6090873" cy="326867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400000000000000" pitchFamily="34" charset="-128"/>
              </a:rPr>
              <a:t>Process used to spot good ideas and drop poor ones.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400000000000000" pitchFamily="34" charset="-128"/>
              </a:rPr>
              <a:t>Executives provide a description of the product along with estimates of market size, product price, development time and costs, manufacturing costs, and rate of return.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panose="020B0400000000000000" pitchFamily="34" charset="-128"/>
              </a:rPr>
              <a:t>Evaluated against a set of company criteria for new products. 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07C51-BF30-4B6F-A7C0-91A038A0D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798" y="473985"/>
            <a:ext cx="2770672" cy="3060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651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BEBA-E896-45A5-BAF4-7D0398EA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 Concept development and testing: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9A724-2649-4631-B596-049A341B8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714892" cy="3777622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Product idea: 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Idea for a possible product that the company can see itself offering to the market.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Product concept: 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Detailed version of the new-product idea stated in meaningful consumer terms.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Concept testing: 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Testing new-product concepts with groups of target consumers to find out if the concepts have strong consumer appeal.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4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F0E0-5464-4DF0-A70D-36FE7699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altLang="en-US" dirty="0"/>
              <a:t>Marketing strategy development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011C-F3E8-4CC1-BA15-388E964C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Part One: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Describes the target market, planned value proposition, sales, market share, and profit goals.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Part Two: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Outlines the product’s planned price, distribution, and marketing budget.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ea typeface="ＭＳ Ｐゴシック" panose="020B0400000000000000" pitchFamily="34" charset="-128"/>
              </a:rPr>
              <a:t>Part Three: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>
                <a:ea typeface="ＭＳ Ｐゴシック" panose="020B0400000000000000" pitchFamily="34" charset="-128"/>
              </a:rPr>
              <a:t>Describes the planned long-run sales and profit goals, marketing mix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698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274A-24EE-49EE-AA34-E6ED3A54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5. Business analysis: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FC006-4BA5-4B38-A45C-729AF6CC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6501780" cy="2040835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altLang="en-US" sz="3400" dirty="0">
                <a:ea typeface="ＭＳ Ｐゴシック" panose="020B0400000000000000" pitchFamily="34" charset="-128"/>
              </a:rPr>
              <a:t>Involves a review of the sales, costs, and profit projections to assess fit with company objectives.</a:t>
            </a:r>
          </a:p>
          <a:p>
            <a:pPr lvl="1"/>
            <a:r>
              <a:rPr lang="en-US" altLang="en-US" sz="3400" dirty="0">
                <a:ea typeface="ＭＳ Ｐゴシック" panose="020B0400000000000000" pitchFamily="34" charset="-128"/>
              </a:rPr>
              <a:t>If results are positive, project moves to the product development phase.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2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A468-1DC8-4AFB-864D-DC6C47D5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78" y="624110"/>
            <a:ext cx="8893934" cy="1005907"/>
          </a:xfrm>
        </p:spPr>
        <p:txBody>
          <a:bodyPr/>
          <a:lstStyle/>
          <a:p>
            <a:r>
              <a:rPr lang="en-US" dirty="0"/>
              <a:t>6. </a:t>
            </a:r>
            <a:r>
              <a:rPr lang="en-US" altLang="en-US" dirty="0"/>
              <a:t>Product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8FBDB-6F54-4FC4-88FD-2C653AEC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Develops concept into a physical product.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Calls for a large jump in investment.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Prototypes are made.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Prototypes must have correct physical features and convey psychological characteristics.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Prototypes are subjected to physical tests.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94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89FE-A28D-40AF-93FC-31DC2A05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7. Testing marketing: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663E-856D-4B80-BF6C-1FBAD798D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Product and marketing program are introduced in a more realistic market setting.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Not needed for all products.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Can be expensive and time consuming, but better than making a major marketing mistake.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34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B1B2-EFDC-4135-80E7-96EA860B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lang="en-US" altLang="en-US" dirty="0"/>
              <a:t>Commercialization: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1C1B-1863-4B35-8881-ECB10961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Must decide on </a:t>
            </a:r>
            <a:r>
              <a:rPr lang="en-US" altLang="en-US" sz="2800" b="1" dirty="0">
                <a:ea typeface="ＭＳ Ｐゴシック" panose="020B0400000000000000" pitchFamily="34" charset="-128"/>
              </a:rPr>
              <a:t>timing</a:t>
            </a:r>
            <a:r>
              <a:rPr lang="en-US" altLang="en-US" sz="2800" dirty="0">
                <a:ea typeface="ＭＳ Ｐゴシック" panose="020B0400000000000000" pitchFamily="34" charset="-128"/>
              </a:rPr>
              <a:t> (i.e., when to introduce the product).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Must decide on </a:t>
            </a:r>
            <a:r>
              <a:rPr lang="en-US" altLang="en-US" sz="2800" b="1" dirty="0">
                <a:ea typeface="ＭＳ Ｐゴシック" panose="020B0400000000000000" pitchFamily="34" charset="-128"/>
              </a:rPr>
              <a:t>where</a:t>
            </a:r>
            <a:r>
              <a:rPr lang="en-US" altLang="en-US" sz="2800" dirty="0">
                <a:ea typeface="ＭＳ Ｐゴシック" panose="020B0400000000000000" pitchFamily="34" charset="-128"/>
              </a:rPr>
              <a:t> to introduce the product (e.g., single location, state, region, nationally, internationally).</a:t>
            </a:r>
          </a:p>
          <a:p>
            <a:pPr lvl="1"/>
            <a:r>
              <a:rPr lang="en-US" altLang="en-US" sz="2800" dirty="0">
                <a:ea typeface="ＭＳ Ｐゴシック" panose="020B0400000000000000" pitchFamily="34" charset="-128"/>
              </a:rPr>
              <a:t>Must develop a </a:t>
            </a:r>
            <a:r>
              <a:rPr lang="en-US" altLang="en-US" sz="2800" b="1" dirty="0">
                <a:ea typeface="ＭＳ Ｐゴシック" panose="020B0400000000000000" pitchFamily="34" charset="-128"/>
              </a:rPr>
              <a:t>market rollout</a:t>
            </a:r>
            <a:r>
              <a:rPr lang="en-US" altLang="en-US" sz="2800" dirty="0">
                <a:ea typeface="ＭＳ Ｐゴシック" panose="020B0400000000000000" pitchFamily="34" charset="-128"/>
              </a:rPr>
              <a:t> plan.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82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086D-A77D-4DD9-B2FB-ED8A9A2F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four stages in Product development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35CE5-593A-43E5-802A-9DDA9AD4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57326A-EDC4-4E35-92A9-54FF366596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018174"/>
              </p:ext>
            </p:extLst>
          </p:nvPr>
        </p:nvGraphicFramePr>
        <p:xfrm>
          <a:off x="2031999" y="719666"/>
          <a:ext cx="9775687" cy="5813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888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1B75-7244-49E6-891D-73320DC6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Product strategy development 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F11E8C-E76E-4B19-86A7-B6D8F0015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826718"/>
              </p:ext>
            </p:extLst>
          </p:nvPr>
        </p:nvGraphicFramePr>
        <p:xfrm>
          <a:off x="2478157" y="1470991"/>
          <a:ext cx="9026456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7889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0344-C7F8-4383-9FC2-23884843E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Product design and process development 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C903F6-15F1-48DA-B36A-2A566C6B1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611621"/>
              </p:ext>
            </p:extLst>
          </p:nvPr>
        </p:nvGraphicFramePr>
        <p:xfrm>
          <a:off x="1325217" y="1656523"/>
          <a:ext cx="10482470" cy="412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13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611A-4881-4C40-A23B-E0C96C49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Product commercialization 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60FFC2-2560-4248-8295-D419A9927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395861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5417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2C72-E85B-433C-AA93-5B85EEB2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b="1" dirty="0"/>
              <a:t>Product launch and evaluation 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A67C63-E872-4CC3-A4C0-F6053DA09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683890"/>
              </p:ext>
            </p:extLst>
          </p:nvPr>
        </p:nvGraphicFramePr>
        <p:xfrm>
          <a:off x="1638300" y="1590261"/>
          <a:ext cx="8915400" cy="4890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4923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834E-BD3A-439B-9369-6477C47F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Gate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B474-B3E9-42CA-A48A-42551152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844" y="2716211"/>
            <a:ext cx="9494008" cy="4241179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sz="2600" b="1" dirty="0"/>
              <a:t>Stage 0: Idea/ Planning and Situation Analysis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600" dirty="0"/>
              <a:t>        </a:t>
            </a:r>
            <a:r>
              <a:rPr lang="en-US" altLang="en-US" sz="2600" b="1" dirty="0"/>
              <a:t>Gate 1: Decision to do a preliminary investigation</a:t>
            </a:r>
            <a:br>
              <a:rPr lang="en-US" altLang="en-US" sz="2600" b="1" dirty="0"/>
            </a:br>
            <a:endParaRPr lang="en-US" altLang="en-US" sz="2600" dirty="0"/>
          </a:p>
          <a:p>
            <a:pPr eaLnBrk="0" hangingPunct="0">
              <a:lnSpc>
                <a:spcPct val="90000"/>
              </a:lnSpc>
            </a:pPr>
            <a:r>
              <a:rPr lang="en-US" altLang="en-US" sz="2600" b="1" dirty="0"/>
              <a:t>Stage 1: Preliminary investigation/ Consumer Needs and Idea Generation</a:t>
            </a:r>
            <a:br>
              <a:rPr lang="en-US" altLang="en-US" sz="2600" dirty="0"/>
            </a:br>
            <a:r>
              <a:rPr lang="en-US" altLang="en-US" sz="2600" dirty="0"/>
              <a:t>        </a:t>
            </a:r>
            <a:r>
              <a:rPr lang="en-US" altLang="en-US" sz="2600" b="1" dirty="0"/>
              <a:t>Gate 2: Decision to build a business case</a:t>
            </a:r>
            <a:br>
              <a:rPr lang="en-US" altLang="en-US" sz="2600" dirty="0"/>
            </a:br>
            <a:br>
              <a:rPr lang="en-US" altLang="en-US" sz="2600" dirty="0"/>
            </a:br>
            <a:r>
              <a:rPr lang="en-US" altLang="en-US" sz="2600" b="1" dirty="0"/>
              <a:t>Stage 2: Detailed investigation and business case</a:t>
            </a:r>
            <a:r>
              <a:rPr lang="en-US" altLang="en-US" sz="2600" dirty="0"/>
              <a:t>/ </a:t>
            </a:r>
            <a:r>
              <a:rPr lang="en-US" altLang="en-US" sz="2600" b="1" dirty="0"/>
              <a:t>Concept Development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600" dirty="0"/>
              <a:t>        </a:t>
            </a:r>
            <a:r>
              <a:rPr lang="en-US" altLang="en-US" sz="2600" b="1" dirty="0"/>
              <a:t>Gate 3: Decision to go into development</a:t>
            </a:r>
            <a:br>
              <a:rPr lang="en-US" altLang="en-US" sz="2600" dirty="0"/>
            </a:br>
            <a:br>
              <a:rPr lang="en-US" altLang="en-US" sz="2600" dirty="0"/>
            </a:br>
            <a:r>
              <a:rPr lang="en-US" altLang="en-US" sz="2600" b="1" dirty="0"/>
              <a:t>Stage 3: Development/ Feasibility Confirmation</a:t>
            </a:r>
            <a:br>
              <a:rPr lang="en-US" altLang="en-US" sz="2600" dirty="0"/>
            </a:br>
            <a:r>
              <a:rPr lang="en-US" altLang="en-US" sz="2600" dirty="0"/>
              <a:t>        </a:t>
            </a:r>
            <a:r>
              <a:rPr lang="en-US" altLang="en-US" sz="2600" b="1" dirty="0"/>
              <a:t>Gate 4: Decision to go into testing and validation</a:t>
            </a:r>
            <a:br>
              <a:rPr lang="en-US" altLang="en-US" sz="2600" dirty="0"/>
            </a:br>
            <a:br>
              <a:rPr lang="en-US" altLang="en-US" sz="2600" dirty="0"/>
            </a:br>
            <a:r>
              <a:rPr lang="en-US" altLang="en-US" sz="2600" b="1" dirty="0"/>
              <a:t>Stage 4: Testing and validation</a:t>
            </a:r>
            <a:r>
              <a:rPr lang="en-US" altLang="en-US" sz="2600" dirty="0"/>
              <a:t>/ </a:t>
            </a:r>
            <a:r>
              <a:rPr lang="en-US" altLang="en-US" sz="2600" b="1" dirty="0"/>
              <a:t>Scale up Confirmation</a:t>
            </a:r>
          </a:p>
          <a:p>
            <a:pPr eaLnBrk="0" hangingPunct="0">
              <a:lnSpc>
                <a:spcPct val="90000"/>
              </a:lnSpc>
            </a:pPr>
            <a:r>
              <a:rPr lang="en-US" altLang="en-US" sz="2600" dirty="0"/>
              <a:t>        </a:t>
            </a:r>
            <a:r>
              <a:rPr lang="en-US" altLang="en-US" sz="2600" b="1" dirty="0"/>
              <a:t>Gate 5: Decision to go into full production and market launch</a:t>
            </a:r>
            <a:br>
              <a:rPr lang="en-US" altLang="en-US" sz="2600" dirty="0"/>
            </a:br>
            <a:br>
              <a:rPr lang="en-US" altLang="en-US" sz="2600" dirty="0"/>
            </a:br>
            <a:r>
              <a:rPr lang="en-US" altLang="en-US" sz="2600" b="1" dirty="0"/>
              <a:t>Stage 5: Full launch and final report/Product Launch</a:t>
            </a:r>
            <a:br>
              <a:rPr lang="en-US" altLang="en-US" sz="2600" dirty="0"/>
            </a:br>
            <a:r>
              <a:rPr lang="en-US" altLang="en-US" sz="2600" dirty="0"/>
              <a:t>        </a:t>
            </a:r>
            <a:r>
              <a:rPr lang="en-US" altLang="en-US" sz="2600" b="1" dirty="0"/>
              <a:t>Gate 6: Project Termination</a:t>
            </a:r>
          </a:p>
          <a:p>
            <a:pPr eaLnBrk="0" hangingPunct="0">
              <a:lnSpc>
                <a:spcPct val="90000"/>
              </a:lnSpc>
            </a:pPr>
            <a:endParaRPr lang="en-US" altLang="en-US" sz="2600" dirty="0"/>
          </a:p>
          <a:p>
            <a:pPr eaLnBrk="0" hangingPunct="0">
              <a:lnSpc>
                <a:spcPct val="90000"/>
              </a:lnSpc>
            </a:pPr>
            <a:r>
              <a:rPr lang="en-US" altLang="en-US" sz="2600" b="1" dirty="0"/>
              <a:t>Stage 6: Post Launch Audit/ Key Learnings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E5678A-32DE-43FB-B8FE-25ACC7988827}"/>
              </a:ext>
            </a:extLst>
          </p:cNvPr>
          <p:cNvGrpSpPr>
            <a:grpSpLocks/>
          </p:cNvGrpSpPr>
          <p:nvPr/>
        </p:nvGrpSpPr>
        <p:grpSpPr bwMode="auto">
          <a:xfrm>
            <a:off x="2469943" y="1264555"/>
            <a:ext cx="7600950" cy="1030286"/>
            <a:chOff x="144" y="88"/>
            <a:chExt cx="4788" cy="64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21E765B-C2F2-49DE-ABDC-CE767EC3F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" y="480"/>
              <a:ext cx="4750" cy="257"/>
              <a:chOff x="1024" y="3312"/>
              <a:chExt cx="4416" cy="28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7D8BFDC-F3B0-433C-8F85-366857E3F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" name="AutoShape 7">
                <a:extLst>
                  <a:ext uri="{FF2B5EF4-FFF2-40B4-BE49-F238E27FC236}">
                    <a16:creationId xmlns:a16="http://schemas.microsoft.com/office/drawing/2014/main" id="{566AB762-7578-4848-BCCE-7FF4E086F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2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6EB6DC1-34FA-4691-8A0C-16A65DAC5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6" name="AutoShape 9">
                <a:extLst>
                  <a:ext uri="{FF2B5EF4-FFF2-40B4-BE49-F238E27FC236}">
                    <a16:creationId xmlns:a16="http://schemas.microsoft.com/office/drawing/2014/main" id="{748279C1-A957-4088-8847-9CE892541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0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F0C419-CB50-455B-87F0-E4C74D6BA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8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AF33F6D5-F097-448B-9CFD-1CDB49512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C3BB122-A423-4205-907E-890D0744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6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0" name="AutoShape 13">
                <a:extLst>
                  <a:ext uri="{FF2B5EF4-FFF2-40B4-BE49-F238E27FC236}">
                    <a16:creationId xmlns:a16="http://schemas.microsoft.com/office/drawing/2014/main" id="{37AAF7CF-B726-4C12-976F-35766B897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6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358AADB-8396-4CD1-B413-122883D25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AutoShape 15">
                <a:extLst>
                  <a:ext uri="{FF2B5EF4-FFF2-40B4-BE49-F238E27FC236}">
                    <a16:creationId xmlns:a16="http://schemas.microsoft.com/office/drawing/2014/main" id="{A14554B6-C911-4DC8-AA43-73F38B2A3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4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23" name="AutoShape 16">
                <a:extLst>
                  <a:ext uri="{FF2B5EF4-FFF2-40B4-BE49-F238E27FC236}">
                    <a16:creationId xmlns:a16="http://schemas.microsoft.com/office/drawing/2014/main" id="{F431D8DE-66A8-40BE-BF27-F453257D8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312"/>
                <a:ext cx="336" cy="288"/>
              </a:xfrm>
              <a:prstGeom prst="diamond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0193BC6-0AED-47E4-8B76-A9F1C1B8D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D39F9BA-3633-451F-86F9-DA0130581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2" y="331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4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6" name="Text Box 19">
              <a:extLst>
                <a:ext uri="{FF2B5EF4-FFF2-40B4-BE49-F238E27FC236}">
                  <a16:creationId xmlns:a16="http://schemas.microsoft.com/office/drawing/2014/main" id="{83879809-4D81-47D9-B523-173AE9F07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6"/>
              <a:ext cx="28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Idea</a:t>
              </a:r>
            </a:p>
          </p:txBody>
        </p:sp>
        <p:sp>
          <p:nvSpPr>
            <p:cNvPr id="7" name="Text Box 20">
              <a:extLst>
                <a:ext uri="{FF2B5EF4-FFF2-40B4-BE49-F238E27FC236}">
                  <a16:creationId xmlns:a16="http://schemas.microsoft.com/office/drawing/2014/main" id="{754F0FC6-933D-4A9B-828D-047F9CDEF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" y="196"/>
              <a:ext cx="43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Concept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2AB87F02-B917-4413-8889-7E5BB5EE0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142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Business</a:t>
              </a:r>
            </a:p>
            <a:p>
              <a:r>
                <a:rPr lang="en-US" altLang="en-US" sz="1200">
                  <a:latin typeface="Times New Roman" panose="02020603050405020304" pitchFamily="18" charset="0"/>
                </a:rPr>
                <a:t> Case</a:t>
              </a:r>
            </a:p>
          </p:txBody>
        </p:sp>
        <p:sp>
          <p:nvSpPr>
            <p:cNvPr id="9" name="Text Box 22">
              <a:extLst>
                <a:ext uri="{FF2B5EF4-FFF2-40B4-BE49-F238E27FC236}">
                  <a16:creationId xmlns:a16="http://schemas.microsoft.com/office/drawing/2014/main" id="{949CE215-8594-4C8F-8B40-958D0406C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"/>
              <a:ext cx="63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Develop</a:t>
              </a:r>
            </a:p>
          </p:txBody>
        </p:sp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F8FCA620-973F-455E-AB6D-6EBB35400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88"/>
              <a:ext cx="523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Scale Up</a:t>
              </a:r>
            </a:p>
            <a:p>
              <a:r>
                <a:rPr lang="en-US" altLang="en-US" sz="1200">
                  <a:latin typeface="Times New Roman" panose="02020603050405020304" pitchFamily="18" charset="0"/>
                </a:rPr>
                <a:t>Test/ </a:t>
              </a:r>
            </a:p>
            <a:p>
              <a:r>
                <a:rPr lang="en-US" altLang="en-US" sz="1200">
                  <a:latin typeface="Times New Roman" panose="02020603050405020304" pitchFamily="18" charset="0"/>
                </a:rPr>
                <a:t>Validation</a:t>
              </a:r>
            </a:p>
          </p:txBody>
        </p:sp>
        <p:sp>
          <p:nvSpPr>
            <p:cNvPr id="11" name="Text Box 24">
              <a:extLst>
                <a:ext uri="{FF2B5EF4-FFF2-40B4-BE49-F238E27FC236}">
                  <a16:creationId xmlns:a16="http://schemas.microsoft.com/office/drawing/2014/main" id="{B6267ED1-E2C5-48C1-9FCE-94B335A29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1" y="196"/>
              <a:ext cx="4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Launch</a:t>
              </a:r>
            </a:p>
          </p:txBody>
        </p:sp>
        <p:sp>
          <p:nvSpPr>
            <p:cNvPr id="12" name="Text Box 25">
              <a:extLst>
                <a:ext uri="{FF2B5EF4-FFF2-40B4-BE49-F238E27FC236}">
                  <a16:creationId xmlns:a16="http://schemas.microsoft.com/office/drawing/2014/main" id="{C6D772FF-1B28-4D53-B024-44116B27C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88"/>
              <a:ext cx="429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200">
                  <a:latin typeface="Times New Roman" panose="02020603050405020304" pitchFamily="18" charset="0"/>
                </a:rPr>
                <a:t>Post </a:t>
              </a:r>
            </a:p>
            <a:p>
              <a:r>
                <a:rPr lang="en-US" altLang="en-US" sz="1200">
                  <a:latin typeface="Times New Roman" panose="02020603050405020304" pitchFamily="18" charset="0"/>
                </a:rPr>
                <a:t>Launch </a:t>
              </a:r>
            </a:p>
            <a:p>
              <a:r>
                <a:rPr lang="en-US" altLang="en-US" sz="1200">
                  <a:latin typeface="Times New Roman" panose="02020603050405020304" pitchFamily="18" charset="0"/>
                </a:rPr>
                <a:t>Audit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691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AE54-05E4-4CFF-9879-952B0253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Product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5724F-1B8A-4F49-8BA6-8F41BE26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food product design: </a:t>
            </a:r>
          </a:p>
          <a:p>
            <a:pPr marL="0" indent="0">
              <a:buNone/>
            </a:pPr>
            <a:r>
              <a:rPr lang="en-US" dirty="0"/>
              <a:t>          1. Important marketing factors </a:t>
            </a:r>
          </a:p>
          <a:p>
            <a:pPr marL="0" indent="0">
              <a:buNone/>
            </a:pPr>
            <a:r>
              <a:rPr lang="en-US" dirty="0"/>
              <a:t>          2. Important technical factors </a:t>
            </a:r>
          </a:p>
          <a:p>
            <a:pPr marL="0" indent="0">
              <a:buNone/>
            </a:pPr>
            <a:r>
              <a:rPr lang="en-US" dirty="0"/>
              <a:t>          3. Important financial factors </a:t>
            </a:r>
          </a:p>
        </p:txBody>
      </p:sp>
    </p:spTree>
    <p:extLst>
      <p:ext uri="{BB962C8B-B14F-4D97-AF65-F5344CB8AC3E}">
        <p14:creationId xmlns:p14="http://schemas.microsoft.com/office/powerpoint/2010/main" val="1034840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2868-0A8C-4FD0-A7A5-A3B041FE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marketing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2588-8410-4A10-A684-58D92FACB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Consumer acceptability </a:t>
            </a:r>
          </a:p>
          <a:p>
            <a:r>
              <a:rPr lang="en-US" dirty="0"/>
              <a:t>Competitive positioning </a:t>
            </a:r>
          </a:p>
          <a:p>
            <a:r>
              <a:rPr lang="en-US" dirty="0"/>
              <a:t>Legal regulations </a:t>
            </a:r>
          </a:p>
          <a:p>
            <a:r>
              <a:rPr lang="en-US" dirty="0"/>
              <a:t>Ethical requirements </a:t>
            </a:r>
          </a:p>
          <a:p>
            <a:r>
              <a:rPr lang="en-US" dirty="0"/>
              <a:t>Environmental mandates </a:t>
            </a:r>
          </a:p>
          <a:p>
            <a:r>
              <a:rPr lang="en-US" dirty="0"/>
              <a:t>Distributor </a:t>
            </a:r>
          </a:p>
        </p:txBody>
      </p:sp>
    </p:spTree>
    <p:extLst>
      <p:ext uri="{BB962C8B-B14F-4D97-AF65-F5344CB8AC3E}">
        <p14:creationId xmlns:p14="http://schemas.microsoft.com/office/powerpoint/2010/main" val="1143637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5C49-A526-4E17-8142-82AC2474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technical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52C3-7A71-4BC7-A1B2-7726B30E1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Processing </a:t>
            </a:r>
          </a:p>
          <a:p>
            <a:r>
              <a:rPr lang="en-US" dirty="0"/>
              <a:t>Cost </a:t>
            </a:r>
          </a:p>
          <a:p>
            <a:r>
              <a:rPr lang="en-US" dirty="0"/>
              <a:t>Raw material availability </a:t>
            </a:r>
          </a:p>
          <a:p>
            <a:r>
              <a:rPr lang="en-US" dirty="0"/>
              <a:t>Attainability </a:t>
            </a:r>
          </a:p>
          <a:p>
            <a:r>
              <a:rPr lang="en-US" dirty="0"/>
              <a:t>Reliability of product quality </a:t>
            </a:r>
          </a:p>
          <a:p>
            <a:r>
              <a:rPr lang="en-US" dirty="0"/>
              <a:t>Shelf life </a:t>
            </a:r>
          </a:p>
          <a:p>
            <a:r>
              <a:rPr lang="en-US" dirty="0"/>
              <a:t>Equipment needs</a:t>
            </a:r>
          </a:p>
          <a:p>
            <a:r>
              <a:rPr lang="en-US" dirty="0"/>
              <a:t>Human knowledge and skills  </a:t>
            </a:r>
          </a:p>
        </p:txBody>
      </p:sp>
    </p:spTree>
    <p:extLst>
      <p:ext uri="{BB962C8B-B14F-4D97-AF65-F5344CB8AC3E}">
        <p14:creationId xmlns:p14="http://schemas.microsoft.com/office/powerpoint/2010/main" val="3005798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FB7D-9917-416B-AFBE-026B983D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financial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FA8C-D972-4F61-AA67-D76716E7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Costs of manufacturing </a:t>
            </a:r>
          </a:p>
          <a:p>
            <a:r>
              <a:rPr lang="en-US" dirty="0"/>
              <a:t>Distribution </a:t>
            </a:r>
          </a:p>
          <a:p>
            <a:r>
              <a:rPr lang="en-US" dirty="0"/>
              <a:t>Development </a:t>
            </a:r>
          </a:p>
          <a:p>
            <a:r>
              <a:rPr lang="en-US" dirty="0"/>
              <a:t>Investment need </a:t>
            </a:r>
          </a:p>
        </p:txBody>
      </p:sp>
    </p:spTree>
    <p:extLst>
      <p:ext uri="{BB962C8B-B14F-4D97-AF65-F5344CB8AC3E}">
        <p14:creationId xmlns:p14="http://schemas.microsoft.com/office/powerpoint/2010/main" val="488085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319-F437-458A-B0FC-483ED809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product design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1DD3B9-6ACB-435E-AD00-C73F50F516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343278"/>
              </p:ext>
            </p:extLst>
          </p:nvPr>
        </p:nvGraphicFramePr>
        <p:xfrm>
          <a:off x="1828800" y="2173356"/>
          <a:ext cx="9675812" cy="4280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80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5DF8-5C04-4CCF-8158-2F259E0E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feel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ED9A-0978-4C66-893D-9C5AC9511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continuation of the development of the product concept and product design specification. </a:t>
            </a:r>
          </a:p>
          <a:p>
            <a:r>
              <a:rPr lang="en-US" dirty="0"/>
              <a:t>Processing methods and conditions outlined</a:t>
            </a:r>
          </a:p>
          <a:p>
            <a:r>
              <a:rPr lang="en-US" dirty="0"/>
              <a:t>Prototype </a:t>
            </a:r>
          </a:p>
          <a:p>
            <a:r>
              <a:rPr lang="en-US" dirty="0"/>
              <a:t>Technical methods are examined </a:t>
            </a:r>
          </a:p>
          <a:p>
            <a:r>
              <a:rPr lang="en-US" dirty="0"/>
              <a:t>Target market was identified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8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D3FDC-F539-4DF5-96A3-5E41133A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BE5-86B7-4900-859A-19D6345C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wide range of raw material and processing variables </a:t>
            </a:r>
          </a:p>
          <a:p>
            <a:r>
              <a:rPr lang="en-US" dirty="0"/>
              <a:t>Previous knowledge of the designer </a:t>
            </a:r>
          </a:p>
          <a:p>
            <a:r>
              <a:rPr lang="en-US" dirty="0"/>
              <a:t>Quality </a:t>
            </a:r>
          </a:p>
          <a:p>
            <a:r>
              <a:rPr lang="en-US" dirty="0"/>
              <a:t>Availability </a:t>
            </a:r>
          </a:p>
          <a:p>
            <a:r>
              <a:rPr lang="en-US" dirty="0"/>
              <a:t>Cost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34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2760-E96D-4924-B0BA-3E094223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Ball-park studies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406B-3BF6-455E-95F9-6578BB47E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limits of raw materials </a:t>
            </a:r>
          </a:p>
          <a:p>
            <a:r>
              <a:rPr lang="en-US" dirty="0"/>
              <a:t>Processing variables </a:t>
            </a:r>
          </a:p>
          <a:p>
            <a:r>
              <a:rPr lang="en-US" dirty="0"/>
              <a:t>Factorial design programs </a:t>
            </a:r>
          </a:p>
        </p:txBody>
      </p:sp>
    </p:spTree>
    <p:extLst>
      <p:ext uri="{BB962C8B-B14F-4D97-AF65-F5344CB8AC3E}">
        <p14:creationId xmlns:p14="http://schemas.microsoft.com/office/powerpoint/2010/main" val="3988926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F984-E6CE-414C-919C-3C8C3F16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20E8-5969-4637-B607-A2F1FE4C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 over all product quality (input)</a:t>
            </a:r>
          </a:p>
          <a:p>
            <a:r>
              <a:rPr lang="en-US" dirty="0"/>
              <a:t>Setting importance of product qualities </a:t>
            </a:r>
          </a:p>
          <a:p>
            <a:r>
              <a:rPr lang="en-US" dirty="0"/>
              <a:t>Raw material formulations linear programming can be used</a:t>
            </a:r>
          </a:p>
        </p:txBody>
      </p:sp>
    </p:spTree>
    <p:extLst>
      <p:ext uri="{BB962C8B-B14F-4D97-AF65-F5344CB8AC3E}">
        <p14:creationId xmlns:p14="http://schemas.microsoft.com/office/powerpoint/2010/main" val="192145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AD78-CDF1-4131-84A8-37751238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1037-B950-4DF3-95AF-8601827E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Production </a:t>
            </a:r>
          </a:p>
          <a:p>
            <a:r>
              <a:rPr lang="en-US" dirty="0"/>
              <a:t>Marketing </a:t>
            </a:r>
          </a:p>
          <a:p>
            <a:r>
              <a:rPr lang="en-US" dirty="0"/>
              <a:t>The aim of scale up- </a:t>
            </a:r>
          </a:p>
          <a:p>
            <a:pPr marL="0" indent="0">
              <a:buNone/>
            </a:pPr>
            <a:r>
              <a:rPr lang="en-US" dirty="0"/>
              <a:t>         1. product quality </a:t>
            </a:r>
          </a:p>
          <a:p>
            <a:pPr marL="0" indent="0">
              <a:buNone/>
            </a:pPr>
            <a:r>
              <a:rPr lang="en-US" dirty="0"/>
              <a:t>         2. product yield </a:t>
            </a:r>
          </a:p>
          <a:p>
            <a:pPr marL="0" indent="0">
              <a:buNone/>
            </a:pPr>
            <a:r>
              <a:rPr lang="en-US" dirty="0"/>
              <a:t>         3. process control </a:t>
            </a:r>
          </a:p>
          <a:p>
            <a:pPr marL="0" indent="0">
              <a:buNone/>
            </a:pPr>
            <a:r>
              <a:rPr lang="en-US" dirty="0"/>
              <a:t>         4. </a:t>
            </a:r>
            <a:r>
              <a:rPr lang="en-US"/>
              <a:t>cost </a:t>
            </a:r>
          </a:p>
        </p:txBody>
      </p:sp>
    </p:spTree>
    <p:extLst>
      <p:ext uri="{BB962C8B-B14F-4D97-AF65-F5344CB8AC3E}">
        <p14:creationId xmlns:p14="http://schemas.microsoft.com/office/powerpoint/2010/main" val="282284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75C6CC-7ED4-4B05-94DE-59E1B00A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dirty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</a:rPr>
              <a:t>Thank you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0FCAA1-C60A-4BD2-AA1E-886CF2FF7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239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683</TotalTime>
  <Words>881</Words>
  <Application>Microsoft Office PowerPoint</Application>
  <PresentationFormat>Widescreen</PresentationFormat>
  <Paragraphs>187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ＭＳ Ｐゴシック</vt:lpstr>
      <vt:lpstr>Arial</vt:lpstr>
      <vt:lpstr>Century Gothic</vt:lpstr>
      <vt:lpstr>Times New Roman</vt:lpstr>
      <vt:lpstr>Wingdings 3</vt:lpstr>
      <vt:lpstr>Wisp</vt:lpstr>
      <vt:lpstr>NEW PRODUCT DEVELOPMENT </vt:lpstr>
      <vt:lpstr>NEW PRODCUT DEVELOPMENT PROCESS </vt:lpstr>
      <vt:lpstr>1. IDEA GENERATION </vt:lpstr>
      <vt:lpstr>2. Idea screening: </vt:lpstr>
      <vt:lpstr>3. Concept development and testing: </vt:lpstr>
      <vt:lpstr>4. Marketing strategy development </vt:lpstr>
      <vt:lpstr>5. Business analysis: </vt:lpstr>
      <vt:lpstr>6. Product development</vt:lpstr>
      <vt:lpstr>7. Testing marketing: </vt:lpstr>
      <vt:lpstr>8. Commercialization: </vt:lpstr>
      <vt:lpstr>Main four stages in Product development process </vt:lpstr>
      <vt:lpstr>1. Product strategy development  </vt:lpstr>
      <vt:lpstr>2. Product design and process development  </vt:lpstr>
      <vt:lpstr>3. Product commercialization  </vt:lpstr>
      <vt:lpstr>4. Product launch and evaluation  </vt:lpstr>
      <vt:lpstr>Stage Gate Model </vt:lpstr>
      <vt:lpstr>New Product design </vt:lpstr>
      <vt:lpstr>Important marketing factors </vt:lpstr>
      <vt:lpstr>Important technical factors </vt:lpstr>
      <vt:lpstr>Important financial factors </vt:lpstr>
      <vt:lpstr>Steps in product design </vt:lpstr>
      <vt:lpstr>Getting the feel  </vt:lpstr>
      <vt:lpstr>Screening </vt:lpstr>
      <vt:lpstr>Ball-park studies  </vt:lpstr>
      <vt:lpstr>Optimization </vt:lpstr>
      <vt:lpstr>Scale-up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PRODUCT DEVELOPMENT</dc:title>
  <dc:creator>Mamatha Rani</dc:creator>
  <cp:lastModifiedBy>Nor Hanina Zainal Abidin</cp:lastModifiedBy>
  <cp:revision>24</cp:revision>
  <dcterms:created xsi:type="dcterms:W3CDTF">2019-11-21T16:34:34Z</dcterms:created>
  <dcterms:modified xsi:type="dcterms:W3CDTF">2025-08-20T07:02:13Z</dcterms:modified>
</cp:coreProperties>
</file>