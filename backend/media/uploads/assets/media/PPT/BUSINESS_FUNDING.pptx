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8572" y="0"/>
            <a:ext cx="739140" cy="707390"/>
          </a:xfrm>
          <a:custGeom>
            <a:avLst/>
            <a:gdLst/>
            <a:ahLst/>
            <a:cxnLst/>
            <a:rect l="l" t="t" r="r" b="b"/>
            <a:pathLst>
              <a:path w="739139" h="707390">
                <a:moveTo>
                  <a:pt x="739140" y="0"/>
                </a:moveTo>
                <a:lnTo>
                  <a:pt x="0" y="0"/>
                </a:lnTo>
                <a:lnTo>
                  <a:pt x="0" y="707136"/>
                </a:lnTo>
                <a:lnTo>
                  <a:pt x="739140" y="707136"/>
                </a:lnTo>
                <a:lnTo>
                  <a:pt x="739140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528572" y="5908547"/>
            <a:ext cx="739140" cy="949960"/>
          </a:xfrm>
          <a:custGeom>
            <a:avLst/>
            <a:gdLst/>
            <a:ahLst/>
            <a:cxnLst/>
            <a:rect l="l" t="t" r="r" b="b"/>
            <a:pathLst>
              <a:path w="739139" h="949959">
                <a:moveTo>
                  <a:pt x="0" y="949451"/>
                </a:moveTo>
                <a:lnTo>
                  <a:pt x="739140" y="949451"/>
                </a:lnTo>
                <a:lnTo>
                  <a:pt x="739140" y="0"/>
                </a:lnTo>
                <a:lnTo>
                  <a:pt x="0" y="0"/>
                </a:lnTo>
                <a:lnTo>
                  <a:pt x="0" y="949451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528572" y="3520440"/>
            <a:ext cx="739140" cy="554990"/>
          </a:xfrm>
          <a:custGeom>
            <a:avLst/>
            <a:gdLst/>
            <a:ahLst/>
            <a:cxnLst/>
            <a:rect l="l" t="t" r="r" b="b"/>
            <a:pathLst>
              <a:path w="739139" h="554989">
                <a:moveTo>
                  <a:pt x="0" y="554736"/>
                </a:moveTo>
                <a:lnTo>
                  <a:pt x="739140" y="554736"/>
                </a:lnTo>
                <a:lnTo>
                  <a:pt x="739140" y="0"/>
                </a:lnTo>
                <a:lnTo>
                  <a:pt x="0" y="0"/>
                </a:lnTo>
                <a:lnTo>
                  <a:pt x="0" y="554736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5572" y="0"/>
            <a:ext cx="144780" cy="685800"/>
          </a:xfrm>
          <a:custGeom>
            <a:avLst/>
            <a:gdLst/>
            <a:ahLst/>
            <a:cxnLst/>
            <a:rect l="l" t="t" r="r" b="b"/>
            <a:pathLst>
              <a:path w="144779" h="685800">
                <a:moveTo>
                  <a:pt x="144779" y="0"/>
                </a:moveTo>
                <a:lnTo>
                  <a:pt x="0" y="0"/>
                </a:lnTo>
                <a:lnTo>
                  <a:pt x="0" y="685800"/>
                </a:lnTo>
                <a:lnTo>
                  <a:pt x="144779" y="685800"/>
                </a:lnTo>
                <a:lnTo>
                  <a:pt x="144779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4824" y="181432"/>
            <a:ext cx="1098235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56757" y="2639982"/>
            <a:ext cx="5520055" cy="2320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8520" y="6607971"/>
            <a:ext cx="20256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E7E7E"/>
                </a:solidFill>
                <a:latin typeface="Mangal"/>
                <a:cs typeface="Mangal"/>
              </a:defRPr>
            </a:lvl1pPr>
          </a:lstStyle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hyperlink" Target="mailto:emailaddress123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jpg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5.jpg"/><Relationship Id="rId4" Type="http://schemas.openxmlformats.org/officeDocument/2006/relationships/image" Target="../media/image1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17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50195" y="0"/>
            <a:ext cx="741045" cy="1701164"/>
          </a:xfrm>
          <a:custGeom>
            <a:avLst/>
            <a:gdLst/>
            <a:ahLst/>
            <a:cxnLst/>
            <a:rect l="l" t="t" r="r" b="b"/>
            <a:pathLst>
              <a:path w="741045" h="1701164">
                <a:moveTo>
                  <a:pt x="740664" y="0"/>
                </a:moveTo>
                <a:lnTo>
                  <a:pt x="0" y="0"/>
                </a:lnTo>
                <a:lnTo>
                  <a:pt x="0" y="1700784"/>
                </a:lnTo>
                <a:lnTo>
                  <a:pt x="740664" y="1700784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9950195" y="6015228"/>
            <a:ext cx="741045" cy="843280"/>
          </a:xfrm>
          <a:custGeom>
            <a:avLst/>
            <a:gdLst/>
            <a:ahLst/>
            <a:cxnLst/>
            <a:rect l="l" t="t" r="r" b="b"/>
            <a:pathLst>
              <a:path w="741045" h="843279">
                <a:moveTo>
                  <a:pt x="740664" y="0"/>
                </a:moveTo>
                <a:lnTo>
                  <a:pt x="0" y="0"/>
                </a:lnTo>
                <a:lnTo>
                  <a:pt x="0" y="842772"/>
                </a:lnTo>
                <a:lnTo>
                  <a:pt x="740664" y="842772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/>
          <p:cNvGrpSpPr/>
          <p:nvPr/>
        </p:nvGrpSpPr>
        <p:grpSpPr>
          <a:xfrm>
            <a:off x="5893308" y="1700783"/>
            <a:ext cx="6184900" cy="4218940"/>
            <a:chOff x="5893308" y="1700783"/>
            <a:chExt cx="6184900" cy="4218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3308" y="1796795"/>
              <a:ext cx="6184391" cy="41224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51220" y="1700783"/>
              <a:ext cx="144780" cy="685800"/>
            </a:xfrm>
            <a:custGeom>
              <a:avLst/>
              <a:gdLst/>
              <a:ahLst/>
              <a:cxnLst/>
              <a:rect l="l" t="t" r="r" b="b"/>
              <a:pathLst>
                <a:path w="144779" h="685800">
                  <a:moveTo>
                    <a:pt x="144779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44779" y="68580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29183" y="1010234"/>
            <a:ext cx="32931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54" dirty="0"/>
              <a:t>BUSINESS</a:t>
            </a:r>
            <a:endParaRPr sz="5400" dirty="0"/>
          </a:p>
        </p:txBody>
      </p:sp>
      <p:sp>
        <p:nvSpPr>
          <p:cNvPr id="8" name="object 8"/>
          <p:cNvSpPr/>
          <p:nvPr/>
        </p:nvSpPr>
        <p:spPr>
          <a:xfrm>
            <a:off x="1751076" y="2278379"/>
            <a:ext cx="2644140" cy="405765"/>
          </a:xfrm>
          <a:custGeom>
            <a:avLst/>
            <a:gdLst/>
            <a:ahLst/>
            <a:cxnLst/>
            <a:rect l="l" t="t" r="r" b="b"/>
            <a:pathLst>
              <a:path w="2644140" h="405764">
                <a:moveTo>
                  <a:pt x="2644140" y="0"/>
                </a:moveTo>
                <a:lnTo>
                  <a:pt x="0" y="0"/>
                </a:lnTo>
                <a:lnTo>
                  <a:pt x="0" y="405384"/>
                </a:lnTo>
                <a:lnTo>
                  <a:pt x="2644140" y="405384"/>
                </a:lnTo>
                <a:lnTo>
                  <a:pt x="26441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729183" y="1769745"/>
            <a:ext cx="3593465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535"/>
              </a:lnSpc>
              <a:spcBef>
                <a:spcPts val="100"/>
              </a:spcBef>
            </a:pPr>
            <a:r>
              <a:rPr sz="3000" dirty="0">
                <a:solidFill>
                  <a:srgbClr val="C41C1C"/>
                </a:solidFill>
                <a:latin typeface="Century Gothic"/>
                <a:cs typeface="Century Gothic"/>
              </a:rPr>
              <a:t>Concept</a:t>
            </a:r>
            <a:r>
              <a:rPr sz="3000" spc="-20" dirty="0">
                <a:solidFill>
                  <a:srgbClr val="C41C1C"/>
                </a:solidFill>
                <a:latin typeface="Century Gothic"/>
                <a:cs typeface="Century Gothic"/>
              </a:rPr>
              <a:t> </a:t>
            </a:r>
            <a:r>
              <a:rPr sz="3000" spc="-10" dirty="0">
                <a:solidFill>
                  <a:srgbClr val="C41C1C"/>
                </a:solidFill>
                <a:latin typeface="Century Gothic"/>
                <a:cs typeface="Century Gothic"/>
              </a:rPr>
              <a:t>Funding</a:t>
            </a:r>
            <a:endParaRPr sz="3000" dirty="0">
              <a:latin typeface="Century Gothic"/>
              <a:cs typeface="Century Gothic"/>
            </a:endParaRPr>
          </a:p>
          <a:p>
            <a:pPr marL="1188720">
              <a:lnSpc>
                <a:spcPts val="3775"/>
              </a:lnSpc>
            </a:pPr>
            <a:r>
              <a:rPr sz="3200" spc="235" dirty="0">
                <a:solidFill>
                  <a:srgbClr val="FFFFFF"/>
                </a:solidFill>
                <a:latin typeface="Century Gothic"/>
                <a:cs typeface="Century Gothic"/>
              </a:rPr>
              <a:t>PROPOSAL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0" y="2276855"/>
            <a:ext cx="3107055" cy="0"/>
          </a:xfrm>
          <a:custGeom>
            <a:avLst/>
            <a:gdLst/>
            <a:ahLst/>
            <a:cxnLst/>
            <a:rect l="l" t="t" r="r" b="b"/>
            <a:pathLst>
              <a:path w="3107054">
                <a:moveTo>
                  <a:pt x="0" y="0"/>
                </a:moveTo>
                <a:lnTo>
                  <a:pt x="3106928" y="0"/>
                </a:lnTo>
              </a:path>
            </a:pathLst>
          </a:custGeom>
          <a:ln w="6096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695" y="2168651"/>
            <a:ext cx="2551176" cy="38191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7272" y="679830"/>
            <a:ext cx="7766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Cover</a:t>
            </a:r>
            <a:r>
              <a:rPr sz="3000" spc="-90" dirty="0"/>
              <a:t> </a:t>
            </a:r>
            <a:r>
              <a:rPr sz="3000" dirty="0"/>
              <a:t>Letter</a:t>
            </a:r>
            <a:r>
              <a:rPr sz="3000" spc="-85" dirty="0"/>
              <a:t> </a:t>
            </a:r>
            <a:r>
              <a:rPr sz="3000" dirty="0"/>
              <a:t>for</a:t>
            </a:r>
            <a:r>
              <a:rPr sz="3000" spc="-80" dirty="0"/>
              <a:t> </a:t>
            </a:r>
            <a:r>
              <a:rPr sz="3000" dirty="0"/>
              <a:t>Business</a:t>
            </a:r>
            <a:r>
              <a:rPr sz="3000" spc="-85" dirty="0"/>
              <a:t> </a:t>
            </a:r>
            <a:r>
              <a:rPr sz="3000" dirty="0"/>
              <a:t>Concept</a:t>
            </a:r>
            <a:r>
              <a:rPr sz="3000" spc="-80" dirty="0"/>
              <a:t> </a:t>
            </a:r>
            <a:r>
              <a:rPr sz="3000" spc="-10" dirty="0"/>
              <a:t>Funding</a:t>
            </a:r>
            <a:endParaRPr sz="3000" dirty="0"/>
          </a:p>
        </p:txBody>
      </p:sp>
      <p:sp>
        <p:nvSpPr>
          <p:cNvPr id="4" name="object 4"/>
          <p:cNvSpPr txBox="1"/>
          <p:nvPr/>
        </p:nvSpPr>
        <p:spPr>
          <a:xfrm>
            <a:off x="3337686" y="2138299"/>
            <a:ext cx="8093709" cy="3838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Dear</a:t>
            </a:r>
            <a:r>
              <a:rPr sz="1400" b="1" spc="-2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Mr.</a:t>
            </a:r>
            <a:r>
              <a:rPr sz="1400" b="1" spc="-10" dirty="0">
                <a:latin typeface="Century Gothic"/>
                <a:cs typeface="Century Gothic"/>
              </a:rPr>
              <a:t> (client_name),</a:t>
            </a:r>
            <a:endParaRPr sz="1400" dirty="0">
              <a:latin typeface="Century Gothic"/>
              <a:cs typeface="Century Gothic"/>
            </a:endParaRPr>
          </a:p>
          <a:p>
            <a:pPr marL="12700" marR="146685">
              <a:lnSpc>
                <a:spcPct val="100000"/>
              </a:lnSpc>
              <a:spcBef>
                <a:spcPts val="167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Thank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giving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us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opportunity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present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proposal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front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you.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working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on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business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plan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to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initiate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startup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targeting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customers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field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(industry).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accessible,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organization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require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assistance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from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benefactors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fulfillment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funds.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firmly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believe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well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positioned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succeed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business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because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promoting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strategy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aggressively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directly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target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market.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Enclosed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 the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copy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proposal.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 outlines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how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organization(company_name)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going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work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with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you(client_name)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align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programs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make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them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financially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economically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sustainable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by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using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appropriate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innovative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technologies.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hope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will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have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support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as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benefactor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endeavor.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glad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meet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further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discussion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in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accordance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convenience.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Looking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forward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hearing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from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you.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 dirty="0">
              <a:latin typeface="Arial"/>
              <a:cs typeface="Arial"/>
            </a:endParaRPr>
          </a:p>
          <a:p>
            <a:pPr marL="12700" marR="6515734">
              <a:lnSpc>
                <a:spcPct val="100000"/>
              </a:lnSpc>
            </a:pPr>
            <a:r>
              <a:rPr sz="1400" b="1" spc="-10" dirty="0">
                <a:latin typeface="Century Gothic"/>
                <a:cs typeface="Century Gothic"/>
              </a:rPr>
              <a:t>Sincerely, (company-</a:t>
            </a:r>
            <a:r>
              <a:rPr sz="1400" b="1" spc="-20" dirty="0">
                <a:latin typeface="Century Gothic"/>
                <a:cs typeface="Century Gothic"/>
              </a:rPr>
              <a:t>name)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0952" y="0"/>
            <a:ext cx="741045" cy="2005964"/>
          </a:xfrm>
          <a:custGeom>
            <a:avLst/>
            <a:gdLst/>
            <a:ahLst/>
            <a:cxnLst/>
            <a:rect l="l" t="t" r="r" b="b"/>
            <a:pathLst>
              <a:path w="741044" h="2005964">
                <a:moveTo>
                  <a:pt x="740664" y="0"/>
                </a:moveTo>
                <a:lnTo>
                  <a:pt x="0" y="0"/>
                </a:lnTo>
                <a:lnTo>
                  <a:pt x="0" y="2005584"/>
                </a:lnTo>
                <a:lnTo>
                  <a:pt x="740664" y="2005584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520952" y="6149340"/>
            <a:ext cx="741045" cy="708660"/>
          </a:xfrm>
          <a:custGeom>
            <a:avLst/>
            <a:gdLst/>
            <a:ahLst/>
            <a:cxnLst/>
            <a:rect l="l" t="t" r="r" b="b"/>
            <a:pathLst>
              <a:path w="741044" h="708659">
                <a:moveTo>
                  <a:pt x="740664" y="0"/>
                </a:moveTo>
                <a:lnTo>
                  <a:pt x="0" y="0"/>
                </a:lnTo>
                <a:lnTo>
                  <a:pt x="0" y="708660"/>
                </a:lnTo>
                <a:lnTo>
                  <a:pt x="740664" y="708660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Contents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7408" y="1010424"/>
            <a:ext cx="500380" cy="500380"/>
            <a:chOff x="597408" y="1010424"/>
            <a:chExt cx="500380" cy="500380"/>
          </a:xfrm>
        </p:grpSpPr>
        <p:sp>
          <p:nvSpPr>
            <p:cNvPr id="4" name="object 4"/>
            <p:cNvSpPr/>
            <p:nvPr/>
          </p:nvSpPr>
          <p:spPr>
            <a:xfrm>
              <a:off x="741692" y="1030350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5">
                  <a:moveTo>
                    <a:pt x="106502" y="0"/>
                  </a:moveTo>
                  <a:lnTo>
                    <a:pt x="54575" y="5159"/>
                  </a:lnTo>
                  <a:lnTo>
                    <a:pt x="6210" y="19938"/>
                  </a:lnTo>
                  <a:lnTo>
                    <a:pt x="0" y="23240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6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847"/>
                  </a:lnTo>
                  <a:lnTo>
                    <a:pt x="214528" y="24129"/>
                  </a:lnTo>
                  <a:lnTo>
                    <a:pt x="206794" y="19938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8" y="1010424"/>
              <a:ext cx="499859" cy="499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5949" y="1079372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4">
                  <a:moveTo>
                    <a:pt x="183146" y="0"/>
                  </a:moveTo>
                  <a:lnTo>
                    <a:pt x="134456" y="6536"/>
                  </a:lnTo>
                  <a:lnTo>
                    <a:pt x="90706" y="24986"/>
                  </a:lnTo>
                  <a:lnTo>
                    <a:pt x="53640" y="53609"/>
                  </a:lnTo>
                  <a:lnTo>
                    <a:pt x="25003" y="90668"/>
                  </a:lnTo>
                  <a:lnTo>
                    <a:pt x="6541" y="134423"/>
                  </a:lnTo>
                  <a:lnTo>
                    <a:pt x="0" y="183134"/>
                  </a:lnTo>
                  <a:lnTo>
                    <a:pt x="6541" y="231800"/>
                  </a:lnTo>
                  <a:lnTo>
                    <a:pt x="25003" y="275542"/>
                  </a:lnTo>
                  <a:lnTo>
                    <a:pt x="53640" y="312610"/>
                  </a:lnTo>
                  <a:lnTo>
                    <a:pt x="90706" y="341253"/>
                  </a:lnTo>
                  <a:lnTo>
                    <a:pt x="134456" y="359722"/>
                  </a:lnTo>
                  <a:lnTo>
                    <a:pt x="183146" y="366267"/>
                  </a:lnTo>
                  <a:lnTo>
                    <a:pt x="231837" y="359722"/>
                  </a:lnTo>
                  <a:lnTo>
                    <a:pt x="275590" y="341253"/>
                  </a:lnTo>
                  <a:lnTo>
                    <a:pt x="312659" y="312610"/>
                  </a:lnTo>
                  <a:lnTo>
                    <a:pt x="341299" y="275542"/>
                  </a:lnTo>
                  <a:lnTo>
                    <a:pt x="359763" y="231800"/>
                  </a:lnTo>
                  <a:lnTo>
                    <a:pt x="366306" y="183134"/>
                  </a:lnTo>
                  <a:lnTo>
                    <a:pt x="359763" y="134423"/>
                  </a:lnTo>
                  <a:lnTo>
                    <a:pt x="341299" y="90668"/>
                  </a:lnTo>
                  <a:lnTo>
                    <a:pt x="312659" y="53609"/>
                  </a:lnTo>
                  <a:lnTo>
                    <a:pt x="275590" y="24986"/>
                  </a:lnTo>
                  <a:lnTo>
                    <a:pt x="231837" y="6536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50519" y="1155572"/>
            <a:ext cx="1322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01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spc="-10" dirty="0">
                <a:latin typeface="Century Gothic"/>
                <a:cs typeface="Century Gothic"/>
              </a:rPr>
              <a:t>Introduction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7408" y="1633740"/>
            <a:ext cx="500380" cy="500380"/>
            <a:chOff x="597408" y="1633740"/>
            <a:chExt cx="500380" cy="500380"/>
          </a:xfrm>
        </p:grpSpPr>
        <p:sp>
          <p:nvSpPr>
            <p:cNvPr id="9" name="object 9"/>
            <p:cNvSpPr/>
            <p:nvPr/>
          </p:nvSpPr>
          <p:spPr>
            <a:xfrm>
              <a:off x="741692" y="1653921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30" h="45719">
                  <a:moveTo>
                    <a:pt x="106502" y="0"/>
                  </a:moveTo>
                  <a:lnTo>
                    <a:pt x="54575" y="5159"/>
                  </a:lnTo>
                  <a:lnTo>
                    <a:pt x="6210" y="19938"/>
                  </a:lnTo>
                  <a:lnTo>
                    <a:pt x="0" y="23240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6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719"/>
                  </a:lnTo>
                  <a:lnTo>
                    <a:pt x="214528" y="24129"/>
                  </a:lnTo>
                  <a:lnTo>
                    <a:pt x="206794" y="19938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408" y="1633740"/>
              <a:ext cx="499859" cy="4998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5949" y="1702816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4">
                  <a:moveTo>
                    <a:pt x="183146" y="0"/>
                  </a:moveTo>
                  <a:lnTo>
                    <a:pt x="134461" y="6545"/>
                  </a:lnTo>
                  <a:lnTo>
                    <a:pt x="90711" y="25014"/>
                  </a:lnTo>
                  <a:lnTo>
                    <a:pt x="53644" y="53657"/>
                  </a:lnTo>
                  <a:lnTo>
                    <a:pt x="25006" y="90725"/>
                  </a:lnTo>
                  <a:lnTo>
                    <a:pt x="6542" y="134467"/>
                  </a:lnTo>
                  <a:lnTo>
                    <a:pt x="0" y="183134"/>
                  </a:lnTo>
                  <a:lnTo>
                    <a:pt x="6542" y="231854"/>
                  </a:lnTo>
                  <a:lnTo>
                    <a:pt x="25006" y="275632"/>
                  </a:lnTo>
                  <a:lnTo>
                    <a:pt x="53644" y="312721"/>
                  </a:lnTo>
                  <a:lnTo>
                    <a:pt x="90711" y="341375"/>
                  </a:lnTo>
                  <a:lnTo>
                    <a:pt x="134461" y="359849"/>
                  </a:lnTo>
                  <a:lnTo>
                    <a:pt x="183146" y="366395"/>
                  </a:lnTo>
                  <a:lnTo>
                    <a:pt x="231837" y="359849"/>
                  </a:lnTo>
                  <a:lnTo>
                    <a:pt x="275590" y="341376"/>
                  </a:lnTo>
                  <a:lnTo>
                    <a:pt x="312659" y="312721"/>
                  </a:lnTo>
                  <a:lnTo>
                    <a:pt x="341299" y="275632"/>
                  </a:lnTo>
                  <a:lnTo>
                    <a:pt x="359763" y="231854"/>
                  </a:lnTo>
                  <a:lnTo>
                    <a:pt x="366306" y="183134"/>
                  </a:lnTo>
                  <a:lnTo>
                    <a:pt x="359763" y="134467"/>
                  </a:lnTo>
                  <a:lnTo>
                    <a:pt x="341299" y="90725"/>
                  </a:lnTo>
                  <a:lnTo>
                    <a:pt x="312659" y="53657"/>
                  </a:lnTo>
                  <a:lnTo>
                    <a:pt x="275590" y="25014"/>
                  </a:lnTo>
                  <a:lnTo>
                    <a:pt x="231837" y="6545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0519" y="1779270"/>
            <a:ext cx="1746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02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Product </a:t>
            </a:r>
            <a:r>
              <a:rPr sz="1200" b="1" spc="-10" dirty="0">
                <a:latin typeface="Century Gothic"/>
                <a:cs typeface="Century Gothic"/>
              </a:rPr>
              <a:t>Overview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7408" y="2257056"/>
            <a:ext cx="500380" cy="500380"/>
            <a:chOff x="597408" y="2257056"/>
            <a:chExt cx="500380" cy="500380"/>
          </a:xfrm>
        </p:grpSpPr>
        <p:sp>
          <p:nvSpPr>
            <p:cNvPr id="14" name="object 14"/>
            <p:cNvSpPr/>
            <p:nvPr/>
          </p:nvSpPr>
          <p:spPr>
            <a:xfrm>
              <a:off x="741692" y="2277490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30" h="45719">
                  <a:moveTo>
                    <a:pt x="106502" y="0"/>
                  </a:moveTo>
                  <a:lnTo>
                    <a:pt x="54575" y="5111"/>
                  </a:lnTo>
                  <a:lnTo>
                    <a:pt x="6210" y="19938"/>
                  </a:lnTo>
                  <a:lnTo>
                    <a:pt x="0" y="23241"/>
                  </a:lnTo>
                  <a:lnTo>
                    <a:pt x="9169" y="44323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6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720"/>
                  </a:lnTo>
                  <a:lnTo>
                    <a:pt x="214528" y="24003"/>
                  </a:lnTo>
                  <a:lnTo>
                    <a:pt x="206794" y="19938"/>
                  </a:lnTo>
                  <a:lnTo>
                    <a:pt x="183122" y="11358"/>
                  </a:lnTo>
                  <a:lnTo>
                    <a:pt x="158429" y="5111"/>
                  </a:lnTo>
                  <a:lnTo>
                    <a:pt x="132845" y="1293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408" y="2257056"/>
              <a:ext cx="499859" cy="4998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5949" y="232638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4">
                  <a:moveTo>
                    <a:pt x="183146" y="0"/>
                  </a:moveTo>
                  <a:lnTo>
                    <a:pt x="134456" y="6545"/>
                  </a:lnTo>
                  <a:lnTo>
                    <a:pt x="90706" y="25014"/>
                  </a:lnTo>
                  <a:lnTo>
                    <a:pt x="53640" y="53657"/>
                  </a:lnTo>
                  <a:lnTo>
                    <a:pt x="25003" y="90725"/>
                  </a:lnTo>
                  <a:lnTo>
                    <a:pt x="6541" y="134467"/>
                  </a:lnTo>
                  <a:lnTo>
                    <a:pt x="0" y="183134"/>
                  </a:lnTo>
                  <a:lnTo>
                    <a:pt x="6541" y="231844"/>
                  </a:lnTo>
                  <a:lnTo>
                    <a:pt x="25003" y="275599"/>
                  </a:lnTo>
                  <a:lnTo>
                    <a:pt x="53640" y="312658"/>
                  </a:lnTo>
                  <a:lnTo>
                    <a:pt x="90706" y="341281"/>
                  </a:lnTo>
                  <a:lnTo>
                    <a:pt x="134456" y="359731"/>
                  </a:lnTo>
                  <a:lnTo>
                    <a:pt x="183146" y="366267"/>
                  </a:lnTo>
                  <a:lnTo>
                    <a:pt x="231837" y="359731"/>
                  </a:lnTo>
                  <a:lnTo>
                    <a:pt x="275590" y="341281"/>
                  </a:lnTo>
                  <a:lnTo>
                    <a:pt x="312659" y="312658"/>
                  </a:lnTo>
                  <a:lnTo>
                    <a:pt x="341299" y="275599"/>
                  </a:lnTo>
                  <a:lnTo>
                    <a:pt x="359763" y="231844"/>
                  </a:lnTo>
                  <a:lnTo>
                    <a:pt x="366306" y="183134"/>
                  </a:lnTo>
                  <a:lnTo>
                    <a:pt x="359763" y="134467"/>
                  </a:lnTo>
                  <a:lnTo>
                    <a:pt x="341299" y="90725"/>
                  </a:lnTo>
                  <a:lnTo>
                    <a:pt x="312659" y="53657"/>
                  </a:lnTo>
                  <a:lnTo>
                    <a:pt x="275590" y="25014"/>
                  </a:lnTo>
                  <a:lnTo>
                    <a:pt x="231837" y="6545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0519" y="2402840"/>
            <a:ext cx="1871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03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Market</a:t>
            </a:r>
            <a:r>
              <a:rPr sz="1200" b="1" spc="-10" dirty="0">
                <a:latin typeface="Century Gothic"/>
                <a:cs typeface="Century Gothic"/>
              </a:rPr>
              <a:t> Opportunity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7408" y="2880372"/>
            <a:ext cx="500380" cy="500380"/>
            <a:chOff x="597408" y="2880372"/>
            <a:chExt cx="500380" cy="500380"/>
          </a:xfrm>
        </p:grpSpPr>
        <p:sp>
          <p:nvSpPr>
            <p:cNvPr id="19" name="object 19"/>
            <p:cNvSpPr/>
            <p:nvPr/>
          </p:nvSpPr>
          <p:spPr>
            <a:xfrm>
              <a:off x="741692" y="290093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5">
                  <a:moveTo>
                    <a:pt x="106502" y="0"/>
                  </a:moveTo>
                  <a:lnTo>
                    <a:pt x="54575" y="5175"/>
                  </a:lnTo>
                  <a:lnTo>
                    <a:pt x="6210" y="20065"/>
                  </a:lnTo>
                  <a:lnTo>
                    <a:pt x="0" y="23367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400"/>
                  </a:lnTo>
                  <a:lnTo>
                    <a:pt x="59272" y="27749"/>
                  </a:lnTo>
                  <a:lnTo>
                    <a:pt x="82540" y="24288"/>
                  </a:lnTo>
                  <a:lnTo>
                    <a:pt x="106502" y="23113"/>
                  </a:lnTo>
                  <a:lnTo>
                    <a:pt x="130456" y="24288"/>
                  </a:lnTo>
                  <a:lnTo>
                    <a:pt x="153720" y="27749"/>
                  </a:lnTo>
                  <a:lnTo>
                    <a:pt x="176175" y="33400"/>
                  </a:lnTo>
                  <a:lnTo>
                    <a:pt x="197700" y="41148"/>
                  </a:lnTo>
                  <a:lnTo>
                    <a:pt x="206374" y="45846"/>
                  </a:lnTo>
                  <a:lnTo>
                    <a:pt x="214528" y="24129"/>
                  </a:lnTo>
                  <a:lnTo>
                    <a:pt x="206794" y="20065"/>
                  </a:lnTo>
                  <a:lnTo>
                    <a:pt x="183122" y="11465"/>
                  </a:lnTo>
                  <a:lnTo>
                    <a:pt x="158429" y="5175"/>
                  </a:lnTo>
                  <a:lnTo>
                    <a:pt x="132845" y="1313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408" y="2880372"/>
              <a:ext cx="499859" cy="4998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5949" y="294995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61" y="6545"/>
                  </a:lnTo>
                  <a:lnTo>
                    <a:pt x="90711" y="25014"/>
                  </a:lnTo>
                  <a:lnTo>
                    <a:pt x="53644" y="53657"/>
                  </a:lnTo>
                  <a:lnTo>
                    <a:pt x="25006" y="90725"/>
                  </a:lnTo>
                  <a:lnTo>
                    <a:pt x="6542" y="134467"/>
                  </a:lnTo>
                  <a:lnTo>
                    <a:pt x="0" y="183134"/>
                  </a:lnTo>
                  <a:lnTo>
                    <a:pt x="6542" y="231844"/>
                  </a:lnTo>
                  <a:lnTo>
                    <a:pt x="25006" y="275599"/>
                  </a:lnTo>
                  <a:lnTo>
                    <a:pt x="53644" y="312658"/>
                  </a:lnTo>
                  <a:lnTo>
                    <a:pt x="90711" y="341281"/>
                  </a:lnTo>
                  <a:lnTo>
                    <a:pt x="134461" y="359731"/>
                  </a:lnTo>
                  <a:lnTo>
                    <a:pt x="183146" y="366268"/>
                  </a:lnTo>
                  <a:lnTo>
                    <a:pt x="231837" y="359731"/>
                  </a:lnTo>
                  <a:lnTo>
                    <a:pt x="275590" y="341281"/>
                  </a:lnTo>
                  <a:lnTo>
                    <a:pt x="312659" y="312658"/>
                  </a:lnTo>
                  <a:lnTo>
                    <a:pt x="341299" y="275599"/>
                  </a:lnTo>
                  <a:lnTo>
                    <a:pt x="359763" y="231844"/>
                  </a:lnTo>
                  <a:lnTo>
                    <a:pt x="366306" y="183134"/>
                  </a:lnTo>
                  <a:lnTo>
                    <a:pt x="359763" y="134467"/>
                  </a:lnTo>
                  <a:lnTo>
                    <a:pt x="341299" y="90725"/>
                  </a:lnTo>
                  <a:lnTo>
                    <a:pt x="312659" y="53657"/>
                  </a:lnTo>
                  <a:lnTo>
                    <a:pt x="275590" y="25014"/>
                  </a:lnTo>
                  <a:lnTo>
                    <a:pt x="231837" y="6545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0519" y="3026409"/>
            <a:ext cx="2161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04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Investment</a:t>
            </a:r>
            <a:r>
              <a:rPr sz="1200" b="1" spc="-6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Opportunity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7408" y="3503701"/>
            <a:ext cx="500380" cy="501650"/>
            <a:chOff x="597408" y="3503701"/>
            <a:chExt cx="500380" cy="501650"/>
          </a:xfrm>
        </p:grpSpPr>
        <p:sp>
          <p:nvSpPr>
            <p:cNvPr id="24" name="object 24"/>
            <p:cNvSpPr/>
            <p:nvPr/>
          </p:nvSpPr>
          <p:spPr>
            <a:xfrm>
              <a:off x="741692" y="352450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4">
                  <a:moveTo>
                    <a:pt x="106502" y="0"/>
                  </a:moveTo>
                  <a:lnTo>
                    <a:pt x="54575" y="5159"/>
                  </a:lnTo>
                  <a:lnTo>
                    <a:pt x="6210" y="19938"/>
                  </a:lnTo>
                  <a:lnTo>
                    <a:pt x="0" y="23241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6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847"/>
                  </a:lnTo>
                  <a:lnTo>
                    <a:pt x="214528" y="24130"/>
                  </a:lnTo>
                  <a:lnTo>
                    <a:pt x="206794" y="19938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408" y="3503701"/>
              <a:ext cx="499859" cy="5013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65949" y="357352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56" y="6536"/>
                  </a:lnTo>
                  <a:lnTo>
                    <a:pt x="90706" y="24986"/>
                  </a:lnTo>
                  <a:lnTo>
                    <a:pt x="53640" y="53609"/>
                  </a:lnTo>
                  <a:lnTo>
                    <a:pt x="25003" y="90668"/>
                  </a:lnTo>
                  <a:lnTo>
                    <a:pt x="6541" y="134423"/>
                  </a:lnTo>
                  <a:lnTo>
                    <a:pt x="0" y="183134"/>
                  </a:lnTo>
                  <a:lnTo>
                    <a:pt x="6541" y="231800"/>
                  </a:lnTo>
                  <a:lnTo>
                    <a:pt x="25003" y="275542"/>
                  </a:lnTo>
                  <a:lnTo>
                    <a:pt x="53640" y="312610"/>
                  </a:lnTo>
                  <a:lnTo>
                    <a:pt x="90706" y="341253"/>
                  </a:lnTo>
                  <a:lnTo>
                    <a:pt x="134456" y="359722"/>
                  </a:lnTo>
                  <a:lnTo>
                    <a:pt x="183146" y="366268"/>
                  </a:lnTo>
                  <a:lnTo>
                    <a:pt x="231837" y="359722"/>
                  </a:lnTo>
                  <a:lnTo>
                    <a:pt x="275590" y="341253"/>
                  </a:lnTo>
                  <a:lnTo>
                    <a:pt x="312659" y="312610"/>
                  </a:lnTo>
                  <a:lnTo>
                    <a:pt x="341299" y="275542"/>
                  </a:lnTo>
                  <a:lnTo>
                    <a:pt x="359763" y="231800"/>
                  </a:lnTo>
                  <a:lnTo>
                    <a:pt x="366306" y="183134"/>
                  </a:lnTo>
                  <a:lnTo>
                    <a:pt x="359763" y="134423"/>
                  </a:lnTo>
                  <a:lnTo>
                    <a:pt x="341299" y="90668"/>
                  </a:lnTo>
                  <a:lnTo>
                    <a:pt x="312659" y="53609"/>
                  </a:lnTo>
                  <a:lnTo>
                    <a:pt x="275590" y="24986"/>
                  </a:lnTo>
                  <a:lnTo>
                    <a:pt x="231837" y="6536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50519" y="3650107"/>
            <a:ext cx="1487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05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SWOT </a:t>
            </a:r>
            <a:r>
              <a:rPr sz="1200" b="1" spc="-10" dirty="0">
                <a:latin typeface="Century Gothic"/>
                <a:cs typeface="Century Gothic"/>
              </a:rPr>
              <a:t>Analysis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7408" y="4128528"/>
            <a:ext cx="500380" cy="500380"/>
            <a:chOff x="597408" y="4128528"/>
            <a:chExt cx="500380" cy="500380"/>
          </a:xfrm>
        </p:grpSpPr>
        <p:sp>
          <p:nvSpPr>
            <p:cNvPr id="29" name="object 29"/>
            <p:cNvSpPr/>
            <p:nvPr/>
          </p:nvSpPr>
          <p:spPr>
            <a:xfrm>
              <a:off x="741692" y="414807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4">
                  <a:moveTo>
                    <a:pt x="106502" y="0"/>
                  </a:moveTo>
                  <a:lnTo>
                    <a:pt x="54575" y="5159"/>
                  </a:lnTo>
                  <a:lnTo>
                    <a:pt x="6210" y="19938"/>
                  </a:lnTo>
                  <a:lnTo>
                    <a:pt x="0" y="23240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5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846"/>
                  </a:lnTo>
                  <a:lnTo>
                    <a:pt x="214528" y="24130"/>
                  </a:lnTo>
                  <a:lnTo>
                    <a:pt x="206794" y="19938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408" y="4128528"/>
              <a:ext cx="499859" cy="49985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5949" y="419709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61" y="6536"/>
                  </a:lnTo>
                  <a:lnTo>
                    <a:pt x="90711" y="24986"/>
                  </a:lnTo>
                  <a:lnTo>
                    <a:pt x="53644" y="53609"/>
                  </a:lnTo>
                  <a:lnTo>
                    <a:pt x="25006" y="90668"/>
                  </a:lnTo>
                  <a:lnTo>
                    <a:pt x="6542" y="134423"/>
                  </a:lnTo>
                  <a:lnTo>
                    <a:pt x="0" y="183133"/>
                  </a:lnTo>
                  <a:lnTo>
                    <a:pt x="6542" y="231800"/>
                  </a:lnTo>
                  <a:lnTo>
                    <a:pt x="25006" y="275542"/>
                  </a:lnTo>
                  <a:lnTo>
                    <a:pt x="53644" y="312610"/>
                  </a:lnTo>
                  <a:lnTo>
                    <a:pt x="90711" y="341253"/>
                  </a:lnTo>
                  <a:lnTo>
                    <a:pt x="134461" y="359722"/>
                  </a:lnTo>
                  <a:lnTo>
                    <a:pt x="183146" y="366267"/>
                  </a:lnTo>
                  <a:lnTo>
                    <a:pt x="231837" y="359722"/>
                  </a:lnTo>
                  <a:lnTo>
                    <a:pt x="275590" y="341253"/>
                  </a:lnTo>
                  <a:lnTo>
                    <a:pt x="312659" y="312610"/>
                  </a:lnTo>
                  <a:lnTo>
                    <a:pt x="341299" y="275542"/>
                  </a:lnTo>
                  <a:lnTo>
                    <a:pt x="359763" y="231800"/>
                  </a:lnTo>
                  <a:lnTo>
                    <a:pt x="366306" y="183133"/>
                  </a:lnTo>
                  <a:lnTo>
                    <a:pt x="359763" y="134423"/>
                  </a:lnTo>
                  <a:lnTo>
                    <a:pt x="341299" y="90668"/>
                  </a:lnTo>
                  <a:lnTo>
                    <a:pt x="312659" y="53609"/>
                  </a:lnTo>
                  <a:lnTo>
                    <a:pt x="275590" y="24986"/>
                  </a:lnTo>
                  <a:lnTo>
                    <a:pt x="231837" y="6536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0519" y="4273677"/>
            <a:ext cx="2339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06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Porter’s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Five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Forces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Model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7408" y="4751844"/>
            <a:ext cx="500380" cy="500380"/>
            <a:chOff x="597408" y="4751844"/>
            <a:chExt cx="500380" cy="500380"/>
          </a:xfrm>
        </p:grpSpPr>
        <p:sp>
          <p:nvSpPr>
            <p:cNvPr id="34" name="object 34"/>
            <p:cNvSpPr/>
            <p:nvPr/>
          </p:nvSpPr>
          <p:spPr>
            <a:xfrm>
              <a:off x="741692" y="4771644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30" h="45720">
                  <a:moveTo>
                    <a:pt x="106502" y="0"/>
                  </a:moveTo>
                  <a:lnTo>
                    <a:pt x="54575" y="5159"/>
                  </a:lnTo>
                  <a:lnTo>
                    <a:pt x="6210" y="19938"/>
                  </a:lnTo>
                  <a:lnTo>
                    <a:pt x="0" y="23240"/>
                  </a:lnTo>
                  <a:lnTo>
                    <a:pt x="9169" y="44449"/>
                  </a:lnTo>
                  <a:lnTo>
                    <a:pt x="15290" y="41147"/>
                  </a:lnTo>
                  <a:lnTo>
                    <a:pt x="36816" y="33381"/>
                  </a:lnTo>
                  <a:lnTo>
                    <a:pt x="59272" y="27685"/>
                  </a:lnTo>
                  <a:lnTo>
                    <a:pt x="82540" y="24181"/>
                  </a:lnTo>
                  <a:lnTo>
                    <a:pt x="106502" y="22986"/>
                  </a:lnTo>
                  <a:lnTo>
                    <a:pt x="130456" y="24181"/>
                  </a:lnTo>
                  <a:lnTo>
                    <a:pt x="153720" y="27685"/>
                  </a:lnTo>
                  <a:lnTo>
                    <a:pt x="176175" y="33381"/>
                  </a:lnTo>
                  <a:lnTo>
                    <a:pt x="197700" y="41147"/>
                  </a:lnTo>
                  <a:lnTo>
                    <a:pt x="206374" y="45719"/>
                  </a:lnTo>
                  <a:lnTo>
                    <a:pt x="214528" y="24129"/>
                  </a:lnTo>
                  <a:lnTo>
                    <a:pt x="206794" y="19938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7408" y="4751844"/>
              <a:ext cx="499859" cy="4998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65949" y="4820539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56" y="6545"/>
                  </a:lnTo>
                  <a:lnTo>
                    <a:pt x="90706" y="25018"/>
                  </a:lnTo>
                  <a:lnTo>
                    <a:pt x="53640" y="53673"/>
                  </a:lnTo>
                  <a:lnTo>
                    <a:pt x="25003" y="90762"/>
                  </a:lnTo>
                  <a:lnTo>
                    <a:pt x="6541" y="134540"/>
                  </a:lnTo>
                  <a:lnTo>
                    <a:pt x="0" y="183261"/>
                  </a:lnTo>
                  <a:lnTo>
                    <a:pt x="6541" y="231927"/>
                  </a:lnTo>
                  <a:lnTo>
                    <a:pt x="25003" y="275669"/>
                  </a:lnTo>
                  <a:lnTo>
                    <a:pt x="53640" y="312737"/>
                  </a:lnTo>
                  <a:lnTo>
                    <a:pt x="90706" y="341380"/>
                  </a:lnTo>
                  <a:lnTo>
                    <a:pt x="134456" y="359849"/>
                  </a:lnTo>
                  <a:lnTo>
                    <a:pt x="183146" y="366394"/>
                  </a:lnTo>
                  <a:lnTo>
                    <a:pt x="231837" y="359849"/>
                  </a:lnTo>
                  <a:lnTo>
                    <a:pt x="275590" y="341380"/>
                  </a:lnTo>
                  <a:lnTo>
                    <a:pt x="312659" y="312737"/>
                  </a:lnTo>
                  <a:lnTo>
                    <a:pt x="341299" y="275669"/>
                  </a:lnTo>
                  <a:lnTo>
                    <a:pt x="359763" y="231927"/>
                  </a:lnTo>
                  <a:lnTo>
                    <a:pt x="366306" y="183261"/>
                  </a:lnTo>
                  <a:lnTo>
                    <a:pt x="359763" y="134540"/>
                  </a:lnTo>
                  <a:lnTo>
                    <a:pt x="341299" y="90762"/>
                  </a:lnTo>
                  <a:lnTo>
                    <a:pt x="312659" y="53673"/>
                  </a:lnTo>
                  <a:lnTo>
                    <a:pt x="275590" y="25019"/>
                  </a:lnTo>
                  <a:lnTo>
                    <a:pt x="231837" y="6545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50519" y="4897069"/>
            <a:ext cx="23837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07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Selecting</a:t>
            </a:r>
            <a:r>
              <a:rPr sz="1200" b="1" spc="-5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Target</a:t>
            </a:r>
            <a:r>
              <a:rPr sz="1200" b="1" spc="-4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Audience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97408" y="5375147"/>
            <a:ext cx="500380" cy="500380"/>
            <a:chOff x="597408" y="5375147"/>
            <a:chExt cx="500380" cy="500380"/>
          </a:xfrm>
        </p:grpSpPr>
        <p:sp>
          <p:nvSpPr>
            <p:cNvPr id="39" name="object 39"/>
            <p:cNvSpPr/>
            <p:nvPr/>
          </p:nvSpPr>
          <p:spPr>
            <a:xfrm>
              <a:off x="741692" y="5395213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30" h="45720">
                  <a:moveTo>
                    <a:pt x="106502" y="0"/>
                  </a:moveTo>
                  <a:lnTo>
                    <a:pt x="54575" y="5159"/>
                  </a:lnTo>
                  <a:lnTo>
                    <a:pt x="6210" y="19939"/>
                  </a:lnTo>
                  <a:lnTo>
                    <a:pt x="0" y="23241"/>
                  </a:lnTo>
                  <a:lnTo>
                    <a:pt x="9169" y="44450"/>
                  </a:lnTo>
                  <a:lnTo>
                    <a:pt x="15290" y="41148"/>
                  </a:lnTo>
                  <a:lnTo>
                    <a:pt x="36816" y="33381"/>
                  </a:lnTo>
                  <a:lnTo>
                    <a:pt x="59272" y="27686"/>
                  </a:lnTo>
                  <a:lnTo>
                    <a:pt x="82540" y="24181"/>
                  </a:lnTo>
                  <a:lnTo>
                    <a:pt x="106502" y="22987"/>
                  </a:lnTo>
                  <a:lnTo>
                    <a:pt x="130456" y="24181"/>
                  </a:lnTo>
                  <a:lnTo>
                    <a:pt x="153720" y="27686"/>
                  </a:lnTo>
                  <a:lnTo>
                    <a:pt x="176175" y="33381"/>
                  </a:lnTo>
                  <a:lnTo>
                    <a:pt x="197700" y="41148"/>
                  </a:lnTo>
                  <a:lnTo>
                    <a:pt x="206374" y="45720"/>
                  </a:lnTo>
                  <a:lnTo>
                    <a:pt x="214528" y="24003"/>
                  </a:lnTo>
                  <a:lnTo>
                    <a:pt x="206794" y="19939"/>
                  </a:lnTo>
                  <a:lnTo>
                    <a:pt x="183122" y="11412"/>
                  </a:lnTo>
                  <a:lnTo>
                    <a:pt x="158429" y="5159"/>
                  </a:lnTo>
                  <a:lnTo>
                    <a:pt x="132845" y="1311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7408" y="5375147"/>
              <a:ext cx="499859" cy="49985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65949" y="5444108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61" y="6545"/>
                  </a:lnTo>
                  <a:lnTo>
                    <a:pt x="90711" y="25015"/>
                  </a:lnTo>
                  <a:lnTo>
                    <a:pt x="53644" y="53662"/>
                  </a:lnTo>
                  <a:lnTo>
                    <a:pt x="25006" y="90736"/>
                  </a:lnTo>
                  <a:lnTo>
                    <a:pt x="6542" y="134489"/>
                  </a:lnTo>
                  <a:lnTo>
                    <a:pt x="0" y="183172"/>
                  </a:lnTo>
                  <a:lnTo>
                    <a:pt x="6542" y="231862"/>
                  </a:lnTo>
                  <a:lnTo>
                    <a:pt x="25006" y="275615"/>
                  </a:lnTo>
                  <a:lnTo>
                    <a:pt x="53644" y="312685"/>
                  </a:lnTo>
                  <a:lnTo>
                    <a:pt x="90711" y="341324"/>
                  </a:lnTo>
                  <a:lnTo>
                    <a:pt x="134461" y="359788"/>
                  </a:lnTo>
                  <a:lnTo>
                    <a:pt x="183146" y="366331"/>
                  </a:lnTo>
                  <a:lnTo>
                    <a:pt x="231837" y="359788"/>
                  </a:lnTo>
                  <a:lnTo>
                    <a:pt x="275590" y="341324"/>
                  </a:lnTo>
                  <a:lnTo>
                    <a:pt x="312659" y="312685"/>
                  </a:lnTo>
                  <a:lnTo>
                    <a:pt x="341299" y="275615"/>
                  </a:lnTo>
                  <a:lnTo>
                    <a:pt x="359763" y="231862"/>
                  </a:lnTo>
                  <a:lnTo>
                    <a:pt x="366306" y="183172"/>
                  </a:lnTo>
                  <a:lnTo>
                    <a:pt x="359763" y="134489"/>
                  </a:lnTo>
                  <a:lnTo>
                    <a:pt x="341299" y="90736"/>
                  </a:lnTo>
                  <a:lnTo>
                    <a:pt x="312659" y="53662"/>
                  </a:lnTo>
                  <a:lnTo>
                    <a:pt x="275590" y="25015"/>
                  </a:lnTo>
                  <a:lnTo>
                    <a:pt x="231837" y="6545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50519" y="5521249"/>
            <a:ext cx="17773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08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Product </a:t>
            </a:r>
            <a:r>
              <a:rPr sz="1200" b="1" spc="-10" dirty="0">
                <a:latin typeface="Century Gothic"/>
                <a:cs typeface="Century Gothic"/>
              </a:rPr>
              <a:t>Roadmap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97408" y="5998464"/>
            <a:ext cx="500380" cy="500380"/>
            <a:chOff x="597408" y="5998464"/>
            <a:chExt cx="500380" cy="500380"/>
          </a:xfrm>
        </p:grpSpPr>
        <p:sp>
          <p:nvSpPr>
            <p:cNvPr id="44" name="object 44"/>
            <p:cNvSpPr/>
            <p:nvPr/>
          </p:nvSpPr>
          <p:spPr>
            <a:xfrm>
              <a:off x="741692" y="6018695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4">
                  <a:moveTo>
                    <a:pt x="106502" y="0"/>
                  </a:moveTo>
                  <a:lnTo>
                    <a:pt x="54575" y="5162"/>
                  </a:lnTo>
                  <a:lnTo>
                    <a:pt x="6210" y="19964"/>
                  </a:lnTo>
                  <a:lnTo>
                    <a:pt x="0" y="23291"/>
                  </a:lnTo>
                  <a:lnTo>
                    <a:pt x="9169" y="44449"/>
                  </a:lnTo>
                  <a:lnTo>
                    <a:pt x="15290" y="41173"/>
                  </a:lnTo>
                  <a:lnTo>
                    <a:pt x="36816" y="33401"/>
                  </a:lnTo>
                  <a:lnTo>
                    <a:pt x="59272" y="27706"/>
                  </a:lnTo>
                  <a:lnTo>
                    <a:pt x="82540" y="24205"/>
                  </a:lnTo>
                  <a:lnTo>
                    <a:pt x="106502" y="23012"/>
                  </a:lnTo>
                  <a:lnTo>
                    <a:pt x="130456" y="24205"/>
                  </a:lnTo>
                  <a:lnTo>
                    <a:pt x="153720" y="27706"/>
                  </a:lnTo>
                  <a:lnTo>
                    <a:pt x="176175" y="33401"/>
                  </a:lnTo>
                  <a:lnTo>
                    <a:pt x="197700" y="41173"/>
                  </a:lnTo>
                  <a:lnTo>
                    <a:pt x="206374" y="45808"/>
                  </a:lnTo>
                  <a:lnTo>
                    <a:pt x="214528" y="24104"/>
                  </a:lnTo>
                  <a:lnTo>
                    <a:pt x="206794" y="19964"/>
                  </a:lnTo>
                  <a:lnTo>
                    <a:pt x="183122" y="11422"/>
                  </a:lnTo>
                  <a:lnTo>
                    <a:pt x="158429" y="5162"/>
                  </a:lnTo>
                  <a:lnTo>
                    <a:pt x="132845" y="1312"/>
                  </a:lnTo>
                  <a:lnTo>
                    <a:pt x="1065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7408" y="5998464"/>
              <a:ext cx="499859" cy="49985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65949" y="6067666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4" h="366395">
                  <a:moveTo>
                    <a:pt x="183146" y="0"/>
                  </a:moveTo>
                  <a:lnTo>
                    <a:pt x="134456" y="6542"/>
                  </a:lnTo>
                  <a:lnTo>
                    <a:pt x="90706" y="25006"/>
                  </a:lnTo>
                  <a:lnTo>
                    <a:pt x="53640" y="53646"/>
                  </a:lnTo>
                  <a:lnTo>
                    <a:pt x="25003" y="90715"/>
                  </a:lnTo>
                  <a:lnTo>
                    <a:pt x="6541" y="134468"/>
                  </a:lnTo>
                  <a:lnTo>
                    <a:pt x="0" y="183159"/>
                  </a:lnTo>
                  <a:lnTo>
                    <a:pt x="6541" y="231850"/>
                  </a:lnTo>
                  <a:lnTo>
                    <a:pt x="25003" y="275603"/>
                  </a:lnTo>
                  <a:lnTo>
                    <a:pt x="53640" y="312672"/>
                  </a:lnTo>
                  <a:lnTo>
                    <a:pt x="90706" y="341312"/>
                  </a:lnTo>
                  <a:lnTo>
                    <a:pt x="134456" y="359776"/>
                  </a:lnTo>
                  <a:lnTo>
                    <a:pt x="183146" y="366318"/>
                  </a:lnTo>
                  <a:lnTo>
                    <a:pt x="231837" y="359776"/>
                  </a:lnTo>
                  <a:lnTo>
                    <a:pt x="275590" y="341312"/>
                  </a:lnTo>
                  <a:lnTo>
                    <a:pt x="312659" y="312672"/>
                  </a:lnTo>
                  <a:lnTo>
                    <a:pt x="341299" y="275603"/>
                  </a:lnTo>
                  <a:lnTo>
                    <a:pt x="359763" y="231850"/>
                  </a:lnTo>
                  <a:lnTo>
                    <a:pt x="366306" y="183159"/>
                  </a:lnTo>
                  <a:lnTo>
                    <a:pt x="359763" y="134468"/>
                  </a:lnTo>
                  <a:lnTo>
                    <a:pt x="341299" y="90715"/>
                  </a:lnTo>
                  <a:lnTo>
                    <a:pt x="312659" y="53646"/>
                  </a:lnTo>
                  <a:lnTo>
                    <a:pt x="275590" y="25006"/>
                  </a:lnTo>
                  <a:lnTo>
                    <a:pt x="231837" y="6542"/>
                  </a:lnTo>
                  <a:lnTo>
                    <a:pt x="1831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50519" y="6144869"/>
            <a:ext cx="1706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09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Product </a:t>
            </a:r>
            <a:r>
              <a:rPr sz="1200" b="1" spc="-10" dirty="0">
                <a:latin typeface="Century Gothic"/>
                <a:cs typeface="Century Gothic"/>
              </a:rPr>
              <a:t>Lifecycle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253484" y="1010424"/>
            <a:ext cx="500380" cy="500380"/>
            <a:chOff x="4253484" y="1010424"/>
            <a:chExt cx="500380" cy="500380"/>
          </a:xfrm>
        </p:grpSpPr>
        <p:sp>
          <p:nvSpPr>
            <p:cNvPr id="49" name="object 49"/>
            <p:cNvSpPr/>
            <p:nvPr/>
          </p:nvSpPr>
          <p:spPr>
            <a:xfrm>
              <a:off x="4397756" y="1030350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29" h="46355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0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6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847"/>
                  </a:lnTo>
                  <a:lnTo>
                    <a:pt x="214503" y="24129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3484" y="1010424"/>
              <a:ext cx="499859" cy="49985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21937" y="1079372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4">
                  <a:moveTo>
                    <a:pt x="183134" y="0"/>
                  </a:moveTo>
                  <a:lnTo>
                    <a:pt x="134467" y="6536"/>
                  </a:lnTo>
                  <a:lnTo>
                    <a:pt x="90725" y="24986"/>
                  </a:lnTo>
                  <a:lnTo>
                    <a:pt x="53657" y="53609"/>
                  </a:lnTo>
                  <a:lnTo>
                    <a:pt x="25014" y="90668"/>
                  </a:lnTo>
                  <a:lnTo>
                    <a:pt x="6545" y="134423"/>
                  </a:lnTo>
                  <a:lnTo>
                    <a:pt x="0" y="183134"/>
                  </a:lnTo>
                  <a:lnTo>
                    <a:pt x="6545" y="231800"/>
                  </a:lnTo>
                  <a:lnTo>
                    <a:pt x="25014" y="275542"/>
                  </a:lnTo>
                  <a:lnTo>
                    <a:pt x="53657" y="312610"/>
                  </a:lnTo>
                  <a:lnTo>
                    <a:pt x="90725" y="341253"/>
                  </a:lnTo>
                  <a:lnTo>
                    <a:pt x="134467" y="359722"/>
                  </a:lnTo>
                  <a:lnTo>
                    <a:pt x="183134" y="366267"/>
                  </a:lnTo>
                  <a:lnTo>
                    <a:pt x="231854" y="359722"/>
                  </a:lnTo>
                  <a:lnTo>
                    <a:pt x="275632" y="341253"/>
                  </a:lnTo>
                  <a:lnTo>
                    <a:pt x="312721" y="312610"/>
                  </a:lnTo>
                  <a:lnTo>
                    <a:pt x="341375" y="275542"/>
                  </a:lnTo>
                  <a:lnTo>
                    <a:pt x="359849" y="231800"/>
                  </a:lnTo>
                  <a:lnTo>
                    <a:pt x="366395" y="183134"/>
                  </a:lnTo>
                  <a:lnTo>
                    <a:pt x="359849" y="134423"/>
                  </a:lnTo>
                  <a:lnTo>
                    <a:pt x="341376" y="90668"/>
                  </a:lnTo>
                  <a:lnTo>
                    <a:pt x="312721" y="53609"/>
                  </a:lnTo>
                  <a:lnTo>
                    <a:pt x="275632" y="24986"/>
                  </a:lnTo>
                  <a:lnTo>
                    <a:pt x="231854" y="6536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406900" y="1155572"/>
            <a:ext cx="19469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10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Product</a:t>
            </a:r>
            <a:r>
              <a:rPr sz="1200" b="1" spc="-4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Market</a:t>
            </a:r>
            <a:r>
              <a:rPr sz="1200" b="1" spc="-40" dirty="0">
                <a:latin typeface="Century Gothic"/>
                <a:cs typeface="Century Gothic"/>
              </a:rPr>
              <a:t> </a:t>
            </a:r>
            <a:r>
              <a:rPr sz="1200" b="1" spc="-25" dirty="0">
                <a:latin typeface="Century Gothic"/>
                <a:cs typeface="Century Gothic"/>
              </a:rPr>
              <a:t>Map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253484" y="1633740"/>
            <a:ext cx="500380" cy="500380"/>
            <a:chOff x="4253484" y="1633740"/>
            <a:chExt cx="500380" cy="500380"/>
          </a:xfrm>
        </p:grpSpPr>
        <p:sp>
          <p:nvSpPr>
            <p:cNvPr id="54" name="object 54"/>
            <p:cNvSpPr/>
            <p:nvPr/>
          </p:nvSpPr>
          <p:spPr>
            <a:xfrm>
              <a:off x="4397756" y="1653921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29" h="45719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0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6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719"/>
                  </a:lnTo>
                  <a:lnTo>
                    <a:pt x="214503" y="24129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53484" y="1633740"/>
              <a:ext cx="499859" cy="49985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21937" y="1702816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4">
                  <a:moveTo>
                    <a:pt x="183134" y="0"/>
                  </a:moveTo>
                  <a:lnTo>
                    <a:pt x="134467" y="6545"/>
                  </a:lnTo>
                  <a:lnTo>
                    <a:pt x="90725" y="25014"/>
                  </a:lnTo>
                  <a:lnTo>
                    <a:pt x="53657" y="53657"/>
                  </a:lnTo>
                  <a:lnTo>
                    <a:pt x="25014" y="90725"/>
                  </a:lnTo>
                  <a:lnTo>
                    <a:pt x="6545" y="134467"/>
                  </a:lnTo>
                  <a:lnTo>
                    <a:pt x="0" y="183134"/>
                  </a:lnTo>
                  <a:lnTo>
                    <a:pt x="6545" y="231854"/>
                  </a:lnTo>
                  <a:lnTo>
                    <a:pt x="25014" y="275632"/>
                  </a:lnTo>
                  <a:lnTo>
                    <a:pt x="53657" y="312721"/>
                  </a:lnTo>
                  <a:lnTo>
                    <a:pt x="90725" y="341375"/>
                  </a:lnTo>
                  <a:lnTo>
                    <a:pt x="134467" y="359849"/>
                  </a:lnTo>
                  <a:lnTo>
                    <a:pt x="183134" y="366395"/>
                  </a:lnTo>
                  <a:lnTo>
                    <a:pt x="231854" y="359849"/>
                  </a:lnTo>
                  <a:lnTo>
                    <a:pt x="275632" y="341376"/>
                  </a:lnTo>
                  <a:lnTo>
                    <a:pt x="312721" y="312721"/>
                  </a:lnTo>
                  <a:lnTo>
                    <a:pt x="341375" y="275632"/>
                  </a:lnTo>
                  <a:lnTo>
                    <a:pt x="359849" y="231854"/>
                  </a:lnTo>
                  <a:lnTo>
                    <a:pt x="366395" y="183134"/>
                  </a:lnTo>
                  <a:lnTo>
                    <a:pt x="359849" y="134467"/>
                  </a:lnTo>
                  <a:lnTo>
                    <a:pt x="341376" y="90725"/>
                  </a:lnTo>
                  <a:lnTo>
                    <a:pt x="312721" y="53657"/>
                  </a:lnTo>
                  <a:lnTo>
                    <a:pt x="275632" y="25014"/>
                  </a:lnTo>
                  <a:lnTo>
                    <a:pt x="231854" y="6545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406900" y="1777746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11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817109" y="1779270"/>
            <a:ext cx="1958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Future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Benefits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Investors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253484" y="2257056"/>
            <a:ext cx="500380" cy="500380"/>
            <a:chOff x="4253484" y="2257056"/>
            <a:chExt cx="500380" cy="500380"/>
          </a:xfrm>
        </p:grpSpPr>
        <p:sp>
          <p:nvSpPr>
            <p:cNvPr id="60" name="object 60"/>
            <p:cNvSpPr/>
            <p:nvPr/>
          </p:nvSpPr>
          <p:spPr>
            <a:xfrm>
              <a:off x="4397756" y="2277490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29" h="45719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1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6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720"/>
                  </a:lnTo>
                  <a:lnTo>
                    <a:pt x="214503" y="24003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53484" y="2257056"/>
              <a:ext cx="499859" cy="49985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321937" y="232638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4">
                  <a:moveTo>
                    <a:pt x="183134" y="0"/>
                  </a:moveTo>
                  <a:lnTo>
                    <a:pt x="134467" y="6545"/>
                  </a:lnTo>
                  <a:lnTo>
                    <a:pt x="90725" y="25014"/>
                  </a:lnTo>
                  <a:lnTo>
                    <a:pt x="53657" y="53657"/>
                  </a:lnTo>
                  <a:lnTo>
                    <a:pt x="25014" y="90725"/>
                  </a:lnTo>
                  <a:lnTo>
                    <a:pt x="6545" y="134467"/>
                  </a:lnTo>
                  <a:lnTo>
                    <a:pt x="0" y="183134"/>
                  </a:lnTo>
                  <a:lnTo>
                    <a:pt x="6545" y="231844"/>
                  </a:lnTo>
                  <a:lnTo>
                    <a:pt x="25014" y="275599"/>
                  </a:lnTo>
                  <a:lnTo>
                    <a:pt x="53657" y="312658"/>
                  </a:lnTo>
                  <a:lnTo>
                    <a:pt x="90725" y="341281"/>
                  </a:lnTo>
                  <a:lnTo>
                    <a:pt x="134467" y="359731"/>
                  </a:lnTo>
                  <a:lnTo>
                    <a:pt x="183134" y="366267"/>
                  </a:lnTo>
                  <a:lnTo>
                    <a:pt x="231854" y="359731"/>
                  </a:lnTo>
                  <a:lnTo>
                    <a:pt x="275632" y="341281"/>
                  </a:lnTo>
                  <a:lnTo>
                    <a:pt x="312721" y="312658"/>
                  </a:lnTo>
                  <a:lnTo>
                    <a:pt x="341375" y="275599"/>
                  </a:lnTo>
                  <a:lnTo>
                    <a:pt x="359849" y="231844"/>
                  </a:lnTo>
                  <a:lnTo>
                    <a:pt x="366395" y="183134"/>
                  </a:lnTo>
                  <a:lnTo>
                    <a:pt x="359849" y="134467"/>
                  </a:lnTo>
                  <a:lnTo>
                    <a:pt x="341376" y="90725"/>
                  </a:lnTo>
                  <a:lnTo>
                    <a:pt x="312721" y="53657"/>
                  </a:lnTo>
                  <a:lnTo>
                    <a:pt x="275632" y="25014"/>
                  </a:lnTo>
                  <a:lnTo>
                    <a:pt x="231854" y="6545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406900" y="2402840"/>
            <a:ext cx="36880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12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Cost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Benefit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Analysis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of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Marketing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Strategies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253484" y="2880372"/>
            <a:ext cx="500380" cy="500380"/>
            <a:chOff x="4253484" y="2880372"/>
            <a:chExt cx="500380" cy="500380"/>
          </a:xfrm>
        </p:grpSpPr>
        <p:sp>
          <p:nvSpPr>
            <p:cNvPr id="65" name="object 65"/>
            <p:cNvSpPr/>
            <p:nvPr/>
          </p:nvSpPr>
          <p:spPr>
            <a:xfrm>
              <a:off x="4397756" y="290093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29" h="46355">
                  <a:moveTo>
                    <a:pt x="106426" y="0"/>
                  </a:moveTo>
                  <a:lnTo>
                    <a:pt x="54514" y="5175"/>
                  </a:lnTo>
                  <a:lnTo>
                    <a:pt x="6223" y="20065"/>
                  </a:lnTo>
                  <a:lnTo>
                    <a:pt x="0" y="23367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400"/>
                  </a:lnTo>
                  <a:lnTo>
                    <a:pt x="59213" y="27749"/>
                  </a:lnTo>
                  <a:lnTo>
                    <a:pt x="82462" y="24288"/>
                  </a:lnTo>
                  <a:lnTo>
                    <a:pt x="106426" y="23113"/>
                  </a:lnTo>
                  <a:lnTo>
                    <a:pt x="130407" y="24288"/>
                  </a:lnTo>
                  <a:lnTo>
                    <a:pt x="153685" y="27749"/>
                  </a:lnTo>
                  <a:lnTo>
                    <a:pt x="176131" y="33400"/>
                  </a:lnTo>
                  <a:lnTo>
                    <a:pt x="197612" y="41148"/>
                  </a:lnTo>
                  <a:lnTo>
                    <a:pt x="206375" y="45846"/>
                  </a:lnTo>
                  <a:lnTo>
                    <a:pt x="214503" y="24129"/>
                  </a:lnTo>
                  <a:lnTo>
                    <a:pt x="206756" y="20065"/>
                  </a:lnTo>
                  <a:lnTo>
                    <a:pt x="183060" y="11465"/>
                  </a:lnTo>
                  <a:lnTo>
                    <a:pt x="158353" y="5175"/>
                  </a:lnTo>
                  <a:lnTo>
                    <a:pt x="132764" y="1313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53484" y="2880372"/>
              <a:ext cx="499859" cy="49985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321937" y="294995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45"/>
                  </a:lnTo>
                  <a:lnTo>
                    <a:pt x="90725" y="25014"/>
                  </a:lnTo>
                  <a:lnTo>
                    <a:pt x="53657" y="53657"/>
                  </a:lnTo>
                  <a:lnTo>
                    <a:pt x="25014" y="90725"/>
                  </a:lnTo>
                  <a:lnTo>
                    <a:pt x="6545" y="134467"/>
                  </a:lnTo>
                  <a:lnTo>
                    <a:pt x="0" y="183134"/>
                  </a:lnTo>
                  <a:lnTo>
                    <a:pt x="6545" y="231844"/>
                  </a:lnTo>
                  <a:lnTo>
                    <a:pt x="25014" y="275599"/>
                  </a:lnTo>
                  <a:lnTo>
                    <a:pt x="53657" y="312658"/>
                  </a:lnTo>
                  <a:lnTo>
                    <a:pt x="90725" y="341281"/>
                  </a:lnTo>
                  <a:lnTo>
                    <a:pt x="134467" y="359731"/>
                  </a:lnTo>
                  <a:lnTo>
                    <a:pt x="183134" y="366268"/>
                  </a:lnTo>
                  <a:lnTo>
                    <a:pt x="231854" y="359731"/>
                  </a:lnTo>
                  <a:lnTo>
                    <a:pt x="275632" y="341281"/>
                  </a:lnTo>
                  <a:lnTo>
                    <a:pt x="312721" y="312658"/>
                  </a:lnTo>
                  <a:lnTo>
                    <a:pt x="341375" y="275599"/>
                  </a:lnTo>
                  <a:lnTo>
                    <a:pt x="359849" y="231844"/>
                  </a:lnTo>
                  <a:lnTo>
                    <a:pt x="366395" y="183134"/>
                  </a:lnTo>
                  <a:lnTo>
                    <a:pt x="359849" y="134467"/>
                  </a:lnTo>
                  <a:lnTo>
                    <a:pt x="341376" y="90725"/>
                  </a:lnTo>
                  <a:lnTo>
                    <a:pt x="312721" y="53657"/>
                  </a:lnTo>
                  <a:lnTo>
                    <a:pt x="275632" y="25014"/>
                  </a:lnTo>
                  <a:lnTo>
                    <a:pt x="231854" y="6545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406900" y="3026409"/>
            <a:ext cx="1757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13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Budget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Allocation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253484" y="3503701"/>
            <a:ext cx="500380" cy="501650"/>
            <a:chOff x="4253484" y="3503701"/>
            <a:chExt cx="500380" cy="501650"/>
          </a:xfrm>
        </p:grpSpPr>
        <p:sp>
          <p:nvSpPr>
            <p:cNvPr id="70" name="object 70"/>
            <p:cNvSpPr/>
            <p:nvPr/>
          </p:nvSpPr>
          <p:spPr>
            <a:xfrm>
              <a:off x="4397756" y="352450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29" h="46354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1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6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847"/>
                  </a:lnTo>
                  <a:lnTo>
                    <a:pt x="214503" y="24130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53484" y="3503701"/>
              <a:ext cx="499859" cy="50137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321937" y="357352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36"/>
                  </a:lnTo>
                  <a:lnTo>
                    <a:pt x="90725" y="24986"/>
                  </a:lnTo>
                  <a:lnTo>
                    <a:pt x="53657" y="53609"/>
                  </a:lnTo>
                  <a:lnTo>
                    <a:pt x="25014" y="90668"/>
                  </a:lnTo>
                  <a:lnTo>
                    <a:pt x="6545" y="134423"/>
                  </a:lnTo>
                  <a:lnTo>
                    <a:pt x="0" y="183134"/>
                  </a:lnTo>
                  <a:lnTo>
                    <a:pt x="6545" y="231800"/>
                  </a:lnTo>
                  <a:lnTo>
                    <a:pt x="25014" y="275542"/>
                  </a:lnTo>
                  <a:lnTo>
                    <a:pt x="53657" y="312610"/>
                  </a:lnTo>
                  <a:lnTo>
                    <a:pt x="90725" y="341253"/>
                  </a:lnTo>
                  <a:lnTo>
                    <a:pt x="134467" y="359722"/>
                  </a:lnTo>
                  <a:lnTo>
                    <a:pt x="183134" y="366268"/>
                  </a:lnTo>
                  <a:lnTo>
                    <a:pt x="231854" y="359722"/>
                  </a:lnTo>
                  <a:lnTo>
                    <a:pt x="275632" y="341253"/>
                  </a:lnTo>
                  <a:lnTo>
                    <a:pt x="312721" y="312610"/>
                  </a:lnTo>
                  <a:lnTo>
                    <a:pt x="341375" y="275542"/>
                  </a:lnTo>
                  <a:lnTo>
                    <a:pt x="359849" y="231800"/>
                  </a:lnTo>
                  <a:lnTo>
                    <a:pt x="366395" y="183134"/>
                  </a:lnTo>
                  <a:lnTo>
                    <a:pt x="359849" y="134423"/>
                  </a:lnTo>
                  <a:lnTo>
                    <a:pt x="341376" y="90668"/>
                  </a:lnTo>
                  <a:lnTo>
                    <a:pt x="312721" y="53609"/>
                  </a:lnTo>
                  <a:lnTo>
                    <a:pt x="275632" y="24986"/>
                  </a:lnTo>
                  <a:lnTo>
                    <a:pt x="231854" y="6536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406900" y="3650107"/>
            <a:ext cx="1245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14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spc="-10" dirty="0">
                <a:latin typeface="Century Gothic"/>
                <a:cs typeface="Century Gothic"/>
              </a:rPr>
              <a:t>Investment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253484" y="4128528"/>
            <a:ext cx="500380" cy="500380"/>
            <a:chOff x="4253484" y="4128528"/>
            <a:chExt cx="500380" cy="500380"/>
          </a:xfrm>
        </p:grpSpPr>
        <p:sp>
          <p:nvSpPr>
            <p:cNvPr id="75" name="object 75"/>
            <p:cNvSpPr/>
            <p:nvPr/>
          </p:nvSpPr>
          <p:spPr>
            <a:xfrm>
              <a:off x="4397756" y="4148073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29" h="46354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0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5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846"/>
                  </a:lnTo>
                  <a:lnTo>
                    <a:pt x="214503" y="24130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6" name="object 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3484" y="4128528"/>
              <a:ext cx="499859" cy="49985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321937" y="4197095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36"/>
                  </a:lnTo>
                  <a:lnTo>
                    <a:pt x="90725" y="24986"/>
                  </a:lnTo>
                  <a:lnTo>
                    <a:pt x="53657" y="53609"/>
                  </a:lnTo>
                  <a:lnTo>
                    <a:pt x="25014" y="90668"/>
                  </a:lnTo>
                  <a:lnTo>
                    <a:pt x="6545" y="134423"/>
                  </a:lnTo>
                  <a:lnTo>
                    <a:pt x="0" y="183133"/>
                  </a:lnTo>
                  <a:lnTo>
                    <a:pt x="6545" y="231800"/>
                  </a:lnTo>
                  <a:lnTo>
                    <a:pt x="25014" y="275542"/>
                  </a:lnTo>
                  <a:lnTo>
                    <a:pt x="53657" y="312610"/>
                  </a:lnTo>
                  <a:lnTo>
                    <a:pt x="90725" y="341253"/>
                  </a:lnTo>
                  <a:lnTo>
                    <a:pt x="134467" y="359722"/>
                  </a:lnTo>
                  <a:lnTo>
                    <a:pt x="183134" y="366267"/>
                  </a:lnTo>
                  <a:lnTo>
                    <a:pt x="231854" y="359722"/>
                  </a:lnTo>
                  <a:lnTo>
                    <a:pt x="275632" y="341253"/>
                  </a:lnTo>
                  <a:lnTo>
                    <a:pt x="312721" y="312610"/>
                  </a:lnTo>
                  <a:lnTo>
                    <a:pt x="341375" y="275542"/>
                  </a:lnTo>
                  <a:lnTo>
                    <a:pt x="359849" y="231800"/>
                  </a:lnTo>
                  <a:lnTo>
                    <a:pt x="366395" y="183133"/>
                  </a:lnTo>
                  <a:lnTo>
                    <a:pt x="359849" y="134423"/>
                  </a:lnTo>
                  <a:lnTo>
                    <a:pt x="341376" y="90668"/>
                  </a:lnTo>
                  <a:lnTo>
                    <a:pt x="312721" y="53609"/>
                  </a:lnTo>
                  <a:lnTo>
                    <a:pt x="275632" y="24986"/>
                  </a:lnTo>
                  <a:lnTo>
                    <a:pt x="231854" y="6536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406900" y="4273677"/>
            <a:ext cx="1760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15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Funding</a:t>
            </a:r>
            <a:r>
              <a:rPr sz="1200" b="1" spc="-4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Summary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4253484" y="5375147"/>
            <a:ext cx="500380" cy="500380"/>
            <a:chOff x="4253484" y="5375147"/>
            <a:chExt cx="500380" cy="500380"/>
          </a:xfrm>
        </p:grpSpPr>
        <p:sp>
          <p:nvSpPr>
            <p:cNvPr id="80" name="object 80"/>
            <p:cNvSpPr/>
            <p:nvPr/>
          </p:nvSpPr>
          <p:spPr>
            <a:xfrm>
              <a:off x="4397756" y="5395213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29" h="45720">
                  <a:moveTo>
                    <a:pt x="106426" y="0"/>
                  </a:moveTo>
                  <a:lnTo>
                    <a:pt x="54514" y="5159"/>
                  </a:lnTo>
                  <a:lnTo>
                    <a:pt x="6223" y="19939"/>
                  </a:lnTo>
                  <a:lnTo>
                    <a:pt x="0" y="23241"/>
                  </a:lnTo>
                  <a:lnTo>
                    <a:pt x="9144" y="44450"/>
                  </a:lnTo>
                  <a:lnTo>
                    <a:pt x="15240" y="41148"/>
                  </a:lnTo>
                  <a:lnTo>
                    <a:pt x="36774" y="33381"/>
                  </a:lnTo>
                  <a:lnTo>
                    <a:pt x="59213" y="27686"/>
                  </a:lnTo>
                  <a:lnTo>
                    <a:pt x="82462" y="24181"/>
                  </a:lnTo>
                  <a:lnTo>
                    <a:pt x="106426" y="22987"/>
                  </a:lnTo>
                  <a:lnTo>
                    <a:pt x="130407" y="24181"/>
                  </a:lnTo>
                  <a:lnTo>
                    <a:pt x="153685" y="27686"/>
                  </a:lnTo>
                  <a:lnTo>
                    <a:pt x="176131" y="33381"/>
                  </a:lnTo>
                  <a:lnTo>
                    <a:pt x="197612" y="41148"/>
                  </a:lnTo>
                  <a:lnTo>
                    <a:pt x="206375" y="45720"/>
                  </a:lnTo>
                  <a:lnTo>
                    <a:pt x="214503" y="24003"/>
                  </a:lnTo>
                  <a:lnTo>
                    <a:pt x="206756" y="19939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1" name="object 8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53484" y="5375147"/>
              <a:ext cx="499859" cy="49985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321937" y="5444108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45"/>
                  </a:lnTo>
                  <a:lnTo>
                    <a:pt x="90725" y="25015"/>
                  </a:lnTo>
                  <a:lnTo>
                    <a:pt x="53657" y="53662"/>
                  </a:lnTo>
                  <a:lnTo>
                    <a:pt x="25014" y="90736"/>
                  </a:lnTo>
                  <a:lnTo>
                    <a:pt x="6545" y="134489"/>
                  </a:lnTo>
                  <a:lnTo>
                    <a:pt x="0" y="183172"/>
                  </a:lnTo>
                  <a:lnTo>
                    <a:pt x="6545" y="231862"/>
                  </a:lnTo>
                  <a:lnTo>
                    <a:pt x="25014" y="275615"/>
                  </a:lnTo>
                  <a:lnTo>
                    <a:pt x="53657" y="312685"/>
                  </a:lnTo>
                  <a:lnTo>
                    <a:pt x="90725" y="341324"/>
                  </a:lnTo>
                  <a:lnTo>
                    <a:pt x="134467" y="359788"/>
                  </a:lnTo>
                  <a:lnTo>
                    <a:pt x="183134" y="366331"/>
                  </a:lnTo>
                  <a:lnTo>
                    <a:pt x="231854" y="359788"/>
                  </a:lnTo>
                  <a:lnTo>
                    <a:pt x="275632" y="341324"/>
                  </a:lnTo>
                  <a:lnTo>
                    <a:pt x="312721" y="312685"/>
                  </a:lnTo>
                  <a:lnTo>
                    <a:pt x="341375" y="275615"/>
                  </a:lnTo>
                  <a:lnTo>
                    <a:pt x="359849" y="231862"/>
                  </a:lnTo>
                  <a:lnTo>
                    <a:pt x="366395" y="183172"/>
                  </a:lnTo>
                  <a:lnTo>
                    <a:pt x="359849" y="134489"/>
                  </a:lnTo>
                  <a:lnTo>
                    <a:pt x="341376" y="90736"/>
                  </a:lnTo>
                  <a:lnTo>
                    <a:pt x="312721" y="53662"/>
                  </a:lnTo>
                  <a:lnTo>
                    <a:pt x="275632" y="25015"/>
                  </a:lnTo>
                  <a:lnTo>
                    <a:pt x="231854" y="6545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406900" y="5521249"/>
            <a:ext cx="1790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212121"/>
                </a:solidFill>
                <a:latin typeface="Arial"/>
                <a:cs typeface="Arial"/>
              </a:rPr>
              <a:t>17</a:t>
            </a:r>
            <a:r>
              <a:rPr sz="1200" b="1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Client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Testimonials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4253484" y="5998464"/>
            <a:ext cx="500380" cy="500380"/>
            <a:chOff x="4253484" y="5998464"/>
            <a:chExt cx="500380" cy="500380"/>
          </a:xfrm>
        </p:grpSpPr>
        <p:sp>
          <p:nvSpPr>
            <p:cNvPr id="85" name="object 85"/>
            <p:cNvSpPr/>
            <p:nvPr/>
          </p:nvSpPr>
          <p:spPr>
            <a:xfrm>
              <a:off x="4397756" y="6018695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29" h="46354">
                  <a:moveTo>
                    <a:pt x="106426" y="0"/>
                  </a:moveTo>
                  <a:lnTo>
                    <a:pt x="54514" y="5162"/>
                  </a:lnTo>
                  <a:lnTo>
                    <a:pt x="6223" y="19964"/>
                  </a:lnTo>
                  <a:lnTo>
                    <a:pt x="0" y="23291"/>
                  </a:lnTo>
                  <a:lnTo>
                    <a:pt x="9144" y="44449"/>
                  </a:lnTo>
                  <a:lnTo>
                    <a:pt x="15240" y="41173"/>
                  </a:lnTo>
                  <a:lnTo>
                    <a:pt x="36774" y="33401"/>
                  </a:lnTo>
                  <a:lnTo>
                    <a:pt x="59213" y="27706"/>
                  </a:lnTo>
                  <a:lnTo>
                    <a:pt x="82462" y="24205"/>
                  </a:lnTo>
                  <a:lnTo>
                    <a:pt x="106426" y="23012"/>
                  </a:lnTo>
                  <a:lnTo>
                    <a:pt x="130407" y="24205"/>
                  </a:lnTo>
                  <a:lnTo>
                    <a:pt x="153685" y="27706"/>
                  </a:lnTo>
                  <a:lnTo>
                    <a:pt x="176131" y="33401"/>
                  </a:lnTo>
                  <a:lnTo>
                    <a:pt x="197612" y="41173"/>
                  </a:lnTo>
                  <a:lnTo>
                    <a:pt x="206375" y="45808"/>
                  </a:lnTo>
                  <a:lnTo>
                    <a:pt x="214503" y="24104"/>
                  </a:lnTo>
                  <a:lnTo>
                    <a:pt x="206756" y="19964"/>
                  </a:lnTo>
                  <a:lnTo>
                    <a:pt x="183060" y="11422"/>
                  </a:lnTo>
                  <a:lnTo>
                    <a:pt x="158353" y="5162"/>
                  </a:lnTo>
                  <a:lnTo>
                    <a:pt x="132764" y="1312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6" name="object 8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53484" y="5998464"/>
              <a:ext cx="499859" cy="49985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321937" y="6067679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41"/>
                  </a:lnTo>
                  <a:lnTo>
                    <a:pt x="90725" y="25003"/>
                  </a:lnTo>
                  <a:lnTo>
                    <a:pt x="53657" y="53640"/>
                  </a:lnTo>
                  <a:lnTo>
                    <a:pt x="25014" y="90706"/>
                  </a:lnTo>
                  <a:lnTo>
                    <a:pt x="6545" y="134456"/>
                  </a:lnTo>
                  <a:lnTo>
                    <a:pt x="0" y="183146"/>
                  </a:lnTo>
                  <a:lnTo>
                    <a:pt x="6545" y="231837"/>
                  </a:lnTo>
                  <a:lnTo>
                    <a:pt x="25014" y="275590"/>
                  </a:lnTo>
                  <a:lnTo>
                    <a:pt x="53657" y="312659"/>
                  </a:lnTo>
                  <a:lnTo>
                    <a:pt x="90725" y="341299"/>
                  </a:lnTo>
                  <a:lnTo>
                    <a:pt x="134467" y="359763"/>
                  </a:lnTo>
                  <a:lnTo>
                    <a:pt x="183134" y="366306"/>
                  </a:lnTo>
                  <a:lnTo>
                    <a:pt x="231854" y="359763"/>
                  </a:lnTo>
                  <a:lnTo>
                    <a:pt x="275632" y="341299"/>
                  </a:lnTo>
                  <a:lnTo>
                    <a:pt x="312721" y="312659"/>
                  </a:lnTo>
                  <a:lnTo>
                    <a:pt x="341375" y="275590"/>
                  </a:lnTo>
                  <a:lnTo>
                    <a:pt x="359849" y="231837"/>
                  </a:lnTo>
                  <a:lnTo>
                    <a:pt x="366395" y="183146"/>
                  </a:lnTo>
                  <a:lnTo>
                    <a:pt x="359849" y="134456"/>
                  </a:lnTo>
                  <a:lnTo>
                    <a:pt x="341376" y="90706"/>
                  </a:lnTo>
                  <a:lnTo>
                    <a:pt x="312721" y="53640"/>
                  </a:lnTo>
                  <a:lnTo>
                    <a:pt x="275632" y="25003"/>
                  </a:lnTo>
                  <a:lnTo>
                    <a:pt x="231854" y="6541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4406900" y="6144869"/>
            <a:ext cx="1211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18</a:t>
            </a:r>
            <a:r>
              <a:rPr sz="1200" b="1" dirty="0">
                <a:solidFill>
                  <a:srgbClr val="C41C1C"/>
                </a:solidFill>
                <a:latin typeface="Arial"/>
                <a:cs typeface="Arial"/>
              </a:rPr>
              <a:t>	</a:t>
            </a:r>
            <a:r>
              <a:rPr sz="1200" b="1" dirty="0">
                <a:latin typeface="Century Gothic"/>
                <a:cs typeface="Century Gothic"/>
              </a:rPr>
              <a:t>Next</a:t>
            </a:r>
            <a:r>
              <a:rPr sz="1200" b="1" spc="-20" dirty="0">
                <a:latin typeface="Century Gothic"/>
                <a:cs typeface="Century Gothic"/>
              </a:rPr>
              <a:t> Steps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253484" y="4751844"/>
            <a:ext cx="500380" cy="500380"/>
            <a:chOff x="4253484" y="4751844"/>
            <a:chExt cx="500380" cy="500380"/>
          </a:xfrm>
        </p:grpSpPr>
        <p:sp>
          <p:nvSpPr>
            <p:cNvPr id="90" name="object 90"/>
            <p:cNvSpPr/>
            <p:nvPr/>
          </p:nvSpPr>
          <p:spPr>
            <a:xfrm>
              <a:off x="4397756" y="4771644"/>
              <a:ext cx="214629" cy="45720"/>
            </a:xfrm>
            <a:custGeom>
              <a:avLst/>
              <a:gdLst/>
              <a:ahLst/>
              <a:cxnLst/>
              <a:rect l="l" t="t" r="r" b="b"/>
              <a:pathLst>
                <a:path w="214629" h="45720">
                  <a:moveTo>
                    <a:pt x="106426" y="0"/>
                  </a:moveTo>
                  <a:lnTo>
                    <a:pt x="54514" y="5159"/>
                  </a:lnTo>
                  <a:lnTo>
                    <a:pt x="6223" y="19938"/>
                  </a:lnTo>
                  <a:lnTo>
                    <a:pt x="0" y="23240"/>
                  </a:lnTo>
                  <a:lnTo>
                    <a:pt x="9144" y="44449"/>
                  </a:lnTo>
                  <a:lnTo>
                    <a:pt x="15240" y="41147"/>
                  </a:lnTo>
                  <a:lnTo>
                    <a:pt x="36774" y="33381"/>
                  </a:lnTo>
                  <a:lnTo>
                    <a:pt x="59213" y="27685"/>
                  </a:lnTo>
                  <a:lnTo>
                    <a:pt x="82462" y="24181"/>
                  </a:lnTo>
                  <a:lnTo>
                    <a:pt x="106426" y="22986"/>
                  </a:lnTo>
                  <a:lnTo>
                    <a:pt x="130407" y="24181"/>
                  </a:lnTo>
                  <a:lnTo>
                    <a:pt x="153685" y="27685"/>
                  </a:lnTo>
                  <a:lnTo>
                    <a:pt x="176131" y="33381"/>
                  </a:lnTo>
                  <a:lnTo>
                    <a:pt x="197612" y="41147"/>
                  </a:lnTo>
                  <a:lnTo>
                    <a:pt x="206375" y="45719"/>
                  </a:lnTo>
                  <a:lnTo>
                    <a:pt x="214503" y="24129"/>
                  </a:lnTo>
                  <a:lnTo>
                    <a:pt x="206756" y="19938"/>
                  </a:lnTo>
                  <a:lnTo>
                    <a:pt x="183060" y="11412"/>
                  </a:lnTo>
                  <a:lnTo>
                    <a:pt x="158353" y="5159"/>
                  </a:lnTo>
                  <a:lnTo>
                    <a:pt x="132764" y="1311"/>
                  </a:lnTo>
                  <a:lnTo>
                    <a:pt x="1064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1" name="object 9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53484" y="4751844"/>
              <a:ext cx="499859" cy="49985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321937" y="4820539"/>
              <a:ext cx="366395" cy="366395"/>
            </a:xfrm>
            <a:custGeom>
              <a:avLst/>
              <a:gdLst/>
              <a:ahLst/>
              <a:cxnLst/>
              <a:rect l="l" t="t" r="r" b="b"/>
              <a:pathLst>
                <a:path w="366395" h="366395">
                  <a:moveTo>
                    <a:pt x="183134" y="0"/>
                  </a:moveTo>
                  <a:lnTo>
                    <a:pt x="134467" y="6545"/>
                  </a:lnTo>
                  <a:lnTo>
                    <a:pt x="90725" y="25018"/>
                  </a:lnTo>
                  <a:lnTo>
                    <a:pt x="53657" y="53673"/>
                  </a:lnTo>
                  <a:lnTo>
                    <a:pt x="25014" y="90762"/>
                  </a:lnTo>
                  <a:lnTo>
                    <a:pt x="6545" y="134540"/>
                  </a:lnTo>
                  <a:lnTo>
                    <a:pt x="0" y="183261"/>
                  </a:lnTo>
                  <a:lnTo>
                    <a:pt x="6545" y="231927"/>
                  </a:lnTo>
                  <a:lnTo>
                    <a:pt x="25014" y="275669"/>
                  </a:lnTo>
                  <a:lnTo>
                    <a:pt x="53657" y="312737"/>
                  </a:lnTo>
                  <a:lnTo>
                    <a:pt x="90725" y="341380"/>
                  </a:lnTo>
                  <a:lnTo>
                    <a:pt x="134467" y="359849"/>
                  </a:lnTo>
                  <a:lnTo>
                    <a:pt x="183134" y="366394"/>
                  </a:lnTo>
                  <a:lnTo>
                    <a:pt x="231854" y="359849"/>
                  </a:lnTo>
                  <a:lnTo>
                    <a:pt x="275632" y="341380"/>
                  </a:lnTo>
                  <a:lnTo>
                    <a:pt x="312721" y="312737"/>
                  </a:lnTo>
                  <a:lnTo>
                    <a:pt x="341375" y="275669"/>
                  </a:lnTo>
                  <a:lnTo>
                    <a:pt x="359849" y="231927"/>
                  </a:lnTo>
                  <a:lnTo>
                    <a:pt x="366395" y="183261"/>
                  </a:lnTo>
                  <a:lnTo>
                    <a:pt x="359849" y="134540"/>
                  </a:lnTo>
                  <a:lnTo>
                    <a:pt x="341376" y="90762"/>
                  </a:lnTo>
                  <a:lnTo>
                    <a:pt x="312721" y="53673"/>
                  </a:lnTo>
                  <a:lnTo>
                    <a:pt x="275632" y="25019"/>
                  </a:lnTo>
                  <a:lnTo>
                    <a:pt x="231854" y="6545"/>
                  </a:lnTo>
                  <a:lnTo>
                    <a:pt x="183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4407153" y="4895545"/>
            <a:ext cx="196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C41C1C"/>
                </a:solidFill>
                <a:latin typeface="Arial"/>
                <a:cs typeface="Arial"/>
              </a:rPr>
              <a:t>16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817109" y="4813249"/>
            <a:ext cx="74612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About </a:t>
            </a:r>
            <a:r>
              <a:rPr sz="1200" b="1" spc="-25" dirty="0">
                <a:latin typeface="Century Gothic"/>
                <a:cs typeface="Century Gothic"/>
              </a:rPr>
              <a:t>Us</a:t>
            </a:r>
            <a:endParaRPr sz="1200" dirty="0">
              <a:latin typeface="Century Gothic"/>
              <a:cs typeface="Century Gothic"/>
            </a:endParaRPr>
          </a:p>
          <a:p>
            <a:pPr marL="103505" indent="-90805">
              <a:lnSpc>
                <a:spcPts val="1315"/>
              </a:lnSpc>
              <a:buChar char="•"/>
              <a:tabLst>
                <a:tab pos="103505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Team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9950195" y="0"/>
            <a:ext cx="741045" cy="2005964"/>
          </a:xfrm>
          <a:custGeom>
            <a:avLst/>
            <a:gdLst/>
            <a:ahLst/>
            <a:cxnLst/>
            <a:rect l="l" t="t" r="r" b="b"/>
            <a:pathLst>
              <a:path w="741045" h="2005964">
                <a:moveTo>
                  <a:pt x="740664" y="0"/>
                </a:moveTo>
                <a:lnTo>
                  <a:pt x="0" y="0"/>
                </a:lnTo>
                <a:lnTo>
                  <a:pt x="0" y="2005584"/>
                </a:lnTo>
                <a:lnTo>
                  <a:pt x="740664" y="2005584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6" name="object 96"/>
          <p:cNvSpPr/>
          <p:nvPr/>
        </p:nvSpPr>
        <p:spPr>
          <a:xfrm>
            <a:off x="9950195" y="6149340"/>
            <a:ext cx="741045" cy="708660"/>
          </a:xfrm>
          <a:custGeom>
            <a:avLst/>
            <a:gdLst/>
            <a:ahLst/>
            <a:cxnLst/>
            <a:rect l="l" t="t" r="r" b="b"/>
            <a:pathLst>
              <a:path w="741045" h="708659">
                <a:moveTo>
                  <a:pt x="740664" y="0"/>
                </a:moveTo>
                <a:lnTo>
                  <a:pt x="0" y="0"/>
                </a:lnTo>
                <a:lnTo>
                  <a:pt x="0" y="708660"/>
                </a:lnTo>
                <a:lnTo>
                  <a:pt x="740664" y="708660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7" name="object 9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44940" y="2168651"/>
            <a:ext cx="2551176" cy="3819144"/>
          </a:xfrm>
          <a:prstGeom prst="rect">
            <a:avLst/>
          </a:prstGeom>
        </p:spPr>
      </p:pic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7027" y="871727"/>
            <a:ext cx="10215880" cy="3517900"/>
            <a:chOff x="1367027" y="871727"/>
            <a:chExt cx="10215880" cy="3517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4775" y="871727"/>
              <a:ext cx="3087624" cy="35173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67027" y="2761488"/>
              <a:ext cx="7094220" cy="858519"/>
            </a:xfrm>
            <a:custGeom>
              <a:avLst/>
              <a:gdLst/>
              <a:ahLst/>
              <a:cxnLst/>
              <a:rect l="l" t="t" r="r" b="b"/>
              <a:pathLst>
                <a:path w="7094220" h="858520">
                  <a:moveTo>
                    <a:pt x="709422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7094220" y="858012"/>
                  </a:lnTo>
                  <a:lnTo>
                    <a:pt x="7094220" y="0"/>
                  </a:lnTo>
                  <a:close/>
                </a:path>
              </a:pathLst>
            </a:custGeom>
            <a:solidFill>
              <a:srgbClr val="F1F1F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57274" y="2791330"/>
            <a:ext cx="6336665" cy="74231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latin typeface="Century Gothic"/>
                <a:cs typeface="Century Gothic"/>
              </a:rPr>
              <a:t>Vision</a:t>
            </a:r>
            <a:endParaRPr sz="16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Agreed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long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term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projection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where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want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see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itself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20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–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30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years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down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line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ex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-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want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see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itself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as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market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leader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particular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industry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8421" y="1310005"/>
            <a:ext cx="10108565" cy="2319655"/>
            <a:chOff x="628421" y="1310005"/>
            <a:chExt cx="10108565" cy="2319655"/>
          </a:xfrm>
        </p:grpSpPr>
        <p:sp>
          <p:nvSpPr>
            <p:cNvPr id="7" name="object 7"/>
            <p:cNvSpPr/>
            <p:nvPr/>
          </p:nvSpPr>
          <p:spPr>
            <a:xfrm>
              <a:off x="858392" y="2752852"/>
              <a:ext cx="405765" cy="86995"/>
            </a:xfrm>
            <a:custGeom>
              <a:avLst/>
              <a:gdLst/>
              <a:ahLst/>
              <a:cxnLst/>
              <a:rect l="l" t="t" r="r" b="b"/>
              <a:pathLst>
                <a:path w="405765" h="86994">
                  <a:moveTo>
                    <a:pt x="201129" y="0"/>
                  </a:moveTo>
                  <a:lnTo>
                    <a:pt x="151378" y="2482"/>
                  </a:lnTo>
                  <a:lnTo>
                    <a:pt x="103063" y="9763"/>
                  </a:lnTo>
                  <a:lnTo>
                    <a:pt x="56429" y="21591"/>
                  </a:lnTo>
                  <a:lnTo>
                    <a:pt x="11722" y="37719"/>
                  </a:lnTo>
                  <a:lnTo>
                    <a:pt x="0" y="44069"/>
                  </a:lnTo>
                  <a:lnTo>
                    <a:pt x="17310" y="83947"/>
                  </a:lnTo>
                  <a:lnTo>
                    <a:pt x="28879" y="77850"/>
                  </a:lnTo>
                  <a:lnTo>
                    <a:pt x="69538" y="63170"/>
                  </a:lnTo>
                  <a:lnTo>
                    <a:pt x="111947" y="52419"/>
                  </a:lnTo>
                  <a:lnTo>
                    <a:pt x="155884" y="45811"/>
                  </a:lnTo>
                  <a:lnTo>
                    <a:pt x="201129" y="43561"/>
                  </a:lnTo>
                  <a:lnTo>
                    <a:pt x="246374" y="45811"/>
                  </a:lnTo>
                  <a:lnTo>
                    <a:pt x="290312" y="52419"/>
                  </a:lnTo>
                  <a:lnTo>
                    <a:pt x="332721" y="63170"/>
                  </a:lnTo>
                  <a:lnTo>
                    <a:pt x="373379" y="77850"/>
                  </a:lnTo>
                  <a:lnTo>
                    <a:pt x="389750" y="86613"/>
                  </a:lnTo>
                  <a:lnTo>
                    <a:pt x="405142" y="45593"/>
                  </a:lnTo>
                  <a:lnTo>
                    <a:pt x="390537" y="37719"/>
                  </a:lnTo>
                  <a:lnTo>
                    <a:pt x="345830" y="21591"/>
                  </a:lnTo>
                  <a:lnTo>
                    <a:pt x="299196" y="9763"/>
                  </a:lnTo>
                  <a:lnTo>
                    <a:pt x="250880" y="2482"/>
                  </a:lnTo>
                  <a:lnTo>
                    <a:pt x="2011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421" y="2764916"/>
              <a:ext cx="864717" cy="8647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40" y="2845435"/>
              <a:ext cx="691819" cy="6917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8392" y="1310005"/>
              <a:ext cx="405765" cy="86995"/>
            </a:xfrm>
            <a:custGeom>
              <a:avLst/>
              <a:gdLst/>
              <a:ahLst/>
              <a:cxnLst/>
              <a:rect l="l" t="t" r="r" b="b"/>
              <a:pathLst>
                <a:path w="405765" h="86994">
                  <a:moveTo>
                    <a:pt x="201129" y="0"/>
                  </a:moveTo>
                  <a:lnTo>
                    <a:pt x="151378" y="2482"/>
                  </a:lnTo>
                  <a:lnTo>
                    <a:pt x="103063" y="9763"/>
                  </a:lnTo>
                  <a:lnTo>
                    <a:pt x="56429" y="21591"/>
                  </a:lnTo>
                  <a:lnTo>
                    <a:pt x="11722" y="37719"/>
                  </a:lnTo>
                  <a:lnTo>
                    <a:pt x="0" y="44069"/>
                  </a:lnTo>
                  <a:lnTo>
                    <a:pt x="17310" y="83947"/>
                  </a:lnTo>
                  <a:lnTo>
                    <a:pt x="28879" y="77850"/>
                  </a:lnTo>
                  <a:lnTo>
                    <a:pt x="69538" y="63170"/>
                  </a:lnTo>
                  <a:lnTo>
                    <a:pt x="111947" y="52419"/>
                  </a:lnTo>
                  <a:lnTo>
                    <a:pt x="155884" y="45811"/>
                  </a:lnTo>
                  <a:lnTo>
                    <a:pt x="201129" y="43561"/>
                  </a:lnTo>
                  <a:lnTo>
                    <a:pt x="246374" y="45811"/>
                  </a:lnTo>
                  <a:lnTo>
                    <a:pt x="290312" y="52419"/>
                  </a:lnTo>
                  <a:lnTo>
                    <a:pt x="332721" y="63170"/>
                  </a:lnTo>
                  <a:lnTo>
                    <a:pt x="373379" y="77850"/>
                  </a:lnTo>
                  <a:lnTo>
                    <a:pt x="389750" y="86614"/>
                  </a:lnTo>
                  <a:lnTo>
                    <a:pt x="405142" y="45593"/>
                  </a:lnTo>
                  <a:lnTo>
                    <a:pt x="390537" y="37719"/>
                  </a:lnTo>
                  <a:lnTo>
                    <a:pt x="345830" y="21591"/>
                  </a:lnTo>
                  <a:lnTo>
                    <a:pt x="299196" y="9763"/>
                  </a:lnTo>
                  <a:lnTo>
                    <a:pt x="250880" y="2482"/>
                  </a:lnTo>
                  <a:lnTo>
                    <a:pt x="2011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421" y="1322070"/>
              <a:ext cx="864717" cy="8647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5340" y="1402588"/>
              <a:ext cx="692150" cy="692150"/>
            </a:xfrm>
            <a:custGeom>
              <a:avLst/>
              <a:gdLst/>
              <a:ahLst/>
              <a:cxnLst/>
              <a:rect l="l" t="t" r="r" b="b"/>
              <a:pathLst>
                <a:path w="692150" h="692150">
                  <a:moveTo>
                    <a:pt x="345897" y="0"/>
                  </a:moveTo>
                  <a:lnTo>
                    <a:pt x="298961" y="3156"/>
                  </a:lnTo>
                  <a:lnTo>
                    <a:pt x="253944" y="12351"/>
                  </a:lnTo>
                  <a:lnTo>
                    <a:pt x="211258" y="27174"/>
                  </a:lnTo>
                  <a:lnTo>
                    <a:pt x="171316" y="47211"/>
                  </a:lnTo>
                  <a:lnTo>
                    <a:pt x="134529" y="72051"/>
                  </a:lnTo>
                  <a:lnTo>
                    <a:pt x="101311" y="101282"/>
                  </a:lnTo>
                  <a:lnTo>
                    <a:pt x="72072" y="134493"/>
                  </a:lnTo>
                  <a:lnTo>
                    <a:pt x="47225" y="171271"/>
                  </a:lnTo>
                  <a:lnTo>
                    <a:pt x="27182" y="211204"/>
                  </a:lnTo>
                  <a:lnTo>
                    <a:pt x="12355" y="253882"/>
                  </a:lnTo>
                  <a:lnTo>
                    <a:pt x="3157" y="298891"/>
                  </a:lnTo>
                  <a:lnTo>
                    <a:pt x="0" y="345821"/>
                  </a:lnTo>
                  <a:lnTo>
                    <a:pt x="3157" y="392752"/>
                  </a:lnTo>
                  <a:lnTo>
                    <a:pt x="12355" y="437769"/>
                  </a:lnTo>
                  <a:lnTo>
                    <a:pt x="27182" y="480456"/>
                  </a:lnTo>
                  <a:lnTo>
                    <a:pt x="47225" y="520403"/>
                  </a:lnTo>
                  <a:lnTo>
                    <a:pt x="72072" y="557196"/>
                  </a:lnTo>
                  <a:lnTo>
                    <a:pt x="101311" y="590423"/>
                  </a:lnTo>
                  <a:lnTo>
                    <a:pt x="134529" y="619670"/>
                  </a:lnTo>
                  <a:lnTo>
                    <a:pt x="171316" y="644525"/>
                  </a:lnTo>
                  <a:lnTo>
                    <a:pt x="211258" y="664575"/>
                  </a:lnTo>
                  <a:lnTo>
                    <a:pt x="253944" y="679407"/>
                  </a:lnTo>
                  <a:lnTo>
                    <a:pt x="298961" y="688609"/>
                  </a:lnTo>
                  <a:lnTo>
                    <a:pt x="345897" y="691769"/>
                  </a:lnTo>
                  <a:lnTo>
                    <a:pt x="392833" y="688609"/>
                  </a:lnTo>
                  <a:lnTo>
                    <a:pt x="437852" y="679407"/>
                  </a:lnTo>
                  <a:lnTo>
                    <a:pt x="480539" y="664575"/>
                  </a:lnTo>
                  <a:lnTo>
                    <a:pt x="520484" y="644524"/>
                  </a:lnTo>
                  <a:lnTo>
                    <a:pt x="557274" y="619670"/>
                  </a:lnTo>
                  <a:lnTo>
                    <a:pt x="590496" y="590422"/>
                  </a:lnTo>
                  <a:lnTo>
                    <a:pt x="619738" y="557196"/>
                  </a:lnTo>
                  <a:lnTo>
                    <a:pt x="644588" y="520403"/>
                  </a:lnTo>
                  <a:lnTo>
                    <a:pt x="664633" y="480456"/>
                  </a:lnTo>
                  <a:lnTo>
                    <a:pt x="679462" y="437768"/>
                  </a:lnTo>
                  <a:lnTo>
                    <a:pt x="688661" y="392752"/>
                  </a:lnTo>
                  <a:lnTo>
                    <a:pt x="691819" y="345821"/>
                  </a:lnTo>
                  <a:lnTo>
                    <a:pt x="688661" y="298891"/>
                  </a:lnTo>
                  <a:lnTo>
                    <a:pt x="679462" y="253882"/>
                  </a:lnTo>
                  <a:lnTo>
                    <a:pt x="664633" y="211204"/>
                  </a:lnTo>
                  <a:lnTo>
                    <a:pt x="644588" y="171271"/>
                  </a:lnTo>
                  <a:lnTo>
                    <a:pt x="619738" y="134493"/>
                  </a:lnTo>
                  <a:lnTo>
                    <a:pt x="590496" y="101282"/>
                  </a:lnTo>
                  <a:lnTo>
                    <a:pt x="557274" y="72051"/>
                  </a:lnTo>
                  <a:lnTo>
                    <a:pt x="520484" y="47211"/>
                  </a:lnTo>
                  <a:lnTo>
                    <a:pt x="480539" y="27174"/>
                  </a:lnTo>
                  <a:lnTo>
                    <a:pt x="437852" y="12351"/>
                  </a:lnTo>
                  <a:lnTo>
                    <a:pt x="392833" y="3156"/>
                  </a:lnTo>
                  <a:lnTo>
                    <a:pt x="3458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15510" y="1525778"/>
              <a:ext cx="291465" cy="445134"/>
            </a:xfrm>
            <a:custGeom>
              <a:avLst/>
              <a:gdLst/>
              <a:ahLst/>
              <a:cxnLst/>
              <a:rect l="l" t="t" r="r" b="b"/>
              <a:pathLst>
                <a:path w="291465" h="445135">
                  <a:moveTo>
                    <a:pt x="171419" y="430911"/>
                  </a:moveTo>
                  <a:lnTo>
                    <a:pt x="113202" y="430911"/>
                  </a:lnTo>
                  <a:lnTo>
                    <a:pt x="110434" y="433577"/>
                  </a:lnTo>
                  <a:lnTo>
                    <a:pt x="110434" y="441960"/>
                  </a:lnTo>
                  <a:lnTo>
                    <a:pt x="113202" y="444754"/>
                  </a:lnTo>
                  <a:lnTo>
                    <a:pt x="172117" y="444754"/>
                  </a:lnTo>
                  <a:lnTo>
                    <a:pt x="174886" y="441960"/>
                  </a:lnTo>
                  <a:lnTo>
                    <a:pt x="174886" y="433577"/>
                  </a:lnTo>
                  <a:lnTo>
                    <a:pt x="171419" y="430911"/>
                  </a:lnTo>
                  <a:close/>
                </a:path>
                <a:path w="291465" h="445135">
                  <a:moveTo>
                    <a:pt x="194292" y="396748"/>
                  </a:moveTo>
                  <a:lnTo>
                    <a:pt x="95194" y="396748"/>
                  </a:lnTo>
                  <a:lnTo>
                    <a:pt x="92412" y="399542"/>
                  </a:lnTo>
                  <a:lnTo>
                    <a:pt x="92412" y="407924"/>
                  </a:lnTo>
                  <a:lnTo>
                    <a:pt x="95194" y="410718"/>
                  </a:lnTo>
                  <a:lnTo>
                    <a:pt x="194990" y="410718"/>
                  </a:lnTo>
                  <a:lnTo>
                    <a:pt x="197759" y="407924"/>
                  </a:lnTo>
                  <a:lnTo>
                    <a:pt x="197759" y="400304"/>
                  </a:lnTo>
                  <a:lnTo>
                    <a:pt x="194292" y="396748"/>
                  </a:lnTo>
                  <a:close/>
                </a:path>
                <a:path w="291465" h="445135">
                  <a:moveTo>
                    <a:pt x="152712" y="0"/>
                  </a:moveTo>
                  <a:lnTo>
                    <a:pt x="108215" y="4095"/>
                  </a:lnTo>
                  <a:lnTo>
                    <a:pt x="68593" y="20669"/>
                  </a:lnTo>
                  <a:lnTo>
                    <a:pt x="35858" y="48434"/>
                  </a:lnTo>
                  <a:lnTo>
                    <a:pt x="12021" y="86106"/>
                  </a:lnTo>
                  <a:lnTo>
                    <a:pt x="0" y="129359"/>
                  </a:lnTo>
                  <a:lnTo>
                    <a:pt x="1106" y="172767"/>
                  </a:lnTo>
                  <a:lnTo>
                    <a:pt x="14947" y="213675"/>
                  </a:lnTo>
                  <a:lnTo>
                    <a:pt x="41130" y="249427"/>
                  </a:lnTo>
                  <a:lnTo>
                    <a:pt x="62896" y="276149"/>
                  </a:lnTo>
                  <a:lnTo>
                    <a:pt x="79074" y="305657"/>
                  </a:lnTo>
                  <a:lnTo>
                    <a:pt x="89275" y="337117"/>
                  </a:lnTo>
                  <a:lnTo>
                    <a:pt x="93111" y="369697"/>
                  </a:lnTo>
                  <a:lnTo>
                    <a:pt x="93111" y="373888"/>
                  </a:lnTo>
                  <a:lnTo>
                    <a:pt x="95879" y="376682"/>
                  </a:lnTo>
                  <a:lnTo>
                    <a:pt x="115983" y="376682"/>
                  </a:lnTo>
                  <a:lnTo>
                    <a:pt x="115983" y="230759"/>
                  </a:lnTo>
                  <a:lnTo>
                    <a:pt x="116669" y="229997"/>
                  </a:lnTo>
                  <a:lnTo>
                    <a:pt x="116669" y="229362"/>
                  </a:lnTo>
                  <a:lnTo>
                    <a:pt x="131586" y="200787"/>
                  </a:lnTo>
                  <a:lnTo>
                    <a:pt x="64002" y="200787"/>
                  </a:lnTo>
                  <a:lnTo>
                    <a:pt x="53345" y="198703"/>
                  </a:lnTo>
                  <a:lnTo>
                    <a:pt x="44770" y="192976"/>
                  </a:lnTo>
                  <a:lnTo>
                    <a:pt x="39055" y="184392"/>
                  </a:lnTo>
                  <a:lnTo>
                    <a:pt x="36977" y="173736"/>
                  </a:lnTo>
                  <a:lnTo>
                    <a:pt x="38817" y="163911"/>
                  </a:lnTo>
                  <a:lnTo>
                    <a:pt x="43905" y="155813"/>
                  </a:lnTo>
                  <a:lnTo>
                    <a:pt x="51593" y="150072"/>
                  </a:lnTo>
                  <a:lnTo>
                    <a:pt x="61234" y="147320"/>
                  </a:lnTo>
                  <a:lnTo>
                    <a:pt x="66935" y="133691"/>
                  </a:lnTo>
                  <a:lnTo>
                    <a:pt x="67047" y="133423"/>
                  </a:lnTo>
                  <a:lnTo>
                    <a:pt x="75005" y="121015"/>
                  </a:lnTo>
                  <a:lnTo>
                    <a:pt x="84831" y="110386"/>
                  </a:lnTo>
                  <a:lnTo>
                    <a:pt x="96578" y="101473"/>
                  </a:lnTo>
                  <a:lnTo>
                    <a:pt x="52217" y="101473"/>
                  </a:lnTo>
                  <a:lnTo>
                    <a:pt x="49448" y="98679"/>
                  </a:lnTo>
                  <a:lnTo>
                    <a:pt x="49448" y="90297"/>
                  </a:lnTo>
                  <a:lnTo>
                    <a:pt x="52217" y="87502"/>
                  </a:lnTo>
                  <a:lnTo>
                    <a:pt x="115983" y="87502"/>
                  </a:lnTo>
                  <a:lnTo>
                    <a:pt x="115983" y="70231"/>
                  </a:lnTo>
                  <a:lnTo>
                    <a:pt x="118752" y="67437"/>
                  </a:lnTo>
                  <a:lnTo>
                    <a:pt x="266800" y="67437"/>
                  </a:lnTo>
                  <a:lnTo>
                    <a:pt x="260891" y="56649"/>
                  </a:lnTo>
                  <a:lnTo>
                    <a:pt x="231199" y="27432"/>
                  </a:lnTo>
                  <a:lnTo>
                    <a:pt x="194490" y="8120"/>
                  </a:lnTo>
                  <a:lnTo>
                    <a:pt x="152712" y="0"/>
                  </a:lnTo>
                  <a:close/>
                </a:path>
                <a:path w="291465" h="445135">
                  <a:moveTo>
                    <a:pt x="160332" y="239013"/>
                  </a:moveTo>
                  <a:lnTo>
                    <a:pt x="129153" y="239013"/>
                  </a:lnTo>
                  <a:lnTo>
                    <a:pt x="129153" y="376682"/>
                  </a:lnTo>
                  <a:lnTo>
                    <a:pt x="160332" y="376682"/>
                  </a:lnTo>
                  <a:lnTo>
                    <a:pt x="160332" y="239013"/>
                  </a:lnTo>
                  <a:close/>
                </a:path>
                <a:path w="291465" h="445135">
                  <a:moveTo>
                    <a:pt x="198785" y="182118"/>
                  </a:moveTo>
                  <a:lnTo>
                    <a:pt x="148559" y="182118"/>
                  </a:lnTo>
                  <a:lnTo>
                    <a:pt x="150629" y="183514"/>
                  </a:lnTo>
                  <a:lnTo>
                    <a:pt x="152013" y="185547"/>
                  </a:lnTo>
                  <a:lnTo>
                    <a:pt x="174886" y="229362"/>
                  </a:lnTo>
                  <a:lnTo>
                    <a:pt x="174886" y="230759"/>
                  </a:lnTo>
                  <a:lnTo>
                    <a:pt x="175585" y="231394"/>
                  </a:lnTo>
                  <a:lnTo>
                    <a:pt x="175585" y="376682"/>
                  </a:lnTo>
                  <a:lnTo>
                    <a:pt x="194990" y="376682"/>
                  </a:lnTo>
                  <a:lnTo>
                    <a:pt x="198457" y="373888"/>
                  </a:lnTo>
                  <a:lnTo>
                    <a:pt x="198457" y="369697"/>
                  </a:lnTo>
                  <a:lnTo>
                    <a:pt x="199345" y="353060"/>
                  </a:lnTo>
                  <a:lnTo>
                    <a:pt x="201844" y="337117"/>
                  </a:lnTo>
                  <a:lnTo>
                    <a:pt x="201923" y="336613"/>
                  </a:lnTo>
                  <a:lnTo>
                    <a:pt x="206060" y="320548"/>
                  </a:lnTo>
                  <a:lnTo>
                    <a:pt x="227074" y="276149"/>
                  </a:lnTo>
                  <a:lnTo>
                    <a:pt x="248356" y="250189"/>
                  </a:lnTo>
                  <a:lnTo>
                    <a:pt x="274018" y="216646"/>
                  </a:lnTo>
                  <a:lnTo>
                    <a:pt x="279918" y="200787"/>
                  </a:lnTo>
                  <a:lnTo>
                    <a:pt x="224099" y="200787"/>
                  </a:lnTo>
                  <a:lnTo>
                    <a:pt x="213736" y="198703"/>
                  </a:lnTo>
                  <a:lnTo>
                    <a:pt x="205128" y="192976"/>
                  </a:lnTo>
                  <a:lnTo>
                    <a:pt x="199249" y="184392"/>
                  </a:lnTo>
                  <a:lnTo>
                    <a:pt x="198785" y="182118"/>
                  </a:lnTo>
                  <a:close/>
                </a:path>
                <a:path w="291465" h="445135">
                  <a:moveTo>
                    <a:pt x="145092" y="203581"/>
                  </a:moveTo>
                  <a:lnTo>
                    <a:pt x="134005" y="225171"/>
                  </a:lnTo>
                  <a:lnTo>
                    <a:pt x="156179" y="225171"/>
                  </a:lnTo>
                  <a:lnTo>
                    <a:pt x="145092" y="203581"/>
                  </a:lnTo>
                  <a:close/>
                </a:path>
                <a:path w="291465" h="445135">
                  <a:moveTo>
                    <a:pt x="117368" y="106299"/>
                  </a:moveTo>
                  <a:lnTo>
                    <a:pt x="103657" y="113508"/>
                  </a:lnTo>
                  <a:lnTo>
                    <a:pt x="91896" y="123396"/>
                  </a:lnTo>
                  <a:lnTo>
                    <a:pt x="82476" y="135499"/>
                  </a:lnTo>
                  <a:lnTo>
                    <a:pt x="75788" y="149351"/>
                  </a:lnTo>
                  <a:lnTo>
                    <a:pt x="82061" y="153465"/>
                  </a:lnTo>
                  <a:lnTo>
                    <a:pt x="86785" y="158924"/>
                  </a:lnTo>
                  <a:lnTo>
                    <a:pt x="89913" y="165800"/>
                  </a:lnTo>
                  <a:lnTo>
                    <a:pt x="91028" y="173736"/>
                  </a:lnTo>
                  <a:lnTo>
                    <a:pt x="89070" y="183514"/>
                  </a:lnTo>
                  <a:lnTo>
                    <a:pt x="88948" y="184124"/>
                  </a:lnTo>
                  <a:lnTo>
                    <a:pt x="83230" y="192738"/>
                  </a:lnTo>
                  <a:lnTo>
                    <a:pt x="74524" y="198703"/>
                  </a:lnTo>
                  <a:lnTo>
                    <a:pt x="74217" y="198703"/>
                  </a:lnTo>
                  <a:lnTo>
                    <a:pt x="64002" y="200787"/>
                  </a:lnTo>
                  <a:lnTo>
                    <a:pt x="131586" y="200787"/>
                  </a:lnTo>
                  <a:lnTo>
                    <a:pt x="139542" y="185547"/>
                  </a:lnTo>
                  <a:lnTo>
                    <a:pt x="140926" y="183514"/>
                  </a:lnTo>
                  <a:lnTo>
                    <a:pt x="143009" y="182118"/>
                  </a:lnTo>
                  <a:lnTo>
                    <a:pt x="198785" y="182118"/>
                  </a:lnTo>
                  <a:lnTo>
                    <a:pt x="197073" y="173736"/>
                  </a:lnTo>
                  <a:lnTo>
                    <a:pt x="197984" y="167512"/>
                  </a:lnTo>
                  <a:lnTo>
                    <a:pt x="198096" y="166750"/>
                  </a:lnTo>
                  <a:lnTo>
                    <a:pt x="198188" y="166121"/>
                  </a:lnTo>
                  <a:lnTo>
                    <a:pt x="201316" y="159210"/>
                  </a:lnTo>
                  <a:lnTo>
                    <a:pt x="206133" y="153465"/>
                  </a:lnTo>
                  <a:lnTo>
                    <a:pt x="212313" y="149351"/>
                  </a:lnTo>
                  <a:lnTo>
                    <a:pt x="205620" y="135499"/>
                  </a:lnTo>
                  <a:lnTo>
                    <a:pt x="196200" y="123396"/>
                  </a:lnTo>
                  <a:lnTo>
                    <a:pt x="193368" y="121015"/>
                  </a:lnTo>
                  <a:lnTo>
                    <a:pt x="120246" y="121015"/>
                  </a:lnTo>
                  <a:lnTo>
                    <a:pt x="117368" y="118110"/>
                  </a:lnTo>
                  <a:lnTo>
                    <a:pt x="117368" y="106299"/>
                  </a:lnTo>
                  <a:close/>
                </a:path>
                <a:path w="291465" h="445135">
                  <a:moveTo>
                    <a:pt x="266800" y="67437"/>
                  </a:moveTo>
                  <a:lnTo>
                    <a:pt x="166568" y="67437"/>
                  </a:lnTo>
                  <a:lnTo>
                    <a:pt x="169349" y="70231"/>
                  </a:lnTo>
                  <a:lnTo>
                    <a:pt x="169349" y="87502"/>
                  </a:lnTo>
                  <a:lnTo>
                    <a:pt x="233801" y="87502"/>
                  </a:lnTo>
                  <a:lnTo>
                    <a:pt x="236570" y="90297"/>
                  </a:lnTo>
                  <a:lnTo>
                    <a:pt x="236570" y="98679"/>
                  </a:lnTo>
                  <a:lnTo>
                    <a:pt x="233801" y="101473"/>
                  </a:lnTo>
                  <a:lnTo>
                    <a:pt x="189440" y="101473"/>
                  </a:lnTo>
                  <a:lnTo>
                    <a:pt x="201105" y="110386"/>
                  </a:lnTo>
                  <a:lnTo>
                    <a:pt x="211013" y="121253"/>
                  </a:lnTo>
                  <a:lnTo>
                    <a:pt x="218971" y="133691"/>
                  </a:lnTo>
                  <a:lnTo>
                    <a:pt x="224784" y="147320"/>
                  </a:lnTo>
                  <a:lnTo>
                    <a:pt x="234427" y="150072"/>
                  </a:lnTo>
                  <a:lnTo>
                    <a:pt x="242120" y="155813"/>
                  </a:lnTo>
                  <a:lnTo>
                    <a:pt x="247212" y="163911"/>
                  </a:lnTo>
                  <a:lnTo>
                    <a:pt x="249054" y="173736"/>
                  </a:lnTo>
                  <a:lnTo>
                    <a:pt x="248424" y="181356"/>
                  </a:lnTo>
                  <a:lnTo>
                    <a:pt x="248361" y="182118"/>
                  </a:lnTo>
                  <a:lnTo>
                    <a:pt x="248245" y="183514"/>
                  </a:lnTo>
                  <a:lnTo>
                    <a:pt x="248173" y="184392"/>
                  </a:lnTo>
                  <a:lnTo>
                    <a:pt x="243072" y="192976"/>
                  </a:lnTo>
                  <a:lnTo>
                    <a:pt x="234724" y="198703"/>
                  </a:lnTo>
                  <a:lnTo>
                    <a:pt x="224099" y="200787"/>
                  </a:lnTo>
                  <a:lnTo>
                    <a:pt x="279918" y="200787"/>
                  </a:lnTo>
                  <a:lnTo>
                    <a:pt x="288375" y="178054"/>
                  </a:lnTo>
                  <a:lnTo>
                    <a:pt x="291038" y="136604"/>
                  </a:lnTo>
                  <a:lnTo>
                    <a:pt x="281617" y="94487"/>
                  </a:lnTo>
                  <a:lnTo>
                    <a:pt x="266800" y="67437"/>
                  </a:lnTo>
                  <a:close/>
                </a:path>
                <a:path w="291465" h="445135">
                  <a:moveTo>
                    <a:pt x="73007" y="161162"/>
                  </a:moveTo>
                  <a:lnTo>
                    <a:pt x="58452" y="161162"/>
                  </a:lnTo>
                  <a:lnTo>
                    <a:pt x="52217" y="166750"/>
                  </a:lnTo>
                  <a:lnTo>
                    <a:pt x="52217" y="181356"/>
                  </a:lnTo>
                  <a:lnTo>
                    <a:pt x="57767" y="187579"/>
                  </a:lnTo>
                  <a:lnTo>
                    <a:pt x="72321" y="187579"/>
                  </a:lnTo>
                  <a:lnTo>
                    <a:pt x="78557" y="182118"/>
                  </a:lnTo>
                  <a:lnTo>
                    <a:pt x="78557" y="167512"/>
                  </a:lnTo>
                  <a:lnTo>
                    <a:pt x="73007" y="161162"/>
                  </a:lnTo>
                  <a:close/>
                </a:path>
                <a:path w="291465" h="445135">
                  <a:moveTo>
                    <a:pt x="231719" y="161162"/>
                  </a:moveTo>
                  <a:lnTo>
                    <a:pt x="217164" y="161162"/>
                  </a:lnTo>
                  <a:lnTo>
                    <a:pt x="210929" y="166750"/>
                  </a:lnTo>
                  <a:lnTo>
                    <a:pt x="210929" y="181356"/>
                  </a:lnTo>
                  <a:lnTo>
                    <a:pt x="216479" y="187579"/>
                  </a:lnTo>
                  <a:lnTo>
                    <a:pt x="231033" y="187579"/>
                  </a:lnTo>
                  <a:lnTo>
                    <a:pt x="237268" y="182118"/>
                  </a:lnTo>
                  <a:lnTo>
                    <a:pt x="237268" y="167512"/>
                  </a:lnTo>
                  <a:lnTo>
                    <a:pt x="231719" y="161162"/>
                  </a:lnTo>
                  <a:close/>
                </a:path>
                <a:path w="291465" h="445135">
                  <a:moveTo>
                    <a:pt x="170733" y="106299"/>
                  </a:moveTo>
                  <a:lnTo>
                    <a:pt x="170733" y="118110"/>
                  </a:lnTo>
                  <a:lnTo>
                    <a:pt x="167854" y="121015"/>
                  </a:lnTo>
                  <a:lnTo>
                    <a:pt x="193368" y="121015"/>
                  </a:lnTo>
                  <a:lnTo>
                    <a:pt x="184442" y="113508"/>
                  </a:lnTo>
                  <a:lnTo>
                    <a:pt x="170733" y="106299"/>
                  </a:lnTo>
                  <a:close/>
                </a:path>
                <a:path w="291465" h="445135">
                  <a:moveTo>
                    <a:pt x="157563" y="82042"/>
                  </a:moveTo>
                  <a:lnTo>
                    <a:pt x="131922" y="82042"/>
                  </a:lnTo>
                  <a:lnTo>
                    <a:pt x="131922" y="107696"/>
                  </a:lnTo>
                  <a:lnTo>
                    <a:pt x="157563" y="107696"/>
                  </a:lnTo>
                  <a:lnTo>
                    <a:pt x="157563" y="82042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2976" y="1984248"/>
              <a:ext cx="1403603" cy="14036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411207" y="2063242"/>
              <a:ext cx="1251585" cy="1251585"/>
            </a:xfrm>
            <a:custGeom>
              <a:avLst/>
              <a:gdLst/>
              <a:ahLst/>
              <a:cxnLst/>
              <a:rect l="l" t="t" r="r" b="b"/>
              <a:pathLst>
                <a:path w="1251584" h="1251585">
                  <a:moveTo>
                    <a:pt x="625728" y="0"/>
                  </a:moveTo>
                  <a:lnTo>
                    <a:pt x="576830" y="1882"/>
                  </a:lnTo>
                  <a:lnTo>
                    <a:pt x="528960" y="7437"/>
                  </a:lnTo>
                  <a:lnTo>
                    <a:pt x="482259" y="16526"/>
                  </a:lnTo>
                  <a:lnTo>
                    <a:pt x="436865" y="29009"/>
                  </a:lnTo>
                  <a:lnTo>
                    <a:pt x="392917" y="44747"/>
                  </a:lnTo>
                  <a:lnTo>
                    <a:pt x="350555" y="63602"/>
                  </a:lnTo>
                  <a:lnTo>
                    <a:pt x="309917" y="85433"/>
                  </a:lnTo>
                  <a:lnTo>
                    <a:pt x="271143" y="110102"/>
                  </a:lnTo>
                  <a:lnTo>
                    <a:pt x="234373" y="137469"/>
                  </a:lnTo>
                  <a:lnTo>
                    <a:pt x="199744" y="167396"/>
                  </a:lnTo>
                  <a:lnTo>
                    <a:pt x="167396" y="199744"/>
                  </a:lnTo>
                  <a:lnTo>
                    <a:pt x="137469" y="234373"/>
                  </a:lnTo>
                  <a:lnTo>
                    <a:pt x="110102" y="271143"/>
                  </a:lnTo>
                  <a:lnTo>
                    <a:pt x="85433" y="309917"/>
                  </a:lnTo>
                  <a:lnTo>
                    <a:pt x="63602" y="350555"/>
                  </a:lnTo>
                  <a:lnTo>
                    <a:pt x="44747" y="392917"/>
                  </a:lnTo>
                  <a:lnTo>
                    <a:pt x="29009" y="436865"/>
                  </a:lnTo>
                  <a:lnTo>
                    <a:pt x="16526" y="482259"/>
                  </a:lnTo>
                  <a:lnTo>
                    <a:pt x="7437" y="528960"/>
                  </a:lnTo>
                  <a:lnTo>
                    <a:pt x="1882" y="576830"/>
                  </a:lnTo>
                  <a:lnTo>
                    <a:pt x="0" y="625729"/>
                  </a:lnTo>
                  <a:lnTo>
                    <a:pt x="1882" y="674626"/>
                  </a:lnTo>
                  <a:lnTo>
                    <a:pt x="7437" y="722493"/>
                  </a:lnTo>
                  <a:lnTo>
                    <a:pt x="16526" y="769191"/>
                  </a:lnTo>
                  <a:lnTo>
                    <a:pt x="29009" y="814580"/>
                  </a:lnTo>
                  <a:lnTo>
                    <a:pt x="44747" y="858522"/>
                  </a:lnTo>
                  <a:lnTo>
                    <a:pt x="63602" y="900877"/>
                  </a:lnTo>
                  <a:lnTo>
                    <a:pt x="85433" y="941507"/>
                  </a:lnTo>
                  <a:lnTo>
                    <a:pt x="110102" y="980272"/>
                  </a:lnTo>
                  <a:lnTo>
                    <a:pt x="137469" y="1017034"/>
                  </a:lnTo>
                  <a:lnTo>
                    <a:pt x="167396" y="1051654"/>
                  </a:lnTo>
                  <a:lnTo>
                    <a:pt x="199744" y="1083992"/>
                  </a:lnTo>
                  <a:lnTo>
                    <a:pt x="234373" y="1113911"/>
                  </a:lnTo>
                  <a:lnTo>
                    <a:pt x="271143" y="1141269"/>
                  </a:lnTo>
                  <a:lnTo>
                    <a:pt x="309917" y="1165930"/>
                  </a:lnTo>
                  <a:lnTo>
                    <a:pt x="350555" y="1187753"/>
                  </a:lnTo>
                  <a:lnTo>
                    <a:pt x="392917" y="1206601"/>
                  </a:lnTo>
                  <a:lnTo>
                    <a:pt x="436865" y="1222333"/>
                  </a:lnTo>
                  <a:lnTo>
                    <a:pt x="482259" y="1234811"/>
                  </a:lnTo>
                  <a:lnTo>
                    <a:pt x="528960" y="1243896"/>
                  </a:lnTo>
                  <a:lnTo>
                    <a:pt x="576830" y="1249449"/>
                  </a:lnTo>
                  <a:lnTo>
                    <a:pt x="625728" y="1251331"/>
                  </a:lnTo>
                  <a:lnTo>
                    <a:pt x="674626" y="1249449"/>
                  </a:lnTo>
                  <a:lnTo>
                    <a:pt x="722493" y="1243896"/>
                  </a:lnTo>
                  <a:lnTo>
                    <a:pt x="769191" y="1234811"/>
                  </a:lnTo>
                  <a:lnTo>
                    <a:pt x="814580" y="1222333"/>
                  </a:lnTo>
                  <a:lnTo>
                    <a:pt x="858522" y="1206601"/>
                  </a:lnTo>
                  <a:lnTo>
                    <a:pt x="900877" y="1187753"/>
                  </a:lnTo>
                  <a:lnTo>
                    <a:pt x="941507" y="1165930"/>
                  </a:lnTo>
                  <a:lnTo>
                    <a:pt x="980272" y="1141269"/>
                  </a:lnTo>
                  <a:lnTo>
                    <a:pt x="1017034" y="1113911"/>
                  </a:lnTo>
                  <a:lnTo>
                    <a:pt x="1051654" y="1083992"/>
                  </a:lnTo>
                  <a:lnTo>
                    <a:pt x="1083992" y="1051654"/>
                  </a:lnTo>
                  <a:lnTo>
                    <a:pt x="1113911" y="1017034"/>
                  </a:lnTo>
                  <a:lnTo>
                    <a:pt x="1141269" y="980272"/>
                  </a:lnTo>
                  <a:lnTo>
                    <a:pt x="1165930" y="941507"/>
                  </a:lnTo>
                  <a:lnTo>
                    <a:pt x="1187753" y="900877"/>
                  </a:lnTo>
                  <a:lnTo>
                    <a:pt x="1206601" y="858522"/>
                  </a:lnTo>
                  <a:lnTo>
                    <a:pt x="1222333" y="814580"/>
                  </a:lnTo>
                  <a:lnTo>
                    <a:pt x="1234811" y="769191"/>
                  </a:lnTo>
                  <a:lnTo>
                    <a:pt x="1243896" y="722493"/>
                  </a:lnTo>
                  <a:lnTo>
                    <a:pt x="1249449" y="674626"/>
                  </a:lnTo>
                  <a:lnTo>
                    <a:pt x="1251331" y="625729"/>
                  </a:lnTo>
                  <a:lnTo>
                    <a:pt x="1249449" y="576830"/>
                  </a:lnTo>
                  <a:lnTo>
                    <a:pt x="1243896" y="528960"/>
                  </a:lnTo>
                  <a:lnTo>
                    <a:pt x="1234811" y="482259"/>
                  </a:lnTo>
                  <a:lnTo>
                    <a:pt x="1222333" y="436865"/>
                  </a:lnTo>
                  <a:lnTo>
                    <a:pt x="1206601" y="392917"/>
                  </a:lnTo>
                  <a:lnTo>
                    <a:pt x="1187753" y="350555"/>
                  </a:lnTo>
                  <a:lnTo>
                    <a:pt x="1165930" y="309917"/>
                  </a:lnTo>
                  <a:lnTo>
                    <a:pt x="1141269" y="271143"/>
                  </a:lnTo>
                  <a:lnTo>
                    <a:pt x="1113911" y="234373"/>
                  </a:lnTo>
                  <a:lnTo>
                    <a:pt x="1083992" y="199744"/>
                  </a:lnTo>
                  <a:lnTo>
                    <a:pt x="1051654" y="167396"/>
                  </a:lnTo>
                  <a:lnTo>
                    <a:pt x="1017034" y="137469"/>
                  </a:lnTo>
                  <a:lnTo>
                    <a:pt x="980272" y="110102"/>
                  </a:lnTo>
                  <a:lnTo>
                    <a:pt x="941507" y="85433"/>
                  </a:lnTo>
                  <a:lnTo>
                    <a:pt x="900877" y="63602"/>
                  </a:lnTo>
                  <a:lnTo>
                    <a:pt x="858522" y="44747"/>
                  </a:lnTo>
                  <a:lnTo>
                    <a:pt x="814580" y="29009"/>
                  </a:lnTo>
                  <a:lnTo>
                    <a:pt x="769191" y="16526"/>
                  </a:lnTo>
                  <a:lnTo>
                    <a:pt x="722493" y="7437"/>
                  </a:lnTo>
                  <a:lnTo>
                    <a:pt x="674626" y="1882"/>
                  </a:lnTo>
                  <a:lnTo>
                    <a:pt x="625728" y="0"/>
                  </a:lnTo>
                  <a:close/>
                </a:path>
              </a:pathLst>
            </a:custGeom>
            <a:solidFill>
              <a:srgbClr val="C41C1C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9732264" y="2290572"/>
              <a:ext cx="611505" cy="799465"/>
            </a:xfrm>
            <a:custGeom>
              <a:avLst/>
              <a:gdLst/>
              <a:ahLst/>
              <a:cxnLst/>
              <a:rect l="l" t="t" r="r" b="b"/>
              <a:pathLst>
                <a:path w="611504" h="799464">
                  <a:moveTo>
                    <a:pt x="376808" y="559435"/>
                  </a:moveTo>
                  <a:lnTo>
                    <a:pt x="233679" y="559435"/>
                  </a:lnTo>
                  <a:lnTo>
                    <a:pt x="227062" y="560480"/>
                  </a:lnTo>
                  <a:lnTo>
                    <a:pt x="221218" y="563419"/>
                  </a:lnTo>
                  <a:lnTo>
                    <a:pt x="216302" y="567953"/>
                  </a:lnTo>
                  <a:lnTo>
                    <a:pt x="212470" y="573786"/>
                  </a:lnTo>
                  <a:lnTo>
                    <a:pt x="206196" y="583596"/>
                  </a:lnTo>
                  <a:lnTo>
                    <a:pt x="195040" y="593883"/>
                  </a:lnTo>
                  <a:lnTo>
                    <a:pt x="177359" y="604504"/>
                  </a:lnTo>
                  <a:lnTo>
                    <a:pt x="151510" y="615314"/>
                  </a:lnTo>
                  <a:lnTo>
                    <a:pt x="94736" y="645931"/>
                  </a:lnTo>
                  <a:lnTo>
                    <a:pt x="60404" y="684133"/>
                  </a:lnTo>
                  <a:lnTo>
                    <a:pt x="43051" y="723453"/>
                  </a:lnTo>
                  <a:lnTo>
                    <a:pt x="37210" y="757427"/>
                  </a:lnTo>
                  <a:lnTo>
                    <a:pt x="36449" y="757427"/>
                  </a:lnTo>
                  <a:lnTo>
                    <a:pt x="36449" y="775207"/>
                  </a:lnTo>
                  <a:lnTo>
                    <a:pt x="38278" y="784276"/>
                  </a:lnTo>
                  <a:lnTo>
                    <a:pt x="38353" y="784651"/>
                  </a:lnTo>
                  <a:lnTo>
                    <a:pt x="43497" y="792178"/>
                  </a:lnTo>
                  <a:lnTo>
                    <a:pt x="51022" y="797157"/>
                  </a:lnTo>
                  <a:lnTo>
                    <a:pt x="60070" y="798956"/>
                  </a:lnTo>
                  <a:lnTo>
                    <a:pt x="263270" y="798956"/>
                  </a:lnTo>
                  <a:lnTo>
                    <a:pt x="290449" y="708405"/>
                  </a:lnTo>
                  <a:lnTo>
                    <a:pt x="271073" y="669196"/>
                  </a:lnTo>
                  <a:lnTo>
                    <a:pt x="275463" y="648192"/>
                  </a:lnTo>
                  <a:lnTo>
                    <a:pt x="290520" y="639736"/>
                  </a:lnTo>
                  <a:lnTo>
                    <a:pt x="303149" y="638175"/>
                  </a:lnTo>
                  <a:lnTo>
                    <a:pt x="501201" y="638175"/>
                  </a:lnTo>
                  <a:lnTo>
                    <a:pt x="458850" y="615314"/>
                  </a:lnTo>
                  <a:lnTo>
                    <a:pt x="415702" y="593883"/>
                  </a:lnTo>
                  <a:lnTo>
                    <a:pt x="394507" y="567953"/>
                  </a:lnTo>
                  <a:lnTo>
                    <a:pt x="389588" y="563419"/>
                  </a:lnTo>
                  <a:lnTo>
                    <a:pt x="383549" y="560480"/>
                  </a:lnTo>
                  <a:lnTo>
                    <a:pt x="376808" y="559435"/>
                  </a:lnTo>
                  <a:close/>
                </a:path>
                <a:path w="611504" h="799464">
                  <a:moveTo>
                    <a:pt x="501201" y="638175"/>
                  </a:moveTo>
                  <a:lnTo>
                    <a:pt x="303149" y="638175"/>
                  </a:lnTo>
                  <a:lnTo>
                    <a:pt x="315706" y="639736"/>
                  </a:lnTo>
                  <a:lnTo>
                    <a:pt x="330739" y="648192"/>
                  </a:lnTo>
                  <a:lnTo>
                    <a:pt x="335152" y="669196"/>
                  </a:lnTo>
                  <a:lnTo>
                    <a:pt x="315849" y="708405"/>
                  </a:lnTo>
                  <a:lnTo>
                    <a:pt x="347090" y="798956"/>
                  </a:lnTo>
                  <a:lnTo>
                    <a:pt x="549528" y="798956"/>
                  </a:lnTo>
                  <a:lnTo>
                    <a:pt x="558290" y="797157"/>
                  </a:lnTo>
                  <a:lnTo>
                    <a:pt x="558718" y="797157"/>
                  </a:lnTo>
                  <a:lnTo>
                    <a:pt x="566388" y="791844"/>
                  </a:lnTo>
                  <a:lnTo>
                    <a:pt x="571353" y="784276"/>
                  </a:lnTo>
                  <a:lnTo>
                    <a:pt x="573151" y="775207"/>
                  </a:lnTo>
                  <a:lnTo>
                    <a:pt x="573151" y="757427"/>
                  </a:lnTo>
                  <a:lnTo>
                    <a:pt x="567007" y="723453"/>
                  </a:lnTo>
                  <a:lnTo>
                    <a:pt x="549719" y="684133"/>
                  </a:lnTo>
                  <a:lnTo>
                    <a:pt x="515572" y="645931"/>
                  </a:lnTo>
                  <a:lnTo>
                    <a:pt x="501201" y="638175"/>
                  </a:lnTo>
                  <a:close/>
                </a:path>
                <a:path w="611504" h="799464">
                  <a:moveTo>
                    <a:pt x="315849" y="0"/>
                  </a:moveTo>
                  <a:lnTo>
                    <a:pt x="296290" y="0"/>
                  </a:lnTo>
                  <a:lnTo>
                    <a:pt x="287908" y="7619"/>
                  </a:lnTo>
                  <a:lnTo>
                    <a:pt x="287908" y="89662"/>
                  </a:lnTo>
                  <a:lnTo>
                    <a:pt x="295528" y="97281"/>
                  </a:lnTo>
                  <a:lnTo>
                    <a:pt x="314959" y="97281"/>
                  </a:lnTo>
                  <a:lnTo>
                    <a:pt x="323468" y="89662"/>
                  </a:lnTo>
                  <a:lnTo>
                    <a:pt x="323468" y="8508"/>
                  </a:lnTo>
                  <a:lnTo>
                    <a:pt x="315849" y="0"/>
                  </a:lnTo>
                  <a:close/>
                </a:path>
                <a:path w="611504" h="799464">
                  <a:moveTo>
                    <a:pt x="89788" y="286892"/>
                  </a:moveTo>
                  <a:lnTo>
                    <a:pt x="8508" y="286892"/>
                  </a:lnTo>
                  <a:lnTo>
                    <a:pt x="0" y="294513"/>
                  </a:lnTo>
                  <a:lnTo>
                    <a:pt x="0" y="314832"/>
                  </a:lnTo>
                  <a:lnTo>
                    <a:pt x="8508" y="322452"/>
                  </a:lnTo>
                  <a:lnTo>
                    <a:pt x="88900" y="322452"/>
                  </a:lnTo>
                  <a:lnTo>
                    <a:pt x="97408" y="314832"/>
                  </a:lnTo>
                  <a:lnTo>
                    <a:pt x="97408" y="295401"/>
                  </a:lnTo>
                  <a:lnTo>
                    <a:pt x="89788" y="286892"/>
                  </a:lnTo>
                  <a:close/>
                </a:path>
                <a:path w="611504" h="799464">
                  <a:moveTo>
                    <a:pt x="593470" y="286892"/>
                  </a:moveTo>
                  <a:lnTo>
                    <a:pt x="531749" y="286892"/>
                  </a:lnTo>
                  <a:lnTo>
                    <a:pt x="521588" y="287781"/>
                  </a:lnTo>
                  <a:lnTo>
                    <a:pt x="513968" y="295401"/>
                  </a:lnTo>
                  <a:lnTo>
                    <a:pt x="513968" y="313943"/>
                  </a:lnTo>
                  <a:lnTo>
                    <a:pt x="521588" y="322452"/>
                  </a:lnTo>
                  <a:lnTo>
                    <a:pt x="602868" y="322452"/>
                  </a:lnTo>
                  <a:lnTo>
                    <a:pt x="611251" y="314832"/>
                  </a:lnTo>
                  <a:lnTo>
                    <a:pt x="611251" y="304673"/>
                  </a:lnTo>
                  <a:lnTo>
                    <a:pt x="610401" y="297983"/>
                  </a:lnTo>
                  <a:lnTo>
                    <a:pt x="606837" y="292306"/>
                  </a:lnTo>
                  <a:lnTo>
                    <a:pt x="601035" y="288367"/>
                  </a:lnTo>
                  <a:lnTo>
                    <a:pt x="593470" y="286892"/>
                  </a:lnTo>
                  <a:close/>
                </a:path>
                <a:path w="611504" h="799464">
                  <a:moveTo>
                    <a:pt x="146050" y="446817"/>
                  </a:moveTo>
                  <a:lnTo>
                    <a:pt x="89788" y="495935"/>
                  </a:lnTo>
                  <a:lnTo>
                    <a:pt x="84753" y="507746"/>
                  </a:lnTo>
                  <a:lnTo>
                    <a:pt x="84771" y="508968"/>
                  </a:lnTo>
                  <a:lnTo>
                    <a:pt x="85998" y="515207"/>
                  </a:lnTo>
                  <a:lnTo>
                    <a:pt x="89788" y="521335"/>
                  </a:lnTo>
                  <a:lnTo>
                    <a:pt x="92328" y="524763"/>
                  </a:lnTo>
                  <a:lnTo>
                    <a:pt x="96519" y="526414"/>
                  </a:lnTo>
                  <a:lnTo>
                    <a:pt x="105790" y="526414"/>
                  </a:lnTo>
                  <a:lnTo>
                    <a:pt x="110870" y="524763"/>
                  </a:lnTo>
                  <a:lnTo>
                    <a:pt x="158368" y="477265"/>
                  </a:lnTo>
                  <a:lnTo>
                    <a:pt x="162155" y="471529"/>
                  </a:lnTo>
                  <a:lnTo>
                    <a:pt x="163399" y="464990"/>
                  </a:lnTo>
                  <a:lnTo>
                    <a:pt x="163302" y="464280"/>
                  </a:lnTo>
                  <a:lnTo>
                    <a:pt x="162155" y="458102"/>
                  </a:lnTo>
                  <a:lnTo>
                    <a:pt x="158368" y="451865"/>
                  </a:lnTo>
                  <a:lnTo>
                    <a:pt x="152590" y="448079"/>
                  </a:lnTo>
                  <a:lnTo>
                    <a:pt x="146050" y="446817"/>
                  </a:lnTo>
                  <a:close/>
                </a:path>
                <a:path w="611504" h="799464">
                  <a:moveTo>
                    <a:pt x="465994" y="446817"/>
                  </a:moveTo>
                  <a:lnTo>
                    <a:pt x="459228" y="448079"/>
                  </a:lnTo>
                  <a:lnTo>
                    <a:pt x="453008" y="451865"/>
                  </a:lnTo>
                  <a:lnTo>
                    <a:pt x="449151" y="457656"/>
                  </a:lnTo>
                  <a:lnTo>
                    <a:pt x="447865" y="464280"/>
                  </a:lnTo>
                  <a:lnTo>
                    <a:pt x="449151" y="471046"/>
                  </a:lnTo>
                  <a:lnTo>
                    <a:pt x="453008" y="477265"/>
                  </a:lnTo>
                  <a:lnTo>
                    <a:pt x="500379" y="524763"/>
                  </a:lnTo>
                  <a:lnTo>
                    <a:pt x="504570" y="526414"/>
                  </a:lnTo>
                  <a:lnTo>
                    <a:pt x="513079" y="526414"/>
                  </a:lnTo>
                  <a:lnTo>
                    <a:pt x="518159" y="524763"/>
                  </a:lnTo>
                  <a:lnTo>
                    <a:pt x="521588" y="521335"/>
                  </a:lnTo>
                  <a:lnTo>
                    <a:pt x="525375" y="515598"/>
                  </a:lnTo>
                  <a:lnTo>
                    <a:pt x="526637" y="508968"/>
                  </a:lnTo>
                  <a:lnTo>
                    <a:pt x="525375" y="502171"/>
                  </a:lnTo>
                  <a:lnTo>
                    <a:pt x="521588" y="495935"/>
                  </a:lnTo>
                  <a:lnTo>
                    <a:pt x="478408" y="451865"/>
                  </a:lnTo>
                  <a:lnTo>
                    <a:pt x="472618" y="448079"/>
                  </a:lnTo>
                  <a:lnTo>
                    <a:pt x="465994" y="446817"/>
                  </a:lnTo>
                  <a:close/>
                </a:path>
                <a:path w="611504" h="799464">
                  <a:moveTo>
                    <a:pt x="303910" y="143001"/>
                  </a:moveTo>
                  <a:lnTo>
                    <a:pt x="303149" y="143001"/>
                  </a:lnTo>
                  <a:lnTo>
                    <a:pt x="259560" y="149308"/>
                  </a:lnTo>
                  <a:lnTo>
                    <a:pt x="220504" y="166275"/>
                  </a:lnTo>
                  <a:lnTo>
                    <a:pt x="187531" y="192309"/>
                  </a:lnTo>
                  <a:lnTo>
                    <a:pt x="162188" y="225815"/>
                  </a:lnTo>
                  <a:lnTo>
                    <a:pt x="146024" y="265198"/>
                  </a:lnTo>
                  <a:lnTo>
                    <a:pt x="140588" y="308863"/>
                  </a:lnTo>
                  <a:lnTo>
                    <a:pt x="144012" y="339546"/>
                  </a:lnTo>
                  <a:lnTo>
                    <a:pt x="153019" y="368776"/>
                  </a:lnTo>
                  <a:lnTo>
                    <a:pt x="167431" y="395767"/>
                  </a:lnTo>
                  <a:lnTo>
                    <a:pt x="187070" y="419735"/>
                  </a:lnTo>
                  <a:lnTo>
                    <a:pt x="198669" y="433375"/>
                  </a:lnTo>
                  <a:lnTo>
                    <a:pt x="207851" y="448563"/>
                  </a:lnTo>
                  <a:lnTo>
                    <a:pt x="214485" y="464990"/>
                  </a:lnTo>
                  <a:lnTo>
                    <a:pt x="218439" y="482345"/>
                  </a:lnTo>
                  <a:lnTo>
                    <a:pt x="223017" y="496474"/>
                  </a:lnTo>
                  <a:lnTo>
                    <a:pt x="232203" y="507746"/>
                  </a:lnTo>
                  <a:lnTo>
                    <a:pt x="244889" y="515207"/>
                  </a:lnTo>
                  <a:lnTo>
                    <a:pt x="259968" y="517905"/>
                  </a:lnTo>
                  <a:lnTo>
                    <a:pt x="350519" y="517905"/>
                  </a:lnTo>
                  <a:lnTo>
                    <a:pt x="386970" y="496474"/>
                  </a:lnTo>
                  <a:lnTo>
                    <a:pt x="392790" y="479043"/>
                  </a:lnTo>
                  <a:lnTo>
                    <a:pt x="295528" y="479043"/>
                  </a:lnTo>
                  <a:lnTo>
                    <a:pt x="288014" y="471529"/>
                  </a:lnTo>
                  <a:lnTo>
                    <a:pt x="287908" y="356235"/>
                  </a:lnTo>
                  <a:lnTo>
                    <a:pt x="250570" y="319024"/>
                  </a:lnTo>
                  <a:lnTo>
                    <a:pt x="246784" y="313314"/>
                  </a:lnTo>
                  <a:lnTo>
                    <a:pt x="245522" y="306879"/>
                  </a:lnTo>
                  <a:lnTo>
                    <a:pt x="246784" y="300610"/>
                  </a:lnTo>
                  <a:lnTo>
                    <a:pt x="250570" y="295401"/>
                  </a:lnTo>
                  <a:lnTo>
                    <a:pt x="255853" y="291544"/>
                  </a:lnTo>
                  <a:lnTo>
                    <a:pt x="262159" y="290258"/>
                  </a:lnTo>
                  <a:lnTo>
                    <a:pt x="466806" y="290258"/>
                  </a:lnTo>
                  <a:lnTo>
                    <a:pt x="463078" y="263093"/>
                  </a:lnTo>
                  <a:lnTo>
                    <a:pt x="446357" y="224131"/>
                  </a:lnTo>
                  <a:lnTo>
                    <a:pt x="420465" y="191039"/>
                  </a:lnTo>
                  <a:lnTo>
                    <a:pt x="387016" y="165419"/>
                  </a:lnTo>
                  <a:lnTo>
                    <a:pt x="347626" y="148873"/>
                  </a:lnTo>
                  <a:lnTo>
                    <a:pt x="303910" y="143001"/>
                  </a:lnTo>
                  <a:close/>
                </a:path>
                <a:path w="611504" h="799464">
                  <a:moveTo>
                    <a:pt x="466806" y="290258"/>
                  </a:moveTo>
                  <a:lnTo>
                    <a:pt x="346821" y="290258"/>
                  </a:lnTo>
                  <a:lnTo>
                    <a:pt x="353264" y="291544"/>
                  </a:lnTo>
                  <a:lnTo>
                    <a:pt x="359028" y="295401"/>
                  </a:lnTo>
                  <a:lnTo>
                    <a:pt x="362815" y="300610"/>
                  </a:lnTo>
                  <a:lnTo>
                    <a:pt x="363965" y="306324"/>
                  </a:lnTo>
                  <a:lnTo>
                    <a:pt x="364077" y="306879"/>
                  </a:lnTo>
                  <a:lnTo>
                    <a:pt x="362815" y="313314"/>
                  </a:lnTo>
                  <a:lnTo>
                    <a:pt x="359028" y="319024"/>
                  </a:lnTo>
                  <a:lnTo>
                    <a:pt x="321690" y="356235"/>
                  </a:lnTo>
                  <a:lnTo>
                    <a:pt x="321585" y="471529"/>
                  </a:lnTo>
                  <a:lnTo>
                    <a:pt x="314070" y="479043"/>
                  </a:lnTo>
                  <a:lnTo>
                    <a:pt x="392790" y="479043"/>
                  </a:lnTo>
                  <a:lnTo>
                    <a:pt x="395948" y="464990"/>
                  </a:lnTo>
                  <a:lnTo>
                    <a:pt x="402574" y="448563"/>
                  </a:lnTo>
                  <a:lnTo>
                    <a:pt x="411747" y="433375"/>
                  </a:lnTo>
                  <a:lnTo>
                    <a:pt x="423290" y="419735"/>
                  </a:lnTo>
                  <a:lnTo>
                    <a:pt x="442596" y="395477"/>
                  </a:lnTo>
                  <a:lnTo>
                    <a:pt x="456961" y="367791"/>
                  </a:lnTo>
                  <a:lnTo>
                    <a:pt x="465921" y="337724"/>
                  </a:lnTo>
                  <a:lnTo>
                    <a:pt x="468956" y="306879"/>
                  </a:lnTo>
                  <a:lnTo>
                    <a:pt x="469010" y="306324"/>
                  </a:lnTo>
                  <a:lnTo>
                    <a:pt x="466806" y="290258"/>
                  </a:lnTo>
                  <a:close/>
                </a:path>
                <a:path w="611504" h="799464">
                  <a:moveTo>
                    <a:pt x="346821" y="290258"/>
                  </a:moveTo>
                  <a:lnTo>
                    <a:pt x="262159" y="290258"/>
                  </a:lnTo>
                  <a:lnTo>
                    <a:pt x="268608" y="291544"/>
                  </a:lnTo>
                  <a:lnTo>
                    <a:pt x="274319" y="295401"/>
                  </a:lnTo>
                  <a:lnTo>
                    <a:pt x="304800" y="325881"/>
                  </a:lnTo>
                  <a:lnTo>
                    <a:pt x="335279" y="295401"/>
                  </a:lnTo>
                  <a:lnTo>
                    <a:pt x="340544" y="291544"/>
                  </a:lnTo>
                  <a:lnTo>
                    <a:pt x="346821" y="290258"/>
                  </a:lnTo>
                  <a:close/>
                </a:path>
                <a:path w="611504" h="799464">
                  <a:moveTo>
                    <a:pt x="101933" y="83756"/>
                  </a:moveTo>
                  <a:lnTo>
                    <a:pt x="95136" y="85042"/>
                  </a:lnTo>
                  <a:lnTo>
                    <a:pt x="88900" y="88900"/>
                  </a:lnTo>
                  <a:lnTo>
                    <a:pt x="85113" y="94636"/>
                  </a:lnTo>
                  <a:lnTo>
                    <a:pt x="83851" y="101266"/>
                  </a:lnTo>
                  <a:lnTo>
                    <a:pt x="85113" y="108063"/>
                  </a:lnTo>
                  <a:lnTo>
                    <a:pt x="88900" y="114300"/>
                  </a:lnTo>
                  <a:lnTo>
                    <a:pt x="132968" y="158241"/>
                  </a:lnTo>
                  <a:lnTo>
                    <a:pt x="136270" y="161670"/>
                  </a:lnTo>
                  <a:lnTo>
                    <a:pt x="140588" y="163322"/>
                  </a:lnTo>
                  <a:lnTo>
                    <a:pt x="149859" y="163322"/>
                  </a:lnTo>
                  <a:lnTo>
                    <a:pt x="154939" y="161670"/>
                  </a:lnTo>
                  <a:lnTo>
                    <a:pt x="158368" y="158241"/>
                  </a:lnTo>
                  <a:lnTo>
                    <a:pt x="162155" y="152505"/>
                  </a:lnTo>
                  <a:lnTo>
                    <a:pt x="163417" y="145875"/>
                  </a:lnTo>
                  <a:lnTo>
                    <a:pt x="162155" y="139078"/>
                  </a:lnTo>
                  <a:lnTo>
                    <a:pt x="158368" y="132841"/>
                  </a:lnTo>
                  <a:lnTo>
                    <a:pt x="114300" y="88900"/>
                  </a:lnTo>
                  <a:lnTo>
                    <a:pt x="108563" y="85042"/>
                  </a:lnTo>
                  <a:lnTo>
                    <a:pt x="101933" y="83756"/>
                  </a:lnTo>
                  <a:close/>
                </a:path>
                <a:path w="611504" h="799464">
                  <a:moveTo>
                    <a:pt x="509984" y="83756"/>
                  </a:moveTo>
                  <a:lnTo>
                    <a:pt x="453008" y="132841"/>
                  </a:lnTo>
                  <a:lnTo>
                    <a:pt x="447865" y="145256"/>
                  </a:lnTo>
                  <a:lnTo>
                    <a:pt x="449151" y="152022"/>
                  </a:lnTo>
                  <a:lnTo>
                    <a:pt x="453008" y="158241"/>
                  </a:lnTo>
                  <a:lnTo>
                    <a:pt x="456310" y="161670"/>
                  </a:lnTo>
                  <a:lnTo>
                    <a:pt x="461390" y="163322"/>
                  </a:lnTo>
                  <a:lnTo>
                    <a:pt x="469900" y="163322"/>
                  </a:lnTo>
                  <a:lnTo>
                    <a:pt x="474979" y="161670"/>
                  </a:lnTo>
                  <a:lnTo>
                    <a:pt x="522350" y="114300"/>
                  </a:lnTo>
                  <a:lnTo>
                    <a:pt x="526208" y="108509"/>
                  </a:lnTo>
                  <a:lnTo>
                    <a:pt x="527494" y="101885"/>
                  </a:lnTo>
                  <a:lnTo>
                    <a:pt x="526208" y="95119"/>
                  </a:lnTo>
                  <a:lnTo>
                    <a:pt x="522350" y="88900"/>
                  </a:lnTo>
                  <a:lnTo>
                    <a:pt x="516614" y="85042"/>
                  </a:lnTo>
                  <a:lnTo>
                    <a:pt x="509984" y="837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46352" y="1373171"/>
            <a:ext cx="6031865" cy="70358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b="1" dirty="0">
                <a:latin typeface="Century Gothic"/>
                <a:cs typeface="Century Gothic"/>
              </a:rPr>
              <a:t>Product</a:t>
            </a:r>
            <a:r>
              <a:rPr sz="1600" b="1" spc="-50" dirty="0">
                <a:latin typeface="Century Gothic"/>
                <a:cs typeface="Century Gothic"/>
              </a:rPr>
              <a:t> </a:t>
            </a:r>
            <a:r>
              <a:rPr sz="1600" b="1" spc="-20" dirty="0">
                <a:latin typeface="Century Gothic"/>
                <a:cs typeface="Century Gothic"/>
              </a:rPr>
              <a:t>Idea</a:t>
            </a:r>
            <a:endParaRPr sz="16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229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Proving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client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main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ideas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will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explained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further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business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plan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Main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highlights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business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90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Business</a:t>
            </a:r>
            <a:r>
              <a:rPr spc="-65" dirty="0"/>
              <a:t> </a:t>
            </a:r>
            <a:r>
              <a:rPr dirty="0"/>
              <a:t>Concept</a:t>
            </a:r>
            <a:r>
              <a:rPr spc="-95" dirty="0"/>
              <a:t> </a:t>
            </a:r>
            <a:r>
              <a:rPr spc="-10" dirty="0"/>
              <a:t>Funding</a:t>
            </a:r>
          </a:p>
        </p:txBody>
      </p:sp>
      <p:sp>
        <p:nvSpPr>
          <p:cNvPr id="19" name="object 19"/>
          <p:cNvSpPr/>
          <p:nvPr/>
        </p:nvSpPr>
        <p:spPr>
          <a:xfrm>
            <a:off x="9666731" y="0"/>
            <a:ext cx="741045" cy="695325"/>
          </a:xfrm>
          <a:custGeom>
            <a:avLst/>
            <a:gdLst/>
            <a:ahLst/>
            <a:cxnLst/>
            <a:rect l="l" t="t" r="r" b="b"/>
            <a:pathLst>
              <a:path w="741045" h="695325">
                <a:moveTo>
                  <a:pt x="740664" y="0"/>
                </a:moveTo>
                <a:lnTo>
                  <a:pt x="0" y="0"/>
                </a:lnTo>
                <a:lnTo>
                  <a:pt x="0" y="694944"/>
                </a:lnTo>
                <a:lnTo>
                  <a:pt x="740664" y="694944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9666731" y="4623815"/>
            <a:ext cx="741045" cy="2234565"/>
          </a:xfrm>
          <a:custGeom>
            <a:avLst/>
            <a:gdLst/>
            <a:ahLst/>
            <a:cxnLst/>
            <a:rect l="l" t="t" r="r" b="b"/>
            <a:pathLst>
              <a:path w="741045" h="2234565">
                <a:moveTo>
                  <a:pt x="740664" y="0"/>
                </a:moveTo>
                <a:lnTo>
                  <a:pt x="0" y="0"/>
                </a:lnTo>
                <a:lnTo>
                  <a:pt x="0" y="2234183"/>
                </a:lnTo>
                <a:lnTo>
                  <a:pt x="740664" y="2234183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0467" y="4878323"/>
            <a:ext cx="230124" cy="2301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8952" y="4878323"/>
            <a:ext cx="230124" cy="23012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44753" y="5459069"/>
            <a:ext cx="98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" marR="5080" indent="-25019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Arial"/>
                <a:cs typeface="Arial"/>
              </a:rPr>
              <a:t>Community’s </a:t>
            </a:r>
            <a:r>
              <a:rPr sz="1200" b="1" spc="-10" dirty="0">
                <a:latin typeface="Arial"/>
                <a:cs typeface="Arial"/>
              </a:rPr>
              <a:t>Vision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33776" y="5459069"/>
            <a:ext cx="8997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13462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Long –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term </a:t>
            </a:r>
            <a:r>
              <a:rPr sz="1200" b="1" spc="-10" dirty="0">
                <a:latin typeface="Arial"/>
                <a:cs typeface="Arial"/>
              </a:rPr>
              <a:t>Strategy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6361" y="4609591"/>
            <a:ext cx="758190" cy="768350"/>
            <a:chOff x="756361" y="4609591"/>
            <a:chExt cx="758190" cy="768350"/>
          </a:xfrm>
        </p:grpSpPr>
        <p:sp>
          <p:nvSpPr>
            <p:cNvPr id="26" name="object 26"/>
            <p:cNvSpPr/>
            <p:nvPr/>
          </p:nvSpPr>
          <p:spPr>
            <a:xfrm>
              <a:off x="957910" y="4609591"/>
              <a:ext cx="355600" cy="76200"/>
            </a:xfrm>
            <a:custGeom>
              <a:avLst/>
              <a:gdLst/>
              <a:ahLst/>
              <a:cxnLst/>
              <a:rect l="l" t="t" r="r" b="b"/>
              <a:pathLst>
                <a:path w="355600" h="76200">
                  <a:moveTo>
                    <a:pt x="176263" y="0"/>
                  </a:moveTo>
                  <a:lnTo>
                    <a:pt x="132662" y="2158"/>
                  </a:lnTo>
                  <a:lnTo>
                    <a:pt x="90319" y="8508"/>
                  </a:lnTo>
                  <a:lnTo>
                    <a:pt x="49447" y="18859"/>
                  </a:lnTo>
                  <a:lnTo>
                    <a:pt x="10261" y="33019"/>
                  </a:lnTo>
                  <a:lnTo>
                    <a:pt x="0" y="38480"/>
                  </a:lnTo>
                  <a:lnTo>
                    <a:pt x="15163" y="73532"/>
                  </a:lnTo>
                  <a:lnTo>
                    <a:pt x="25298" y="68071"/>
                  </a:lnTo>
                  <a:lnTo>
                    <a:pt x="60932" y="55225"/>
                  </a:lnTo>
                  <a:lnTo>
                    <a:pt x="98099" y="45783"/>
                  </a:lnTo>
                  <a:lnTo>
                    <a:pt x="136606" y="39961"/>
                  </a:lnTo>
                  <a:lnTo>
                    <a:pt x="176263" y="37972"/>
                  </a:lnTo>
                  <a:lnTo>
                    <a:pt x="215913" y="39961"/>
                  </a:lnTo>
                  <a:lnTo>
                    <a:pt x="254419" y="45783"/>
                  </a:lnTo>
                  <a:lnTo>
                    <a:pt x="291581" y="55225"/>
                  </a:lnTo>
                  <a:lnTo>
                    <a:pt x="327202" y="68071"/>
                  </a:lnTo>
                  <a:lnTo>
                    <a:pt x="341553" y="75818"/>
                  </a:lnTo>
                  <a:lnTo>
                    <a:pt x="355015" y="39877"/>
                  </a:lnTo>
                  <a:lnTo>
                    <a:pt x="342315" y="33019"/>
                  </a:lnTo>
                  <a:lnTo>
                    <a:pt x="303100" y="18859"/>
                  </a:lnTo>
                  <a:lnTo>
                    <a:pt x="262213" y="8508"/>
                  </a:lnTo>
                  <a:lnTo>
                    <a:pt x="219864" y="2158"/>
                  </a:lnTo>
                  <a:lnTo>
                    <a:pt x="1762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6361" y="4619243"/>
              <a:ext cx="757859" cy="7586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32535" y="4690617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303136" y="0"/>
                  </a:moveTo>
                  <a:lnTo>
                    <a:pt x="253964" y="3968"/>
                  </a:lnTo>
                  <a:lnTo>
                    <a:pt x="207319" y="15458"/>
                  </a:lnTo>
                  <a:lnTo>
                    <a:pt x="163824" y="33844"/>
                  </a:lnTo>
                  <a:lnTo>
                    <a:pt x="124105" y="58501"/>
                  </a:lnTo>
                  <a:lnTo>
                    <a:pt x="88784" y="88804"/>
                  </a:lnTo>
                  <a:lnTo>
                    <a:pt x="58485" y="124129"/>
                  </a:lnTo>
                  <a:lnTo>
                    <a:pt x="33834" y="163851"/>
                  </a:lnTo>
                  <a:lnTo>
                    <a:pt x="15453" y="207345"/>
                  </a:lnTo>
                  <a:lnTo>
                    <a:pt x="3967" y="253986"/>
                  </a:lnTo>
                  <a:lnTo>
                    <a:pt x="0" y="303148"/>
                  </a:lnTo>
                  <a:lnTo>
                    <a:pt x="3967" y="352311"/>
                  </a:lnTo>
                  <a:lnTo>
                    <a:pt x="15453" y="398952"/>
                  </a:lnTo>
                  <a:lnTo>
                    <a:pt x="33834" y="442446"/>
                  </a:lnTo>
                  <a:lnTo>
                    <a:pt x="58485" y="482168"/>
                  </a:lnTo>
                  <a:lnTo>
                    <a:pt x="88784" y="517493"/>
                  </a:lnTo>
                  <a:lnTo>
                    <a:pt x="124105" y="547796"/>
                  </a:lnTo>
                  <a:lnTo>
                    <a:pt x="163824" y="572453"/>
                  </a:lnTo>
                  <a:lnTo>
                    <a:pt x="207319" y="590839"/>
                  </a:lnTo>
                  <a:lnTo>
                    <a:pt x="253964" y="602329"/>
                  </a:lnTo>
                  <a:lnTo>
                    <a:pt x="303136" y="606297"/>
                  </a:lnTo>
                  <a:lnTo>
                    <a:pt x="352319" y="602329"/>
                  </a:lnTo>
                  <a:lnTo>
                    <a:pt x="398970" y="590839"/>
                  </a:lnTo>
                  <a:lnTo>
                    <a:pt x="442464" y="572453"/>
                  </a:lnTo>
                  <a:lnTo>
                    <a:pt x="482180" y="547796"/>
                  </a:lnTo>
                  <a:lnTo>
                    <a:pt x="517494" y="517493"/>
                  </a:lnTo>
                  <a:lnTo>
                    <a:pt x="547784" y="482168"/>
                  </a:lnTo>
                  <a:lnTo>
                    <a:pt x="572428" y="442446"/>
                  </a:lnTo>
                  <a:lnTo>
                    <a:pt x="590801" y="398952"/>
                  </a:lnTo>
                  <a:lnTo>
                    <a:pt x="602281" y="352311"/>
                  </a:lnTo>
                  <a:lnTo>
                    <a:pt x="606247" y="303148"/>
                  </a:lnTo>
                  <a:lnTo>
                    <a:pt x="602281" y="253986"/>
                  </a:lnTo>
                  <a:lnTo>
                    <a:pt x="590801" y="207345"/>
                  </a:lnTo>
                  <a:lnTo>
                    <a:pt x="572428" y="163851"/>
                  </a:lnTo>
                  <a:lnTo>
                    <a:pt x="547784" y="124129"/>
                  </a:lnTo>
                  <a:lnTo>
                    <a:pt x="517494" y="88804"/>
                  </a:lnTo>
                  <a:lnTo>
                    <a:pt x="482180" y="58501"/>
                  </a:lnTo>
                  <a:lnTo>
                    <a:pt x="442464" y="33844"/>
                  </a:lnTo>
                  <a:lnTo>
                    <a:pt x="398970" y="15458"/>
                  </a:lnTo>
                  <a:lnTo>
                    <a:pt x="352319" y="3968"/>
                  </a:lnTo>
                  <a:lnTo>
                    <a:pt x="303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941831" y="4885360"/>
              <a:ext cx="387350" cy="217170"/>
            </a:xfrm>
            <a:custGeom>
              <a:avLst/>
              <a:gdLst/>
              <a:ahLst/>
              <a:cxnLst/>
              <a:rect l="l" t="t" r="r" b="b"/>
              <a:pathLst>
                <a:path w="387350" h="217170">
                  <a:moveTo>
                    <a:pt x="214137" y="0"/>
                  </a:moveTo>
                  <a:lnTo>
                    <a:pt x="161886" y="1218"/>
                  </a:lnTo>
                  <a:lnTo>
                    <a:pt x="118784" y="11711"/>
                  </a:lnTo>
                  <a:lnTo>
                    <a:pt x="77406" y="31063"/>
                  </a:lnTo>
                  <a:lnTo>
                    <a:pt x="33955" y="64781"/>
                  </a:lnTo>
                  <a:lnTo>
                    <a:pt x="0" y="108025"/>
                  </a:lnTo>
                  <a:lnTo>
                    <a:pt x="27331" y="144466"/>
                  </a:lnTo>
                  <a:lnTo>
                    <a:pt x="60404" y="173860"/>
                  </a:lnTo>
                  <a:lnTo>
                    <a:pt x="97974" y="195900"/>
                  </a:lnTo>
                  <a:lnTo>
                    <a:pt x="138795" y="210276"/>
                  </a:lnTo>
                  <a:lnTo>
                    <a:pt x="181622" y="216680"/>
                  </a:lnTo>
                  <a:lnTo>
                    <a:pt x="225210" y="214806"/>
                  </a:lnTo>
                  <a:lnTo>
                    <a:pt x="268314" y="204344"/>
                  </a:lnTo>
                  <a:lnTo>
                    <a:pt x="278743" y="199465"/>
                  </a:lnTo>
                  <a:lnTo>
                    <a:pt x="193611" y="199465"/>
                  </a:lnTo>
                  <a:lnTo>
                    <a:pt x="157802" y="192267"/>
                  </a:lnTo>
                  <a:lnTo>
                    <a:pt x="128577" y="172652"/>
                  </a:lnTo>
                  <a:lnTo>
                    <a:pt x="108883" y="143583"/>
                  </a:lnTo>
                  <a:lnTo>
                    <a:pt x="101663" y="108025"/>
                  </a:lnTo>
                  <a:lnTo>
                    <a:pt x="108883" y="72467"/>
                  </a:lnTo>
                  <a:lnTo>
                    <a:pt x="128577" y="43398"/>
                  </a:lnTo>
                  <a:lnTo>
                    <a:pt x="157802" y="23782"/>
                  </a:lnTo>
                  <a:lnTo>
                    <a:pt x="193611" y="16585"/>
                  </a:lnTo>
                  <a:lnTo>
                    <a:pt x="277792" y="16585"/>
                  </a:lnTo>
                  <a:lnTo>
                    <a:pt x="264929" y="10614"/>
                  </a:lnTo>
                  <a:lnTo>
                    <a:pt x="214137" y="0"/>
                  </a:lnTo>
                  <a:close/>
                </a:path>
                <a:path w="387350" h="217170">
                  <a:moveTo>
                    <a:pt x="277792" y="16585"/>
                  </a:moveTo>
                  <a:lnTo>
                    <a:pt x="193611" y="16585"/>
                  </a:lnTo>
                  <a:lnTo>
                    <a:pt x="229388" y="23782"/>
                  </a:lnTo>
                  <a:lnTo>
                    <a:pt x="258594" y="43398"/>
                  </a:lnTo>
                  <a:lnTo>
                    <a:pt x="278279" y="72467"/>
                  </a:lnTo>
                  <a:lnTo>
                    <a:pt x="285496" y="108025"/>
                  </a:lnTo>
                  <a:lnTo>
                    <a:pt x="278279" y="143583"/>
                  </a:lnTo>
                  <a:lnTo>
                    <a:pt x="258594" y="172652"/>
                  </a:lnTo>
                  <a:lnTo>
                    <a:pt x="229388" y="192267"/>
                  </a:lnTo>
                  <a:lnTo>
                    <a:pt x="193611" y="199465"/>
                  </a:lnTo>
                  <a:lnTo>
                    <a:pt x="278743" y="199465"/>
                  </a:lnTo>
                  <a:lnTo>
                    <a:pt x="332526" y="169425"/>
                  </a:lnTo>
                  <a:lnTo>
                    <a:pt x="371438" y="130730"/>
                  </a:lnTo>
                  <a:lnTo>
                    <a:pt x="387096" y="108025"/>
                  </a:lnTo>
                  <a:lnTo>
                    <a:pt x="353553" y="65169"/>
                  </a:lnTo>
                  <a:lnTo>
                    <a:pt x="312116" y="32518"/>
                  </a:lnTo>
                  <a:lnTo>
                    <a:pt x="277792" y="16585"/>
                  </a:lnTo>
                  <a:close/>
                </a:path>
                <a:path w="387350" h="217170">
                  <a:moveTo>
                    <a:pt x="193611" y="41858"/>
                  </a:moveTo>
                  <a:lnTo>
                    <a:pt x="167689" y="47053"/>
                  </a:lnTo>
                  <a:lnTo>
                    <a:pt x="146534" y="61225"/>
                  </a:lnTo>
                  <a:lnTo>
                    <a:pt x="132277" y="82256"/>
                  </a:lnTo>
                  <a:lnTo>
                    <a:pt x="127050" y="108025"/>
                  </a:lnTo>
                  <a:lnTo>
                    <a:pt x="132277" y="133774"/>
                  </a:lnTo>
                  <a:lnTo>
                    <a:pt x="146534" y="154761"/>
                  </a:lnTo>
                  <a:lnTo>
                    <a:pt x="167689" y="168889"/>
                  </a:lnTo>
                  <a:lnTo>
                    <a:pt x="193611" y="174065"/>
                  </a:lnTo>
                  <a:lnTo>
                    <a:pt x="219465" y="168889"/>
                  </a:lnTo>
                  <a:lnTo>
                    <a:pt x="240582" y="154761"/>
                  </a:lnTo>
                  <a:lnTo>
                    <a:pt x="254822" y="133774"/>
                  </a:lnTo>
                  <a:lnTo>
                    <a:pt x="260045" y="108025"/>
                  </a:lnTo>
                  <a:lnTo>
                    <a:pt x="259659" y="106120"/>
                  </a:lnTo>
                  <a:lnTo>
                    <a:pt x="151930" y="106120"/>
                  </a:lnTo>
                  <a:lnTo>
                    <a:pt x="147104" y="104723"/>
                  </a:lnTo>
                  <a:lnTo>
                    <a:pt x="142214" y="103453"/>
                  </a:lnTo>
                  <a:lnTo>
                    <a:pt x="139331" y="98500"/>
                  </a:lnTo>
                  <a:lnTo>
                    <a:pt x="140652" y="93674"/>
                  </a:lnTo>
                  <a:lnTo>
                    <a:pt x="171174" y="58259"/>
                  </a:lnTo>
                  <a:lnTo>
                    <a:pt x="191922" y="53288"/>
                  </a:lnTo>
                  <a:lnTo>
                    <a:pt x="228755" y="53288"/>
                  </a:lnTo>
                  <a:lnTo>
                    <a:pt x="219465" y="47053"/>
                  </a:lnTo>
                  <a:lnTo>
                    <a:pt x="193611" y="41858"/>
                  </a:lnTo>
                  <a:close/>
                </a:path>
                <a:path w="387350" h="217170">
                  <a:moveTo>
                    <a:pt x="228755" y="53288"/>
                  </a:moveTo>
                  <a:lnTo>
                    <a:pt x="191922" y="53288"/>
                  </a:lnTo>
                  <a:lnTo>
                    <a:pt x="196430" y="56844"/>
                  </a:lnTo>
                  <a:lnTo>
                    <a:pt x="197438" y="64781"/>
                  </a:lnTo>
                  <a:lnTo>
                    <a:pt x="197651" y="66797"/>
                  </a:lnTo>
                  <a:lnTo>
                    <a:pt x="194119" y="71322"/>
                  </a:lnTo>
                  <a:lnTo>
                    <a:pt x="189103" y="71957"/>
                  </a:lnTo>
                  <a:lnTo>
                    <a:pt x="178635" y="74852"/>
                  </a:lnTo>
                  <a:lnTo>
                    <a:pt x="169673" y="80545"/>
                  </a:lnTo>
                  <a:lnTo>
                    <a:pt x="162733" y="88548"/>
                  </a:lnTo>
                  <a:lnTo>
                    <a:pt x="158330" y="98373"/>
                  </a:lnTo>
                  <a:lnTo>
                    <a:pt x="156911" y="103453"/>
                  </a:lnTo>
                  <a:lnTo>
                    <a:pt x="156718" y="103453"/>
                  </a:lnTo>
                  <a:lnTo>
                    <a:pt x="151930" y="106120"/>
                  </a:lnTo>
                  <a:lnTo>
                    <a:pt x="259659" y="106120"/>
                  </a:lnTo>
                  <a:lnTo>
                    <a:pt x="254822" y="82256"/>
                  </a:lnTo>
                  <a:lnTo>
                    <a:pt x="240582" y="61225"/>
                  </a:lnTo>
                  <a:lnTo>
                    <a:pt x="228755" y="53288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104769" y="4609591"/>
            <a:ext cx="758190" cy="768350"/>
            <a:chOff x="3104769" y="4609591"/>
            <a:chExt cx="758190" cy="768350"/>
          </a:xfrm>
        </p:grpSpPr>
        <p:sp>
          <p:nvSpPr>
            <p:cNvPr id="31" name="object 31"/>
            <p:cNvSpPr/>
            <p:nvPr/>
          </p:nvSpPr>
          <p:spPr>
            <a:xfrm>
              <a:off x="3306318" y="4609591"/>
              <a:ext cx="354965" cy="76200"/>
            </a:xfrm>
            <a:custGeom>
              <a:avLst/>
              <a:gdLst/>
              <a:ahLst/>
              <a:cxnLst/>
              <a:rect l="l" t="t" r="r" b="b"/>
              <a:pathLst>
                <a:path w="354964" h="76200">
                  <a:moveTo>
                    <a:pt x="176276" y="0"/>
                  </a:moveTo>
                  <a:lnTo>
                    <a:pt x="132639" y="2158"/>
                  </a:lnTo>
                  <a:lnTo>
                    <a:pt x="90265" y="8508"/>
                  </a:lnTo>
                  <a:lnTo>
                    <a:pt x="49367" y="18859"/>
                  </a:lnTo>
                  <a:lnTo>
                    <a:pt x="10160" y="33019"/>
                  </a:lnTo>
                  <a:lnTo>
                    <a:pt x="0" y="38480"/>
                  </a:lnTo>
                  <a:lnTo>
                    <a:pt x="15112" y="73532"/>
                  </a:lnTo>
                  <a:lnTo>
                    <a:pt x="25273" y="68071"/>
                  </a:lnTo>
                  <a:lnTo>
                    <a:pt x="60886" y="55225"/>
                  </a:lnTo>
                  <a:lnTo>
                    <a:pt x="98059" y="45783"/>
                  </a:lnTo>
                  <a:lnTo>
                    <a:pt x="136590" y="39961"/>
                  </a:lnTo>
                  <a:lnTo>
                    <a:pt x="176276" y="37972"/>
                  </a:lnTo>
                  <a:lnTo>
                    <a:pt x="215888" y="39961"/>
                  </a:lnTo>
                  <a:lnTo>
                    <a:pt x="254381" y="45783"/>
                  </a:lnTo>
                  <a:lnTo>
                    <a:pt x="291540" y="55225"/>
                  </a:lnTo>
                  <a:lnTo>
                    <a:pt x="327152" y="68071"/>
                  </a:lnTo>
                  <a:lnTo>
                    <a:pt x="341503" y="75818"/>
                  </a:lnTo>
                  <a:lnTo>
                    <a:pt x="354965" y="39877"/>
                  </a:lnTo>
                  <a:lnTo>
                    <a:pt x="342265" y="33019"/>
                  </a:lnTo>
                  <a:lnTo>
                    <a:pt x="303059" y="18859"/>
                  </a:lnTo>
                  <a:lnTo>
                    <a:pt x="262175" y="8508"/>
                  </a:lnTo>
                  <a:lnTo>
                    <a:pt x="219838" y="2158"/>
                  </a:lnTo>
                  <a:lnTo>
                    <a:pt x="1762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4769" y="4619243"/>
              <a:ext cx="757808" cy="75869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180842" y="4690617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303148" y="0"/>
                  </a:moveTo>
                  <a:lnTo>
                    <a:pt x="253986" y="3968"/>
                  </a:lnTo>
                  <a:lnTo>
                    <a:pt x="207345" y="15458"/>
                  </a:lnTo>
                  <a:lnTo>
                    <a:pt x="163851" y="33844"/>
                  </a:lnTo>
                  <a:lnTo>
                    <a:pt x="124129" y="58501"/>
                  </a:lnTo>
                  <a:lnTo>
                    <a:pt x="88804" y="88804"/>
                  </a:lnTo>
                  <a:lnTo>
                    <a:pt x="58501" y="124129"/>
                  </a:lnTo>
                  <a:lnTo>
                    <a:pt x="33844" y="163851"/>
                  </a:lnTo>
                  <a:lnTo>
                    <a:pt x="15458" y="207345"/>
                  </a:lnTo>
                  <a:lnTo>
                    <a:pt x="3968" y="253986"/>
                  </a:lnTo>
                  <a:lnTo>
                    <a:pt x="0" y="303148"/>
                  </a:lnTo>
                  <a:lnTo>
                    <a:pt x="3968" y="352311"/>
                  </a:lnTo>
                  <a:lnTo>
                    <a:pt x="15458" y="398952"/>
                  </a:lnTo>
                  <a:lnTo>
                    <a:pt x="33844" y="442446"/>
                  </a:lnTo>
                  <a:lnTo>
                    <a:pt x="58501" y="482168"/>
                  </a:lnTo>
                  <a:lnTo>
                    <a:pt x="88804" y="517493"/>
                  </a:lnTo>
                  <a:lnTo>
                    <a:pt x="124129" y="547796"/>
                  </a:lnTo>
                  <a:lnTo>
                    <a:pt x="163851" y="572453"/>
                  </a:lnTo>
                  <a:lnTo>
                    <a:pt x="207345" y="590839"/>
                  </a:lnTo>
                  <a:lnTo>
                    <a:pt x="253986" y="602329"/>
                  </a:lnTo>
                  <a:lnTo>
                    <a:pt x="303148" y="606297"/>
                  </a:lnTo>
                  <a:lnTo>
                    <a:pt x="352342" y="602329"/>
                  </a:lnTo>
                  <a:lnTo>
                    <a:pt x="399001" y="590839"/>
                  </a:lnTo>
                  <a:lnTo>
                    <a:pt x="442502" y="572453"/>
                  </a:lnTo>
                  <a:lnTo>
                    <a:pt x="482223" y="547796"/>
                  </a:lnTo>
                  <a:lnTo>
                    <a:pt x="517540" y="517493"/>
                  </a:lnTo>
                  <a:lnTo>
                    <a:pt x="547833" y="482168"/>
                  </a:lnTo>
                  <a:lnTo>
                    <a:pt x="572477" y="442446"/>
                  </a:lnTo>
                  <a:lnTo>
                    <a:pt x="590851" y="398952"/>
                  </a:lnTo>
                  <a:lnTo>
                    <a:pt x="602332" y="352311"/>
                  </a:lnTo>
                  <a:lnTo>
                    <a:pt x="606297" y="303148"/>
                  </a:lnTo>
                  <a:lnTo>
                    <a:pt x="602332" y="253986"/>
                  </a:lnTo>
                  <a:lnTo>
                    <a:pt x="590851" y="207345"/>
                  </a:lnTo>
                  <a:lnTo>
                    <a:pt x="572477" y="163851"/>
                  </a:lnTo>
                  <a:lnTo>
                    <a:pt x="547833" y="124129"/>
                  </a:lnTo>
                  <a:lnTo>
                    <a:pt x="517540" y="88804"/>
                  </a:lnTo>
                  <a:lnTo>
                    <a:pt x="482223" y="58501"/>
                  </a:lnTo>
                  <a:lnTo>
                    <a:pt x="442502" y="33844"/>
                  </a:lnTo>
                  <a:lnTo>
                    <a:pt x="399001" y="15458"/>
                  </a:lnTo>
                  <a:lnTo>
                    <a:pt x="352342" y="3968"/>
                  </a:lnTo>
                  <a:lnTo>
                    <a:pt x="303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3293364" y="4863083"/>
              <a:ext cx="381000" cy="260985"/>
            </a:xfrm>
            <a:custGeom>
              <a:avLst/>
              <a:gdLst/>
              <a:ahLst/>
              <a:cxnLst/>
              <a:rect l="l" t="t" r="r" b="b"/>
              <a:pathLst>
                <a:path w="381000" h="260985">
                  <a:moveTo>
                    <a:pt x="362965" y="226441"/>
                  </a:moveTo>
                  <a:lnTo>
                    <a:pt x="256539" y="226441"/>
                  </a:lnTo>
                  <a:lnTo>
                    <a:pt x="256539" y="260604"/>
                  </a:lnTo>
                  <a:lnTo>
                    <a:pt x="362965" y="260604"/>
                  </a:lnTo>
                  <a:lnTo>
                    <a:pt x="362965" y="226441"/>
                  </a:lnTo>
                  <a:close/>
                </a:path>
                <a:path w="381000" h="260985">
                  <a:moveTo>
                    <a:pt x="294259" y="1397"/>
                  </a:moveTo>
                  <a:lnTo>
                    <a:pt x="254043" y="9517"/>
                  </a:lnTo>
                  <a:lnTo>
                    <a:pt x="207617" y="56999"/>
                  </a:lnTo>
                  <a:lnTo>
                    <a:pt x="200787" y="91313"/>
                  </a:lnTo>
                  <a:lnTo>
                    <a:pt x="200787" y="114300"/>
                  </a:lnTo>
                  <a:lnTo>
                    <a:pt x="175895" y="162560"/>
                  </a:lnTo>
                  <a:lnTo>
                    <a:pt x="200787" y="162560"/>
                  </a:lnTo>
                  <a:lnTo>
                    <a:pt x="200787" y="228092"/>
                  </a:lnTo>
                  <a:lnTo>
                    <a:pt x="256539" y="226441"/>
                  </a:lnTo>
                  <a:lnTo>
                    <a:pt x="362965" y="226441"/>
                  </a:lnTo>
                  <a:lnTo>
                    <a:pt x="362965" y="145034"/>
                  </a:lnTo>
                  <a:lnTo>
                    <a:pt x="370552" y="133139"/>
                  </a:lnTo>
                  <a:lnTo>
                    <a:pt x="376221" y="120078"/>
                  </a:lnTo>
                  <a:lnTo>
                    <a:pt x="379771" y="106064"/>
                  </a:lnTo>
                  <a:lnTo>
                    <a:pt x="380865" y="92932"/>
                  </a:lnTo>
                  <a:lnTo>
                    <a:pt x="380891" y="84582"/>
                  </a:lnTo>
                  <a:lnTo>
                    <a:pt x="380491" y="80391"/>
                  </a:lnTo>
                  <a:lnTo>
                    <a:pt x="362553" y="37957"/>
                  </a:lnTo>
                  <a:lnTo>
                    <a:pt x="326771" y="9112"/>
                  </a:lnTo>
                  <a:lnTo>
                    <a:pt x="300482" y="2159"/>
                  </a:lnTo>
                  <a:lnTo>
                    <a:pt x="294259" y="1397"/>
                  </a:lnTo>
                  <a:close/>
                </a:path>
                <a:path w="381000" h="260985">
                  <a:moveTo>
                    <a:pt x="13715" y="160782"/>
                  </a:moveTo>
                  <a:lnTo>
                    <a:pt x="0" y="192532"/>
                  </a:lnTo>
                  <a:lnTo>
                    <a:pt x="30480" y="202692"/>
                  </a:lnTo>
                  <a:lnTo>
                    <a:pt x="24764" y="188595"/>
                  </a:lnTo>
                  <a:lnTo>
                    <a:pt x="55552" y="175387"/>
                  </a:lnTo>
                  <a:lnTo>
                    <a:pt x="19558" y="175387"/>
                  </a:lnTo>
                  <a:lnTo>
                    <a:pt x="13715" y="160782"/>
                  </a:lnTo>
                  <a:close/>
                </a:path>
                <a:path w="381000" h="260985">
                  <a:moveTo>
                    <a:pt x="191135" y="117221"/>
                  </a:moveTo>
                  <a:lnTo>
                    <a:pt x="156337" y="117221"/>
                  </a:lnTo>
                  <a:lnTo>
                    <a:pt x="19558" y="175387"/>
                  </a:lnTo>
                  <a:lnTo>
                    <a:pt x="55552" y="175387"/>
                  </a:lnTo>
                  <a:lnTo>
                    <a:pt x="191135" y="117221"/>
                  </a:lnTo>
                  <a:close/>
                </a:path>
                <a:path w="381000" h="260985">
                  <a:moveTo>
                    <a:pt x="51943" y="78359"/>
                  </a:moveTo>
                  <a:lnTo>
                    <a:pt x="27939" y="102235"/>
                  </a:lnTo>
                  <a:lnTo>
                    <a:pt x="29833" y="111557"/>
                  </a:lnTo>
                  <a:lnTo>
                    <a:pt x="34988" y="119189"/>
                  </a:lnTo>
                  <a:lnTo>
                    <a:pt x="42620" y="124344"/>
                  </a:lnTo>
                  <a:lnTo>
                    <a:pt x="51943" y="126238"/>
                  </a:lnTo>
                  <a:lnTo>
                    <a:pt x="61339" y="124344"/>
                  </a:lnTo>
                  <a:lnTo>
                    <a:pt x="69008" y="119189"/>
                  </a:lnTo>
                  <a:lnTo>
                    <a:pt x="74177" y="111557"/>
                  </a:lnTo>
                  <a:lnTo>
                    <a:pt x="76073" y="102235"/>
                  </a:lnTo>
                  <a:lnTo>
                    <a:pt x="74177" y="92932"/>
                  </a:lnTo>
                  <a:lnTo>
                    <a:pt x="69095" y="85471"/>
                  </a:lnTo>
                  <a:lnTo>
                    <a:pt x="67865" y="84582"/>
                  </a:lnTo>
                  <a:lnTo>
                    <a:pt x="61339" y="80232"/>
                  </a:lnTo>
                  <a:lnTo>
                    <a:pt x="51943" y="78359"/>
                  </a:lnTo>
                  <a:close/>
                </a:path>
                <a:path w="381000" h="260985">
                  <a:moveTo>
                    <a:pt x="112775" y="84582"/>
                  </a:moveTo>
                  <a:lnTo>
                    <a:pt x="93218" y="84582"/>
                  </a:lnTo>
                  <a:lnTo>
                    <a:pt x="85216" y="92583"/>
                  </a:lnTo>
                  <a:lnTo>
                    <a:pt x="85216" y="112014"/>
                  </a:lnTo>
                  <a:lnTo>
                    <a:pt x="93218" y="119888"/>
                  </a:lnTo>
                  <a:lnTo>
                    <a:pt x="112775" y="119888"/>
                  </a:lnTo>
                  <a:lnTo>
                    <a:pt x="120650" y="112014"/>
                  </a:lnTo>
                  <a:lnTo>
                    <a:pt x="120650" y="92583"/>
                  </a:lnTo>
                  <a:lnTo>
                    <a:pt x="112775" y="84582"/>
                  </a:lnTo>
                  <a:close/>
                </a:path>
                <a:path w="381000" h="260985">
                  <a:moveTo>
                    <a:pt x="151130" y="88265"/>
                  </a:moveTo>
                  <a:lnTo>
                    <a:pt x="135509" y="88265"/>
                  </a:lnTo>
                  <a:lnTo>
                    <a:pt x="129286" y="94488"/>
                  </a:lnTo>
                  <a:lnTo>
                    <a:pt x="129286" y="109982"/>
                  </a:lnTo>
                  <a:lnTo>
                    <a:pt x="135509" y="116332"/>
                  </a:lnTo>
                  <a:lnTo>
                    <a:pt x="151130" y="116332"/>
                  </a:lnTo>
                  <a:lnTo>
                    <a:pt x="157480" y="109982"/>
                  </a:lnTo>
                  <a:lnTo>
                    <a:pt x="157480" y="94488"/>
                  </a:lnTo>
                  <a:lnTo>
                    <a:pt x="151130" y="88265"/>
                  </a:lnTo>
                  <a:close/>
                </a:path>
                <a:path w="381000" h="260985">
                  <a:moveTo>
                    <a:pt x="184150" y="91567"/>
                  </a:moveTo>
                  <a:lnTo>
                    <a:pt x="172338" y="91567"/>
                  </a:lnTo>
                  <a:lnTo>
                    <a:pt x="167512" y="96393"/>
                  </a:lnTo>
                  <a:lnTo>
                    <a:pt x="167512" y="108204"/>
                  </a:lnTo>
                  <a:lnTo>
                    <a:pt x="172338" y="112903"/>
                  </a:lnTo>
                  <a:lnTo>
                    <a:pt x="184150" y="112903"/>
                  </a:lnTo>
                  <a:lnTo>
                    <a:pt x="188975" y="108204"/>
                  </a:lnTo>
                  <a:lnTo>
                    <a:pt x="188975" y="96393"/>
                  </a:lnTo>
                  <a:lnTo>
                    <a:pt x="184150" y="91567"/>
                  </a:lnTo>
                  <a:close/>
                </a:path>
                <a:path w="381000" h="260985">
                  <a:moveTo>
                    <a:pt x="55552" y="27305"/>
                  </a:moveTo>
                  <a:lnTo>
                    <a:pt x="19558" y="27305"/>
                  </a:lnTo>
                  <a:lnTo>
                    <a:pt x="156337" y="85471"/>
                  </a:lnTo>
                  <a:lnTo>
                    <a:pt x="191135" y="85471"/>
                  </a:lnTo>
                  <a:lnTo>
                    <a:pt x="55552" y="27305"/>
                  </a:lnTo>
                  <a:close/>
                </a:path>
                <a:path w="381000" h="260985">
                  <a:moveTo>
                    <a:pt x="30480" y="0"/>
                  </a:moveTo>
                  <a:lnTo>
                    <a:pt x="0" y="10287"/>
                  </a:lnTo>
                  <a:lnTo>
                    <a:pt x="13715" y="41910"/>
                  </a:lnTo>
                  <a:lnTo>
                    <a:pt x="19558" y="27305"/>
                  </a:lnTo>
                  <a:lnTo>
                    <a:pt x="55552" y="27305"/>
                  </a:lnTo>
                  <a:lnTo>
                    <a:pt x="24764" y="1409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453126" y="4609591"/>
            <a:ext cx="758190" cy="768350"/>
            <a:chOff x="5453126" y="4609591"/>
            <a:chExt cx="758190" cy="768350"/>
          </a:xfrm>
        </p:grpSpPr>
        <p:sp>
          <p:nvSpPr>
            <p:cNvPr id="36" name="object 36"/>
            <p:cNvSpPr/>
            <p:nvPr/>
          </p:nvSpPr>
          <p:spPr>
            <a:xfrm>
              <a:off x="5654675" y="4609591"/>
              <a:ext cx="354965" cy="76200"/>
            </a:xfrm>
            <a:custGeom>
              <a:avLst/>
              <a:gdLst/>
              <a:ahLst/>
              <a:cxnLst/>
              <a:rect l="l" t="t" r="r" b="b"/>
              <a:pathLst>
                <a:path w="354964" h="76200">
                  <a:moveTo>
                    <a:pt x="176275" y="0"/>
                  </a:moveTo>
                  <a:lnTo>
                    <a:pt x="132641" y="2158"/>
                  </a:lnTo>
                  <a:lnTo>
                    <a:pt x="90281" y="8508"/>
                  </a:lnTo>
                  <a:lnTo>
                    <a:pt x="49420" y="18859"/>
                  </a:lnTo>
                  <a:lnTo>
                    <a:pt x="10287" y="33019"/>
                  </a:lnTo>
                  <a:lnTo>
                    <a:pt x="0" y="38480"/>
                  </a:lnTo>
                  <a:lnTo>
                    <a:pt x="15112" y="73532"/>
                  </a:lnTo>
                  <a:lnTo>
                    <a:pt x="25273" y="68071"/>
                  </a:lnTo>
                  <a:lnTo>
                    <a:pt x="60886" y="55225"/>
                  </a:lnTo>
                  <a:lnTo>
                    <a:pt x="98059" y="45783"/>
                  </a:lnTo>
                  <a:lnTo>
                    <a:pt x="136590" y="39961"/>
                  </a:lnTo>
                  <a:lnTo>
                    <a:pt x="176275" y="37972"/>
                  </a:lnTo>
                  <a:lnTo>
                    <a:pt x="215888" y="39961"/>
                  </a:lnTo>
                  <a:lnTo>
                    <a:pt x="254380" y="45783"/>
                  </a:lnTo>
                  <a:lnTo>
                    <a:pt x="291540" y="55225"/>
                  </a:lnTo>
                  <a:lnTo>
                    <a:pt x="327151" y="68071"/>
                  </a:lnTo>
                  <a:lnTo>
                    <a:pt x="341502" y="75818"/>
                  </a:lnTo>
                  <a:lnTo>
                    <a:pt x="354964" y="39877"/>
                  </a:lnTo>
                  <a:lnTo>
                    <a:pt x="342264" y="33019"/>
                  </a:lnTo>
                  <a:lnTo>
                    <a:pt x="303059" y="18859"/>
                  </a:lnTo>
                  <a:lnTo>
                    <a:pt x="262175" y="8508"/>
                  </a:lnTo>
                  <a:lnTo>
                    <a:pt x="219838" y="2158"/>
                  </a:lnTo>
                  <a:lnTo>
                    <a:pt x="176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3126" y="4619243"/>
              <a:ext cx="757809" cy="75869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529199" y="4690617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303149" y="0"/>
                  </a:moveTo>
                  <a:lnTo>
                    <a:pt x="253986" y="3968"/>
                  </a:lnTo>
                  <a:lnTo>
                    <a:pt x="207345" y="15458"/>
                  </a:lnTo>
                  <a:lnTo>
                    <a:pt x="163851" y="33844"/>
                  </a:lnTo>
                  <a:lnTo>
                    <a:pt x="124129" y="58501"/>
                  </a:lnTo>
                  <a:lnTo>
                    <a:pt x="88804" y="88804"/>
                  </a:lnTo>
                  <a:lnTo>
                    <a:pt x="58501" y="124129"/>
                  </a:lnTo>
                  <a:lnTo>
                    <a:pt x="33844" y="163851"/>
                  </a:lnTo>
                  <a:lnTo>
                    <a:pt x="15458" y="207345"/>
                  </a:lnTo>
                  <a:lnTo>
                    <a:pt x="3968" y="253986"/>
                  </a:lnTo>
                  <a:lnTo>
                    <a:pt x="0" y="303148"/>
                  </a:lnTo>
                  <a:lnTo>
                    <a:pt x="3968" y="352311"/>
                  </a:lnTo>
                  <a:lnTo>
                    <a:pt x="15458" y="398952"/>
                  </a:lnTo>
                  <a:lnTo>
                    <a:pt x="33844" y="442446"/>
                  </a:lnTo>
                  <a:lnTo>
                    <a:pt x="58501" y="482168"/>
                  </a:lnTo>
                  <a:lnTo>
                    <a:pt x="88804" y="517493"/>
                  </a:lnTo>
                  <a:lnTo>
                    <a:pt x="124129" y="547796"/>
                  </a:lnTo>
                  <a:lnTo>
                    <a:pt x="163851" y="572453"/>
                  </a:lnTo>
                  <a:lnTo>
                    <a:pt x="207345" y="590839"/>
                  </a:lnTo>
                  <a:lnTo>
                    <a:pt x="253986" y="602329"/>
                  </a:lnTo>
                  <a:lnTo>
                    <a:pt x="303149" y="606297"/>
                  </a:lnTo>
                  <a:lnTo>
                    <a:pt x="352342" y="602329"/>
                  </a:lnTo>
                  <a:lnTo>
                    <a:pt x="399001" y="590839"/>
                  </a:lnTo>
                  <a:lnTo>
                    <a:pt x="442502" y="572453"/>
                  </a:lnTo>
                  <a:lnTo>
                    <a:pt x="482223" y="547796"/>
                  </a:lnTo>
                  <a:lnTo>
                    <a:pt x="517540" y="517493"/>
                  </a:lnTo>
                  <a:lnTo>
                    <a:pt x="547833" y="482168"/>
                  </a:lnTo>
                  <a:lnTo>
                    <a:pt x="572477" y="442446"/>
                  </a:lnTo>
                  <a:lnTo>
                    <a:pt x="590851" y="398952"/>
                  </a:lnTo>
                  <a:lnTo>
                    <a:pt x="602332" y="352311"/>
                  </a:lnTo>
                  <a:lnTo>
                    <a:pt x="606298" y="303148"/>
                  </a:lnTo>
                  <a:lnTo>
                    <a:pt x="602332" y="253986"/>
                  </a:lnTo>
                  <a:lnTo>
                    <a:pt x="590851" y="207345"/>
                  </a:lnTo>
                  <a:lnTo>
                    <a:pt x="572477" y="163851"/>
                  </a:lnTo>
                  <a:lnTo>
                    <a:pt x="547833" y="124129"/>
                  </a:lnTo>
                  <a:lnTo>
                    <a:pt x="517540" y="88804"/>
                  </a:lnTo>
                  <a:lnTo>
                    <a:pt x="482223" y="58501"/>
                  </a:lnTo>
                  <a:lnTo>
                    <a:pt x="442502" y="33844"/>
                  </a:lnTo>
                  <a:lnTo>
                    <a:pt x="399001" y="15458"/>
                  </a:lnTo>
                  <a:lnTo>
                    <a:pt x="352342" y="3968"/>
                  </a:lnTo>
                  <a:lnTo>
                    <a:pt x="3031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676900" y="4838699"/>
              <a:ext cx="313690" cy="313055"/>
            </a:xfrm>
            <a:custGeom>
              <a:avLst/>
              <a:gdLst/>
              <a:ahLst/>
              <a:cxnLst/>
              <a:rect l="l" t="t" r="r" b="b"/>
              <a:pathLst>
                <a:path w="313689" h="313054">
                  <a:moveTo>
                    <a:pt x="154559" y="255777"/>
                  </a:moveTo>
                  <a:lnTo>
                    <a:pt x="85216" y="255777"/>
                  </a:lnTo>
                  <a:lnTo>
                    <a:pt x="85216" y="308991"/>
                  </a:lnTo>
                  <a:lnTo>
                    <a:pt x="89153" y="312927"/>
                  </a:lnTo>
                  <a:lnTo>
                    <a:pt x="96012" y="312927"/>
                  </a:lnTo>
                  <a:lnTo>
                    <a:pt x="98298" y="311912"/>
                  </a:lnTo>
                  <a:lnTo>
                    <a:pt x="154304" y="256158"/>
                  </a:lnTo>
                  <a:lnTo>
                    <a:pt x="154304" y="255905"/>
                  </a:lnTo>
                  <a:lnTo>
                    <a:pt x="154559" y="255777"/>
                  </a:lnTo>
                  <a:close/>
                </a:path>
                <a:path w="313689" h="313054">
                  <a:moveTo>
                    <a:pt x="271145" y="0"/>
                  </a:moveTo>
                  <a:lnTo>
                    <a:pt x="42290" y="0"/>
                  </a:lnTo>
                  <a:lnTo>
                    <a:pt x="25458" y="3373"/>
                  </a:lnTo>
                  <a:lnTo>
                    <a:pt x="25715" y="3373"/>
                  </a:lnTo>
                  <a:lnTo>
                    <a:pt x="12307" y="12414"/>
                  </a:lnTo>
                  <a:lnTo>
                    <a:pt x="3296" y="25788"/>
                  </a:lnTo>
                  <a:lnTo>
                    <a:pt x="0" y="42163"/>
                  </a:lnTo>
                  <a:lnTo>
                    <a:pt x="0" y="213741"/>
                  </a:lnTo>
                  <a:lnTo>
                    <a:pt x="3319" y="230114"/>
                  </a:lnTo>
                  <a:lnTo>
                    <a:pt x="12366" y="243474"/>
                  </a:lnTo>
                  <a:lnTo>
                    <a:pt x="25771" y="252477"/>
                  </a:lnTo>
                  <a:lnTo>
                    <a:pt x="42163" y="255777"/>
                  </a:lnTo>
                  <a:lnTo>
                    <a:pt x="271017" y="255777"/>
                  </a:lnTo>
                  <a:lnTo>
                    <a:pt x="287464" y="252477"/>
                  </a:lnTo>
                  <a:lnTo>
                    <a:pt x="300863" y="243474"/>
                  </a:lnTo>
                  <a:lnTo>
                    <a:pt x="309880" y="230114"/>
                  </a:lnTo>
                  <a:lnTo>
                    <a:pt x="313182" y="213741"/>
                  </a:lnTo>
                  <a:lnTo>
                    <a:pt x="313182" y="207263"/>
                  </a:lnTo>
                  <a:lnTo>
                    <a:pt x="74675" y="207263"/>
                  </a:lnTo>
                  <a:lnTo>
                    <a:pt x="71120" y="203835"/>
                  </a:lnTo>
                  <a:lnTo>
                    <a:pt x="60071" y="192912"/>
                  </a:lnTo>
                  <a:lnTo>
                    <a:pt x="56641" y="189356"/>
                  </a:lnTo>
                  <a:lnTo>
                    <a:pt x="56641" y="183769"/>
                  </a:lnTo>
                  <a:lnTo>
                    <a:pt x="60071" y="180212"/>
                  </a:lnTo>
                  <a:lnTo>
                    <a:pt x="60451" y="179705"/>
                  </a:lnTo>
                  <a:lnTo>
                    <a:pt x="63626" y="176530"/>
                  </a:lnTo>
                  <a:lnTo>
                    <a:pt x="85755" y="176530"/>
                  </a:lnTo>
                  <a:lnTo>
                    <a:pt x="97536" y="164973"/>
                  </a:lnTo>
                  <a:lnTo>
                    <a:pt x="99187" y="163322"/>
                  </a:lnTo>
                  <a:lnTo>
                    <a:pt x="101187" y="162432"/>
                  </a:lnTo>
                  <a:lnTo>
                    <a:pt x="313182" y="162432"/>
                  </a:lnTo>
                  <a:lnTo>
                    <a:pt x="313182" y="150875"/>
                  </a:lnTo>
                  <a:lnTo>
                    <a:pt x="74549" y="150875"/>
                  </a:lnTo>
                  <a:lnTo>
                    <a:pt x="71120" y="147319"/>
                  </a:lnTo>
                  <a:lnTo>
                    <a:pt x="60071" y="136398"/>
                  </a:lnTo>
                  <a:lnTo>
                    <a:pt x="56641" y="132969"/>
                  </a:lnTo>
                  <a:lnTo>
                    <a:pt x="56641" y="127254"/>
                  </a:lnTo>
                  <a:lnTo>
                    <a:pt x="60071" y="123698"/>
                  </a:lnTo>
                  <a:lnTo>
                    <a:pt x="63626" y="120268"/>
                  </a:lnTo>
                  <a:lnTo>
                    <a:pt x="85755" y="120268"/>
                  </a:lnTo>
                  <a:lnTo>
                    <a:pt x="97536" y="108712"/>
                  </a:lnTo>
                  <a:lnTo>
                    <a:pt x="99187" y="107061"/>
                  </a:lnTo>
                  <a:lnTo>
                    <a:pt x="101473" y="106044"/>
                  </a:lnTo>
                  <a:lnTo>
                    <a:pt x="313182" y="106044"/>
                  </a:lnTo>
                  <a:lnTo>
                    <a:pt x="313182" y="94487"/>
                  </a:lnTo>
                  <a:lnTo>
                    <a:pt x="74675" y="94487"/>
                  </a:lnTo>
                  <a:lnTo>
                    <a:pt x="71120" y="90931"/>
                  </a:lnTo>
                  <a:lnTo>
                    <a:pt x="60071" y="80010"/>
                  </a:lnTo>
                  <a:lnTo>
                    <a:pt x="56641" y="76581"/>
                  </a:lnTo>
                  <a:lnTo>
                    <a:pt x="56641" y="70866"/>
                  </a:lnTo>
                  <a:lnTo>
                    <a:pt x="60071" y="67437"/>
                  </a:lnTo>
                  <a:lnTo>
                    <a:pt x="60071" y="67182"/>
                  </a:lnTo>
                  <a:lnTo>
                    <a:pt x="63626" y="63626"/>
                  </a:lnTo>
                  <a:lnTo>
                    <a:pt x="85830" y="63626"/>
                  </a:lnTo>
                  <a:lnTo>
                    <a:pt x="97536" y="52069"/>
                  </a:lnTo>
                  <a:lnTo>
                    <a:pt x="99187" y="50418"/>
                  </a:lnTo>
                  <a:lnTo>
                    <a:pt x="101473" y="49402"/>
                  </a:lnTo>
                  <a:lnTo>
                    <a:pt x="313182" y="49402"/>
                  </a:lnTo>
                  <a:lnTo>
                    <a:pt x="313182" y="42163"/>
                  </a:lnTo>
                  <a:lnTo>
                    <a:pt x="309953" y="25788"/>
                  </a:lnTo>
                  <a:lnTo>
                    <a:pt x="300974" y="12414"/>
                  </a:lnTo>
                  <a:lnTo>
                    <a:pt x="287589" y="3373"/>
                  </a:lnTo>
                  <a:lnTo>
                    <a:pt x="271145" y="0"/>
                  </a:lnTo>
                  <a:close/>
                </a:path>
                <a:path w="313689" h="313054">
                  <a:moveTo>
                    <a:pt x="313182" y="162432"/>
                  </a:moveTo>
                  <a:lnTo>
                    <a:pt x="108712" y="162432"/>
                  </a:lnTo>
                  <a:lnTo>
                    <a:pt x="112775" y="166369"/>
                  </a:lnTo>
                  <a:lnTo>
                    <a:pt x="112775" y="173736"/>
                  </a:lnTo>
                  <a:lnTo>
                    <a:pt x="111760" y="176022"/>
                  </a:lnTo>
                  <a:lnTo>
                    <a:pt x="83820" y="203835"/>
                  </a:lnTo>
                  <a:lnTo>
                    <a:pt x="80263" y="207263"/>
                  </a:lnTo>
                  <a:lnTo>
                    <a:pt x="313182" y="207263"/>
                  </a:lnTo>
                  <a:lnTo>
                    <a:pt x="313182" y="193294"/>
                  </a:lnTo>
                  <a:lnTo>
                    <a:pt x="137667" y="193294"/>
                  </a:lnTo>
                  <a:lnTo>
                    <a:pt x="133603" y="189356"/>
                  </a:lnTo>
                  <a:lnTo>
                    <a:pt x="133603" y="181991"/>
                  </a:lnTo>
                  <a:lnTo>
                    <a:pt x="134620" y="179705"/>
                  </a:lnTo>
                  <a:lnTo>
                    <a:pt x="136271" y="178054"/>
                  </a:lnTo>
                  <a:lnTo>
                    <a:pt x="138049" y="176402"/>
                  </a:lnTo>
                  <a:lnTo>
                    <a:pt x="140335" y="175387"/>
                  </a:lnTo>
                  <a:lnTo>
                    <a:pt x="313182" y="175387"/>
                  </a:lnTo>
                  <a:lnTo>
                    <a:pt x="313182" y="162432"/>
                  </a:lnTo>
                  <a:close/>
                </a:path>
                <a:path w="313689" h="313054">
                  <a:moveTo>
                    <a:pt x="313182" y="175387"/>
                  </a:moveTo>
                  <a:lnTo>
                    <a:pt x="251713" y="175387"/>
                  </a:lnTo>
                  <a:lnTo>
                    <a:pt x="255777" y="179450"/>
                  </a:lnTo>
                  <a:lnTo>
                    <a:pt x="255777" y="189356"/>
                  </a:lnTo>
                  <a:lnTo>
                    <a:pt x="251713" y="193294"/>
                  </a:lnTo>
                  <a:lnTo>
                    <a:pt x="313182" y="193294"/>
                  </a:lnTo>
                  <a:lnTo>
                    <a:pt x="313182" y="175387"/>
                  </a:lnTo>
                  <a:close/>
                </a:path>
                <a:path w="313689" h="313054">
                  <a:moveTo>
                    <a:pt x="85755" y="176530"/>
                  </a:moveTo>
                  <a:lnTo>
                    <a:pt x="69341" y="176530"/>
                  </a:lnTo>
                  <a:lnTo>
                    <a:pt x="72901" y="180212"/>
                  </a:lnTo>
                  <a:lnTo>
                    <a:pt x="77470" y="184657"/>
                  </a:lnTo>
                  <a:lnTo>
                    <a:pt x="85755" y="176530"/>
                  </a:lnTo>
                  <a:close/>
                </a:path>
                <a:path w="313689" h="313054">
                  <a:moveTo>
                    <a:pt x="313182" y="106044"/>
                  </a:moveTo>
                  <a:lnTo>
                    <a:pt x="108712" y="106044"/>
                  </a:lnTo>
                  <a:lnTo>
                    <a:pt x="112775" y="110108"/>
                  </a:lnTo>
                  <a:lnTo>
                    <a:pt x="112775" y="117348"/>
                  </a:lnTo>
                  <a:lnTo>
                    <a:pt x="111760" y="119633"/>
                  </a:lnTo>
                  <a:lnTo>
                    <a:pt x="80263" y="150875"/>
                  </a:lnTo>
                  <a:lnTo>
                    <a:pt x="313182" y="150875"/>
                  </a:lnTo>
                  <a:lnTo>
                    <a:pt x="313182" y="136906"/>
                  </a:lnTo>
                  <a:lnTo>
                    <a:pt x="137667" y="136906"/>
                  </a:lnTo>
                  <a:lnTo>
                    <a:pt x="133603" y="132969"/>
                  </a:lnTo>
                  <a:lnTo>
                    <a:pt x="133603" y="125602"/>
                  </a:lnTo>
                  <a:lnTo>
                    <a:pt x="134620" y="123317"/>
                  </a:lnTo>
                  <a:lnTo>
                    <a:pt x="136271" y="121666"/>
                  </a:lnTo>
                  <a:lnTo>
                    <a:pt x="138049" y="120014"/>
                  </a:lnTo>
                  <a:lnTo>
                    <a:pt x="140335" y="118999"/>
                  </a:lnTo>
                  <a:lnTo>
                    <a:pt x="313182" y="118999"/>
                  </a:lnTo>
                  <a:lnTo>
                    <a:pt x="313182" y="106044"/>
                  </a:lnTo>
                  <a:close/>
                </a:path>
                <a:path w="313689" h="313054">
                  <a:moveTo>
                    <a:pt x="313182" y="118999"/>
                  </a:moveTo>
                  <a:lnTo>
                    <a:pt x="251713" y="118999"/>
                  </a:lnTo>
                  <a:lnTo>
                    <a:pt x="255777" y="123062"/>
                  </a:lnTo>
                  <a:lnTo>
                    <a:pt x="255777" y="132969"/>
                  </a:lnTo>
                  <a:lnTo>
                    <a:pt x="251713" y="136906"/>
                  </a:lnTo>
                  <a:lnTo>
                    <a:pt x="313182" y="136906"/>
                  </a:lnTo>
                  <a:lnTo>
                    <a:pt x="313182" y="118999"/>
                  </a:lnTo>
                  <a:close/>
                </a:path>
                <a:path w="313689" h="313054">
                  <a:moveTo>
                    <a:pt x="85755" y="120268"/>
                  </a:moveTo>
                  <a:lnTo>
                    <a:pt x="69341" y="120268"/>
                  </a:lnTo>
                  <a:lnTo>
                    <a:pt x="77470" y="128397"/>
                  </a:lnTo>
                  <a:lnTo>
                    <a:pt x="85755" y="120268"/>
                  </a:lnTo>
                  <a:close/>
                </a:path>
                <a:path w="313689" h="313054">
                  <a:moveTo>
                    <a:pt x="313182" y="49402"/>
                  </a:moveTo>
                  <a:lnTo>
                    <a:pt x="103759" y="49402"/>
                  </a:lnTo>
                  <a:lnTo>
                    <a:pt x="108712" y="49530"/>
                  </a:lnTo>
                  <a:lnTo>
                    <a:pt x="112775" y="53467"/>
                  </a:lnTo>
                  <a:lnTo>
                    <a:pt x="112775" y="60832"/>
                  </a:lnTo>
                  <a:lnTo>
                    <a:pt x="111760" y="63118"/>
                  </a:lnTo>
                  <a:lnTo>
                    <a:pt x="80263" y="94487"/>
                  </a:lnTo>
                  <a:lnTo>
                    <a:pt x="313182" y="94487"/>
                  </a:lnTo>
                  <a:lnTo>
                    <a:pt x="313182" y="80518"/>
                  </a:lnTo>
                  <a:lnTo>
                    <a:pt x="137667" y="80518"/>
                  </a:lnTo>
                  <a:lnTo>
                    <a:pt x="133730" y="76581"/>
                  </a:lnTo>
                  <a:lnTo>
                    <a:pt x="133603" y="69087"/>
                  </a:lnTo>
                  <a:lnTo>
                    <a:pt x="134380" y="67437"/>
                  </a:lnTo>
                  <a:lnTo>
                    <a:pt x="134500" y="67182"/>
                  </a:lnTo>
                  <a:lnTo>
                    <a:pt x="134620" y="66929"/>
                  </a:lnTo>
                  <a:lnTo>
                    <a:pt x="136271" y="65150"/>
                  </a:lnTo>
                  <a:lnTo>
                    <a:pt x="137912" y="63626"/>
                  </a:lnTo>
                  <a:lnTo>
                    <a:pt x="137722" y="63626"/>
                  </a:lnTo>
                  <a:lnTo>
                    <a:pt x="140335" y="62611"/>
                  </a:lnTo>
                  <a:lnTo>
                    <a:pt x="313182" y="62611"/>
                  </a:lnTo>
                  <a:lnTo>
                    <a:pt x="313182" y="49402"/>
                  </a:lnTo>
                  <a:close/>
                </a:path>
                <a:path w="313689" h="313054">
                  <a:moveTo>
                    <a:pt x="313182" y="62611"/>
                  </a:moveTo>
                  <a:lnTo>
                    <a:pt x="251713" y="62611"/>
                  </a:lnTo>
                  <a:lnTo>
                    <a:pt x="255777" y="66548"/>
                  </a:lnTo>
                  <a:lnTo>
                    <a:pt x="255650" y="76581"/>
                  </a:lnTo>
                  <a:lnTo>
                    <a:pt x="251713" y="80518"/>
                  </a:lnTo>
                  <a:lnTo>
                    <a:pt x="313182" y="80518"/>
                  </a:lnTo>
                  <a:lnTo>
                    <a:pt x="313182" y="62611"/>
                  </a:lnTo>
                  <a:close/>
                </a:path>
                <a:path w="313689" h="313054">
                  <a:moveTo>
                    <a:pt x="85830" y="63626"/>
                  </a:moveTo>
                  <a:lnTo>
                    <a:pt x="69341" y="63626"/>
                  </a:lnTo>
                  <a:lnTo>
                    <a:pt x="72771" y="67182"/>
                  </a:lnTo>
                  <a:lnTo>
                    <a:pt x="77470" y="71881"/>
                  </a:lnTo>
                  <a:lnTo>
                    <a:pt x="85830" y="6362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532882" y="5460898"/>
            <a:ext cx="148780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Strategic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Objectives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Objective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Objective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Objective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3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Objective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4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801482" y="4609591"/>
            <a:ext cx="758190" cy="768350"/>
            <a:chOff x="7801482" y="4609591"/>
            <a:chExt cx="758190" cy="768350"/>
          </a:xfrm>
        </p:grpSpPr>
        <p:sp>
          <p:nvSpPr>
            <p:cNvPr id="42" name="object 42"/>
            <p:cNvSpPr/>
            <p:nvPr/>
          </p:nvSpPr>
          <p:spPr>
            <a:xfrm>
              <a:off x="8003031" y="4609591"/>
              <a:ext cx="355600" cy="76200"/>
            </a:xfrm>
            <a:custGeom>
              <a:avLst/>
              <a:gdLst/>
              <a:ahLst/>
              <a:cxnLst/>
              <a:rect l="l" t="t" r="r" b="b"/>
              <a:pathLst>
                <a:path w="355600" h="76200">
                  <a:moveTo>
                    <a:pt x="176275" y="0"/>
                  </a:moveTo>
                  <a:lnTo>
                    <a:pt x="132641" y="2158"/>
                  </a:lnTo>
                  <a:lnTo>
                    <a:pt x="90281" y="8508"/>
                  </a:lnTo>
                  <a:lnTo>
                    <a:pt x="49420" y="18859"/>
                  </a:lnTo>
                  <a:lnTo>
                    <a:pt x="10287" y="33019"/>
                  </a:lnTo>
                  <a:lnTo>
                    <a:pt x="0" y="38480"/>
                  </a:lnTo>
                  <a:lnTo>
                    <a:pt x="15113" y="73532"/>
                  </a:lnTo>
                  <a:lnTo>
                    <a:pt x="25273" y="68071"/>
                  </a:lnTo>
                  <a:lnTo>
                    <a:pt x="60886" y="55225"/>
                  </a:lnTo>
                  <a:lnTo>
                    <a:pt x="98059" y="45783"/>
                  </a:lnTo>
                  <a:lnTo>
                    <a:pt x="136590" y="39961"/>
                  </a:lnTo>
                  <a:lnTo>
                    <a:pt x="176275" y="37972"/>
                  </a:lnTo>
                  <a:lnTo>
                    <a:pt x="215888" y="39961"/>
                  </a:lnTo>
                  <a:lnTo>
                    <a:pt x="254380" y="45783"/>
                  </a:lnTo>
                  <a:lnTo>
                    <a:pt x="291540" y="55225"/>
                  </a:lnTo>
                  <a:lnTo>
                    <a:pt x="327151" y="68071"/>
                  </a:lnTo>
                  <a:lnTo>
                    <a:pt x="341502" y="75818"/>
                  </a:lnTo>
                  <a:lnTo>
                    <a:pt x="355092" y="39877"/>
                  </a:lnTo>
                  <a:lnTo>
                    <a:pt x="342265" y="33019"/>
                  </a:lnTo>
                  <a:lnTo>
                    <a:pt x="303059" y="18859"/>
                  </a:lnTo>
                  <a:lnTo>
                    <a:pt x="262175" y="8508"/>
                  </a:lnTo>
                  <a:lnTo>
                    <a:pt x="219838" y="2158"/>
                  </a:lnTo>
                  <a:lnTo>
                    <a:pt x="1762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1482" y="4619243"/>
              <a:ext cx="757809" cy="75869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877555" y="4690617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303149" y="0"/>
                  </a:moveTo>
                  <a:lnTo>
                    <a:pt x="253986" y="3968"/>
                  </a:lnTo>
                  <a:lnTo>
                    <a:pt x="207345" y="15458"/>
                  </a:lnTo>
                  <a:lnTo>
                    <a:pt x="163851" y="33844"/>
                  </a:lnTo>
                  <a:lnTo>
                    <a:pt x="124129" y="58501"/>
                  </a:lnTo>
                  <a:lnTo>
                    <a:pt x="88804" y="88804"/>
                  </a:lnTo>
                  <a:lnTo>
                    <a:pt x="58501" y="124129"/>
                  </a:lnTo>
                  <a:lnTo>
                    <a:pt x="33844" y="163851"/>
                  </a:lnTo>
                  <a:lnTo>
                    <a:pt x="15458" y="207345"/>
                  </a:lnTo>
                  <a:lnTo>
                    <a:pt x="3968" y="253986"/>
                  </a:lnTo>
                  <a:lnTo>
                    <a:pt x="0" y="303148"/>
                  </a:lnTo>
                  <a:lnTo>
                    <a:pt x="3968" y="352311"/>
                  </a:lnTo>
                  <a:lnTo>
                    <a:pt x="15458" y="398952"/>
                  </a:lnTo>
                  <a:lnTo>
                    <a:pt x="33844" y="442446"/>
                  </a:lnTo>
                  <a:lnTo>
                    <a:pt x="58501" y="482168"/>
                  </a:lnTo>
                  <a:lnTo>
                    <a:pt x="88804" y="517493"/>
                  </a:lnTo>
                  <a:lnTo>
                    <a:pt x="124129" y="547796"/>
                  </a:lnTo>
                  <a:lnTo>
                    <a:pt x="163851" y="572453"/>
                  </a:lnTo>
                  <a:lnTo>
                    <a:pt x="207345" y="590839"/>
                  </a:lnTo>
                  <a:lnTo>
                    <a:pt x="253986" y="602329"/>
                  </a:lnTo>
                  <a:lnTo>
                    <a:pt x="303149" y="606297"/>
                  </a:lnTo>
                  <a:lnTo>
                    <a:pt x="352342" y="602329"/>
                  </a:lnTo>
                  <a:lnTo>
                    <a:pt x="399001" y="590839"/>
                  </a:lnTo>
                  <a:lnTo>
                    <a:pt x="442502" y="572453"/>
                  </a:lnTo>
                  <a:lnTo>
                    <a:pt x="482223" y="547796"/>
                  </a:lnTo>
                  <a:lnTo>
                    <a:pt x="517540" y="517493"/>
                  </a:lnTo>
                  <a:lnTo>
                    <a:pt x="547833" y="482168"/>
                  </a:lnTo>
                  <a:lnTo>
                    <a:pt x="572477" y="442446"/>
                  </a:lnTo>
                  <a:lnTo>
                    <a:pt x="590851" y="398952"/>
                  </a:lnTo>
                  <a:lnTo>
                    <a:pt x="602332" y="352311"/>
                  </a:lnTo>
                  <a:lnTo>
                    <a:pt x="606298" y="303148"/>
                  </a:lnTo>
                  <a:lnTo>
                    <a:pt x="602332" y="253986"/>
                  </a:lnTo>
                  <a:lnTo>
                    <a:pt x="590851" y="207345"/>
                  </a:lnTo>
                  <a:lnTo>
                    <a:pt x="572477" y="163851"/>
                  </a:lnTo>
                  <a:lnTo>
                    <a:pt x="547833" y="124129"/>
                  </a:lnTo>
                  <a:lnTo>
                    <a:pt x="517540" y="88804"/>
                  </a:lnTo>
                  <a:lnTo>
                    <a:pt x="482223" y="58501"/>
                  </a:lnTo>
                  <a:lnTo>
                    <a:pt x="442502" y="33844"/>
                  </a:lnTo>
                  <a:lnTo>
                    <a:pt x="399001" y="15458"/>
                  </a:lnTo>
                  <a:lnTo>
                    <a:pt x="352342" y="3968"/>
                  </a:lnTo>
                  <a:lnTo>
                    <a:pt x="3031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45"/>
            <p:cNvSpPr/>
            <p:nvPr/>
          </p:nvSpPr>
          <p:spPr>
            <a:xfrm>
              <a:off x="8011667" y="4798694"/>
              <a:ext cx="340360" cy="393700"/>
            </a:xfrm>
            <a:custGeom>
              <a:avLst/>
              <a:gdLst/>
              <a:ahLst/>
              <a:cxnLst/>
              <a:rect l="l" t="t" r="r" b="b"/>
              <a:pathLst>
                <a:path w="340359" h="393700">
                  <a:moveTo>
                    <a:pt x="128397" y="321309"/>
                  </a:moveTo>
                  <a:lnTo>
                    <a:pt x="112903" y="321309"/>
                  </a:lnTo>
                  <a:lnTo>
                    <a:pt x="112903" y="391159"/>
                  </a:lnTo>
                  <a:lnTo>
                    <a:pt x="116332" y="393699"/>
                  </a:lnTo>
                  <a:lnTo>
                    <a:pt x="277749" y="393699"/>
                  </a:lnTo>
                  <a:lnTo>
                    <a:pt x="281178" y="391159"/>
                  </a:lnTo>
                  <a:lnTo>
                    <a:pt x="281178" y="378459"/>
                  </a:lnTo>
                  <a:lnTo>
                    <a:pt x="128397" y="378459"/>
                  </a:lnTo>
                  <a:lnTo>
                    <a:pt x="128397" y="321309"/>
                  </a:lnTo>
                  <a:close/>
                </a:path>
                <a:path w="340359" h="393700">
                  <a:moveTo>
                    <a:pt x="250436" y="15239"/>
                  </a:moveTo>
                  <a:lnTo>
                    <a:pt x="184785" y="15239"/>
                  </a:lnTo>
                  <a:lnTo>
                    <a:pt x="228516" y="21589"/>
                  </a:lnTo>
                  <a:lnTo>
                    <a:pt x="266902" y="41909"/>
                  </a:lnTo>
                  <a:lnTo>
                    <a:pt x="297429" y="71119"/>
                  </a:lnTo>
                  <a:lnTo>
                    <a:pt x="317588" y="107949"/>
                  </a:lnTo>
                  <a:lnTo>
                    <a:pt x="324866" y="149859"/>
                  </a:lnTo>
                  <a:lnTo>
                    <a:pt x="320647" y="185419"/>
                  </a:lnTo>
                  <a:lnTo>
                    <a:pt x="308832" y="222249"/>
                  </a:lnTo>
                  <a:lnTo>
                    <a:pt x="290683" y="259079"/>
                  </a:lnTo>
                  <a:lnTo>
                    <a:pt x="267462" y="292099"/>
                  </a:lnTo>
                  <a:lnTo>
                    <a:pt x="266319" y="293369"/>
                  </a:lnTo>
                  <a:lnTo>
                    <a:pt x="265684" y="295909"/>
                  </a:lnTo>
                  <a:lnTo>
                    <a:pt x="265684" y="378459"/>
                  </a:lnTo>
                  <a:lnTo>
                    <a:pt x="281178" y="378459"/>
                  </a:lnTo>
                  <a:lnTo>
                    <a:pt x="281178" y="299719"/>
                  </a:lnTo>
                  <a:lnTo>
                    <a:pt x="305159" y="265429"/>
                  </a:lnTo>
                  <a:lnTo>
                    <a:pt x="323865" y="226059"/>
                  </a:lnTo>
                  <a:lnTo>
                    <a:pt x="336024" y="186689"/>
                  </a:lnTo>
                  <a:lnTo>
                    <a:pt x="340360" y="149859"/>
                  </a:lnTo>
                  <a:lnTo>
                    <a:pt x="337290" y="120649"/>
                  </a:lnTo>
                  <a:lnTo>
                    <a:pt x="328279" y="92709"/>
                  </a:lnTo>
                  <a:lnTo>
                    <a:pt x="313624" y="66039"/>
                  </a:lnTo>
                  <a:lnTo>
                    <a:pt x="293624" y="43179"/>
                  </a:lnTo>
                  <a:lnTo>
                    <a:pt x="269849" y="25399"/>
                  </a:lnTo>
                  <a:lnTo>
                    <a:pt x="250436" y="15239"/>
                  </a:lnTo>
                  <a:close/>
                </a:path>
                <a:path w="340359" h="393700">
                  <a:moveTo>
                    <a:pt x="184785" y="0"/>
                  </a:moveTo>
                  <a:lnTo>
                    <a:pt x="137301" y="7619"/>
                  </a:lnTo>
                  <a:lnTo>
                    <a:pt x="96029" y="27939"/>
                  </a:lnTo>
                  <a:lnTo>
                    <a:pt x="63462" y="60959"/>
                  </a:lnTo>
                  <a:lnTo>
                    <a:pt x="42093" y="102869"/>
                  </a:lnTo>
                  <a:lnTo>
                    <a:pt x="34417" y="149859"/>
                  </a:lnTo>
                  <a:lnTo>
                    <a:pt x="34417" y="152399"/>
                  </a:lnTo>
                  <a:lnTo>
                    <a:pt x="3556" y="207009"/>
                  </a:lnTo>
                  <a:lnTo>
                    <a:pt x="861" y="213359"/>
                  </a:lnTo>
                  <a:lnTo>
                    <a:pt x="0" y="220979"/>
                  </a:lnTo>
                  <a:lnTo>
                    <a:pt x="948" y="227329"/>
                  </a:lnTo>
                  <a:lnTo>
                    <a:pt x="27051" y="247649"/>
                  </a:lnTo>
                  <a:lnTo>
                    <a:pt x="35433" y="247649"/>
                  </a:lnTo>
                  <a:lnTo>
                    <a:pt x="42418" y="293369"/>
                  </a:lnTo>
                  <a:lnTo>
                    <a:pt x="71409" y="326389"/>
                  </a:lnTo>
                  <a:lnTo>
                    <a:pt x="78232" y="326389"/>
                  </a:lnTo>
                  <a:lnTo>
                    <a:pt x="78486" y="325119"/>
                  </a:lnTo>
                  <a:lnTo>
                    <a:pt x="112903" y="321309"/>
                  </a:lnTo>
                  <a:lnTo>
                    <a:pt x="128397" y="321309"/>
                  </a:lnTo>
                  <a:lnTo>
                    <a:pt x="128397" y="311149"/>
                  </a:lnTo>
                  <a:lnTo>
                    <a:pt x="71628" y="311149"/>
                  </a:lnTo>
                  <a:lnTo>
                    <a:pt x="67056" y="309879"/>
                  </a:lnTo>
                  <a:lnTo>
                    <a:pt x="63500" y="306069"/>
                  </a:lnTo>
                  <a:lnTo>
                    <a:pt x="59817" y="302259"/>
                  </a:lnTo>
                  <a:lnTo>
                    <a:pt x="57785" y="298449"/>
                  </a:lnTo>
                  <a:lnTo>
                    <a:pt x="57785" y="292099"/>
                  </a:lnTo>
                  <a:lnTo>
                    <a:pt x="49784" y="238759"/>
                  </a:lnTo>
                  <a:lnTo>
                    <a:pt x="49276" y="234949"/>
                  </a:lnTo>
                  <a:lnTo>
                    <a:pt x="45974" y="232409"/>
                  </a:lnTo>
                  <a:lnTo>
                    <a:pt x="22860" y="232409"/>
                  </a:lnTo>
                  <a:lnTo>
                    <a:pt x="19177" y="229869"/>
                  </a:lnTo>
                  <a:lnTo>
                    <a:pt x="17145" y="226059"/>
                  </a:lnTo>
                  <a:lnTo>
                    <a:pt x="14986" y="222249"/>
                  </a:lnTo>
                  <a:lnTo>
                    <a:pt x="14986" y="218439"/>
                  </a:lnTo>
                  <a:lnTo>
                    <a:pt x="48387" y="160019"/>
                  </a:lnTo>
                  <a:lnTo>
                    <a:pt x="49403" y="158749"/>
                  </a:lnTo>
                  <a:lnTo>
                    <a:pt x="50038" y="156209"/>
                  </a:lnTo>
                  <a:lnTo>
                    <a:pt x="56793" y="106679"/>
                  </a:lnTo>
                  <a:lnTo>
                    <a:pt x="75953" y="69849"/>
                  </a:lnTo>
                  <a:lnTo>
                    <a:pt x="105159" y="40639"/>
                  </a:lnTo>
                  <a:lnTo>
                    <a:pt x="142180" y="21589"/>
                  </a:lnTo>
                  <a:lnTo>
                    <a:pt x="184785" y="15239"/>
                  </a:lnTo>
                  <a:lnTo>
                    <a:pt x="250436" y="15239"/>
                  </a:lnTo>
                  <a:lnTo>
                    <a:pt x="243157" y="11429"/>
                  </a:lnTo>
                  <a:lnTo>
                    <a:pt x="214489" y="2539"/>
                  </a:lnTo>
                  <a:lnTo>
                    <a:pt x="184785" y="0"/>
                  </a:lnTo>
                  <a:close/>
                </a:path>
                <a:path w="340359" h="393700">
                  <a:moveTo>
                    <a:pt x="121793" y="303529"/>
                  </a:moveTo>
                  <a:lnTo>
                    <a:pt x="119507" y="304799"/>
                  </a:lnTo>
                  <a:lnTo>
                    <a:pt x="76454" y="309879"/>
                  </a:lnTo>
                  <a:lnTo>
                    <a:pt x="71628" y="311149"/>
                  </a:lnTo>
                  <a:lnTo>
                    <a:pt x="128397" y="311149"/>
                  </a:lnTo>
                  <a:lnTo>
                    <a:pt x="128397" y="309879"/>
                  </a:lnTo>
                  <a:lnTo>
                    <a:pt x="127381" y="307339"/>
                  </a:lnTo>
                  <a:lnTo>
                    <a:pt x="124079" y="304799"/>
                  </a:lnTo>
                  <a:lnTo>
                    <a:pt x="121793" y="303529"/>
                  </a:lnTo>
                  <a:close/>
                </a:path>
                <a:path w="340359" h="393700">
                  <a:moveTo>
                    <a:pt x="187960" y="49529"/>
                  </a:moveTo>
                  <a:lnTo>
                    <a:pt x="145944" y="57149"/>
                  </a:lnTo>
                  <a:lnTo>
                    <a:pt x="111585" y="80009"/>
                  </a:lnTo>
                  <a:lnTo>
                    <a:pt x="88393" y="114299"/>
                  </a:lnTo>
                  <a:lnTo>
                    <a:pt x="79883" y="157479"/>
                  </a:lnTo>
                  <a:lnTo>
                    <a:pt x="88393" y="199389"/>
                  </a:lnTo>
                  <a:lnTo>
                    <a:pt x="111585" y="233679"/>
                  </a:lnTo>
                  <a:lnTo>
                    <a:pt x="145944" y="256539"/>
                  </a:lnTo>
                  <a:lnTo>
                    <a:pt x="187960" y="265429"/>
                  </a:lnTo>
                  <a:lnTo>
                    <a:pt x="229975" y="256539"/>
                  </a:lnTo>
                  <a:lnTo>
                    <a:pt x="241428" y="248919"/>
                  </a:lnTo>
                  <a:lnTo>
                    <a:pt x="180213" y="248919"/>
                  </a:lnTo>
                  <a:lnTo>
                    <a:pt x="148566" y="241299"/>
                  </a:lnTo>
                  <a:lnTo>
                    <a:pt x="122491" y="222249"/>
                  </a:lnTo>
                  <a:lnTo>
                    <a:pt x="104132" y="196849"/>
                  </a:lnTo>
                  <a:lnTo>
                    <a:pt x="95631" y="165099"/>
                  </a:lnTo>
                  <a:lnTo>
                    <a:pt x="130556" y="165099"/>
                  </a:lnTo>
                  <a:lnTo>
                    <a:pt x="131826" y="162559"/>
                  </a:lnTo>
                  <a:lnTo>
                    <a:pt x="131699" y="158749"/>
                  </a:lnTo>
                  <a:lnTo>
                    <a:pt x="129540" y="154939"/>
                  </a:lnTo>
                  <a:lnTo>
                    <a:pt x="127508" y="151129"/>
                  </a:lnTo>
                  <a:lnTo>
                    <a:pt x="123825" y="148589"/>
                  </a:lnTo>
                  <a:lnTo>
                    <a:pt x="95631" y="148589"/>
                  </a:lnTo>
                  <a:lnTo>
                    <a:pt x="104132" y="118109"/>
                  </a:lnTo>
                  <a:lnTo>
                    <a:pt x="122491" y="91439"/>
                  </a:lnTo>
                  <a:lnTo>
                    <a:pt x="148566" y="73659"/>
                  </a:lnTo>
                  <a:lnTo>
                    <a:pt x="180213" y="64769"/>
                  </a:lnTo>
                  <a:lnTo>
                    <a:pt x="241428" y="64769"/>
                  </a:lnTo>
                  <a:lnTo>
                    <a:pt x="229975" y="57149"/>
                  </a:lnTo>
                  <a:lnTo>
                    <a:pt x="187960" y="49529"/>
                  </a:lnTo>
                  <a:close/>
                </a:path>
                <a:path w="340359" h="393700">
                  <a:moveTo>
                    <a:pt x="194056" y="212089"/>
                  </a:moveTo>
                  <a:lnTo>
                    <a:pt x="189611" y="212089"/>
                  </a:lnTo>
                  <a:lnTo>
                    <a:pt x="185928" y="213359"/>
                  </a:lnTo>
                  <a:lnTo>
                    <a:pt x="182372" y="215899"/>
                  </a:lnTo>
                  <a:lnTo>
                    <a:pt x="180213" y="219709"/>
                  </a:lnTo>
                  <a:lnTo>
                    <a:pt x="180213" y="248919"/>
                  </a:lnTo>
                  <a:lnTo>
                    <a:pt x="195707" y="248919"/>
                  </a:lnTo>
                  <a:lnTo>
                    <a:pt x="195707" y="229869"/>
                  </a:lnTo>
                  <a:lnTo>
                    <a:pt x="208788" y="229869"/>
                  </a:lnTo>
                  <a:lnTo>
                    <a:pt x="215265" y="227329"/>
                  </a:lnTo>
                  <a:lnTo>
                    <a:pt x="219837" y="222249"/>
                  </a:lnTo>
                  <a:lnTo>
                    <a:pt x="220472" y="222249"/>
                  </a:lnTo>
                  <a:lnTo>
                    <a:pt x="224917" y="215899"/>
                  </a:lnTo>
                  <a:lnTo>
                    <a:pt x="225361" y="214629"/>
                  </a:lnTo>
                  <a:lnTo>
                    <a:pt x="199009" y="214629"/>
                  </a:lnTo>
                  <a:lnTo>
                    <a:pt x="197612" y="213359"/>
                  </a:lnTo>
                  <a:lnTo>
                    <a:pt x="194056" y="212089"/>
                  </a:lnTo>
                  <a:close/>
                </a:path>
                <a:path w="340359" h="393700">
                  <a:moveTo>
                    <a:pt x="291280" y="133349"/>
                  </a:moveTo>
                  <a:lnTo>
                    <a:pt x="240411" y="133349"/>
                  </a:lnTo>
                  <a:lnTo>
                    <a:pt x="241173" y="134619"/>
                  </a:lnTo>
                  <a:lnTo>
                    <a:pt x="241935" y="134619"/>
                  </a:lnTo>
                  <a:lnTo>
                    <a:pt x="244221" y="135889"/>
                  </a:lnTo>
                  <a:lnTo>
                    <a:pt x="245999" y="137159"/>
                  </a:lnTo>
                  <a:lnTo>
                    <a:pt x="246761" y="139699"/>
                  </a:lnTo>
                  <a:lnTo>
                    <a:pt x="247015" y="140969"/>
                  </a:lnTo>
                  <a:lnTo>
                    <a:pt x="247142" y="143509"/>
                  </a:lnTo>
                  <a:lnTo>
                    <a:pt x="246888" y="144779"/>
                  </a:lnTo>
                  <a:lnTo>
                    <a:pt x="246380" y="146049"/>
                  </a:lnTo>
                  <a:lnTo>
                    <a:pt x="245999" y="147319"/>
                  </a:lnTo>
                  <a:lnTo>
                    <a:pt x="243840" y="151129"/>
                  </a:lnTo>
                  <a:lnTo>
                    <a:pt x="243840" y="154939"/>
                  </a:lnTo>
                  <a:lnTo>
                    <a:pt x="247904" y="162559"/>
                  </a:lnTo>
                  <a:lnTo>
                    <a:pt x="251841" y="165099"/>
                  </a:lnTo>
                  <a:lnTo>
                    <a:pt x="280162" y="165099"/>
                  </a:lnTo>
                  <a:lnTo>
                    <a:pt x="271716" y="196849"/>
                  </a:lnTo>
                  <a:lnTo>
                    <a:pt x="253365" y="222249"/>
                  </a:lnTo>
                  <a:lnTo>
                    <a:pt x="227298" y="241299"/>
                  </a:lnTo>
                  <a:lnTo>
                    <a:pt x="195707" y="248919"/>
                  </a:lnTo>
                  <a:lnTo>
                    <a:pt x="241428" y="248919"/>
                  </a:lnTo>
                  <a:lnTo>
                    <a:pt x="264334" y="233679"/>
                  </a:lnTo>
                  <a:lnTo>
                    <a:pt x="287526" y="199389"/>
                  </a:lnTo>
                  <a:lnTo>
                    <a:pt x="296037" y="157479"/>
                  </a:lnTo>
                  <a:lnTo>
                    <a:pt x="291280" y="133349"/>
                  </a:lnTo>
                  <a:close/>
                </a:path>
                <a:path w="340359" h="393700">
                  <a:moveTo>
                    <a:pt x="224566" y="196849"/>
                  </a:moveTo>
                  <a:lnTo>
                    <a:pt x="206756" y="196849"/>
                  </a:lnTo>
                  <a:lnTo>
                    <a:pt x="210820" y="200659"/>
                  </a:lnTo>
                  <a:lnTo>
                    <a:pt x="211010" y="204469"/>
                  </a:lnTo>
                  <a:lnTo>
                    <a:pt x="211074" y="205739"/>
                  </a:lnTo>
                  <a:lnTo>
                    <a:pt x="211201" y="208279"/>
                  </a:lnTo>
                  <a:lnTo>
                    <a:pt x="210439" y="210819"/>
                  </a:lnTo>
                  <a:lnTo>
                    <a:pt x="208661" y="212089"/>
                  </a:lnTo>
                  <a:lnTo>
                    <a:pt x="206883" y="214629"/>
                  </a:lnTo>
                  <a:lnTo>
                    <a:pt x="225361" y="214629"/>
                  </a:lnTo>
                  <a:lnTo>
                    <a:pt x="226695" y="210819"/>
                  </a:lnTo>
                  <a:lnTo>
                    <a:pt x="226599" y="207009"/>
                  </a:lnTo>
                  <a:lnTo>
                    <a:pt x="226568" y="204469"/>
                  </a:lnTo>
                  <a:lnTo>
                    <a:pt x="224566" y="196849"/>
                  </a:lnTo>
                  <a:close/>
                </a:path>
                <a:path w="340359" h="393700">
                  <a:moveTo>
                    <a:pt x="195707" y="165099"/>
                  </a:moveTo>
                  <a:lnTo>
                    <a:pt x="180213" y="165099"/>
                  </a:lnTo>
                  <a:lnTo>
                    <a:pt x="180213" y="191769"/>
                  </a:lnTo>
                  <a:lnTo>
                    <a:pt x="182372" y="196849"/>
                  </a:lnTo>
                  <a:lnTo>
                    <a:pt x="186055" y="198119"/>
                  </a:lnTo>
                  <a:lnTo>
                    <a:pt x="189611" y="200659"/>
                  </a:lnTo>
                  <a:lnTo>
                    <a:pt x="194056" y="200659"/>
                  </a:lnTo>
                  <a:lnTo>
                    <a:pt x="198882" y="196849"/>
                  </a:lnTo>
                  <a:lnTo>
                    <a:pt x="224566" y="196849"/>
                  </a:lnTo>
                  <a:lnTo>
                    <a:pt x="224232" y="195579"/>
                  </a:lnTo>
                  <a:lnTo>
                    <a:pt x="218741" y="187959"/>
                  </a:lnTo>
                  <a:lnTo>
                    <a:pt x="210941" y="182879"/>
                  </a:lnTo>
                  <a:lnTo>
                    <a:pt x="195707" y="182879"/>
                  </a:lnTo>
                  <a:lnTo>
                    <a:pt x="195707" y="165099"/>
                  </a:lnTo>
                  <a:close/>
                </a:path>
                <a:path w="340359" h="393700">
                  <a:moveTo>
                    <a:pt x="130556" y="165099"/>
                  </a:moveTo>
                  <a:lnTo>
                    <a:pt x="113919" y="165099"/>
                  </a:lnTo>
                  <a:lnTo>
                    <a:pt x="113792" y="166369"/>
                  </a:lnTo>
                  <a:lnTo>
                    <a:pt x="113665" y="173989"/>
                  </a:lnTo>
                  <a:lnTo>
                    <a:pt x="113919" y="175259"/>
                  </a:lnTo>
                  <a:lnTo>
                    <a:pt x="115189" y="179069"/>
                  </a:lnTo>
                  <a:lnTo>
                    <a:pt x="115316" y="180339"/>
                  </a:lnTo>
                  <a:lnTo>
                    <a:pt x="115824" y="180339"/>
                  </a:lnTo>
                  <a:lnTo>
                    <a:pt x="117094" y="184149"/>
                  </a:lnTo>
                  <a:lnTo>
                    <a:pt x="118872" y="185419"/>
                  </a:lnTo>
                  <a:lnTo>
                    <a:pt x="125349" y="191769"/>
                  </a:lnTo>
                  <a:lnTo>
                    <a:pt x="130683" y="194309"/>
                  </a:lnTo>
                  <a:lnTo>
                    <a:pt x="145161" y="194309"/>
                  </a:lnTo>
                  <a:lnTo>
                    <a:pt x="150495" y="191769"/>
                  </a:lnTo>
                  <a:lnTo>
                    <a:pt x="154686" y="187959"/>
                  </a:lnTo>
                  <a:lnTo>
                    <a:pt x="156972" y="185419"/>
                  </a:lnTo>
                  <a:lnTo>
                    <a:pt x="158750" y="184149"/>
                  </a:lnTo>
                  <a:lnTo>
                    <a:pt x="160401" y="180339"/>
                  </a:lnTo>
                  <a:lnTo>
                    <a:pt x="160909" y="179069"/>
                  </a:lnTo>
                  <a:lnTo>
                    <a:pt x="136271" y="179069"/>
                  </a:lnTo>
                  <a:lnTo>
                    <a:pt x="132461" y="177799"/>
                  </a:lnTo>
                  <a:lnTo>
                    <a:pt x="129413" y="175259"/>
                  </a:lnTo>
                  <a:lnTo>
                    <a:pt x="129032" y="171449"/>
                  </a:lnTo>
                  <a:lnTo>
                    <a:pt x="129286" y="168909"/>
                  </a:lnTo>
                  <a:lnTo>
                    <a:pt x="129413" y="167639"/>
                  </a:lnTo>
                  <a:lnTo>
                    <a:pt x="129540" y="166369"/>
                  </a:lnTo>
                  <a:lnTo>
                    <a:pt x="129921" y="166369"/>
                  </a:lnTo>
                  <a:lnTo>
                    <a:pt x="130556" y="165099"/>
                  </a:lnTo>
                  <a:close/>
                </a:path>
                <a:path w="340359" h="393700">
                  <a:moveTo>
                    <a:pt x="201676" y="181609"/>
                  </a:moveTo>
                  <a:lnTo>
                    <a:pt x="197612" y="181609"/>
                  </a:lnTo>
                  <a:lnTo>
                    <a:pt x="195707" y="182879"/>
                  </a:lnTo>
                  <a:lnTo>
                    <a:pt x="210941" y="182879"/>
                  </a:lnTo>
                  <a:lnTo>
                    <a:pt x="201676" y="181609"/>
                  </a:lnTo>
                  <a:close/>
                </a:path>
                <a:path w="340359" h="393700">
                  <a:moveTo>
                    <a:pt x="290780" y="130809"/>
                  </a:moveTo>
                  <a:lnTo>
                    <a:pt x="180213" y="130809"/>
                  </a:lnTo>
                  <a:lnTo>
                    <a:pt x="180213" y="148589"/>
                  </a:lnTo>
                  <a:lnTo>
                    <a:pt x="152019" y="148589"/>
                  </a:lnTo>
                  <a:lnTo>
                    <a:pt x="148336" y="151129"/>
                  </a:lnTo>
                  <a:lnTo>
                    <a:pt x="146304" y="154939"/>
                  </a:lnTo>
                  <a:lnTo>
                    <a:pt x="144145" y="158749"/>
                  </a:lnTo>
                  <a:lnTo>
                    <a:pt x="144102" y="160019"/>
                  </a:lnTo>
                  <a:lnTo>
                    <a:pt x="144018" y="162559"/>
                  </a:lnTo>
                  <a:lnTo>
                    <a:pt x="146177" y="166369"/>
                  </a:lnTo>
                  <a:lnTo>
                    <a:pt x="146558" y="167639"/>
                  </a:lnTo>
                  <a:lnTo>
                    <a:pt x="146685" y="168909"/>
                  </a:lnTo>
                  <a:lnTo>
                    <a:pt x="146812" y="171449"/>
                  </a:lnTo>
                  <a:lnTo>
                    <a:pt x="146304" y="175259"/>
                  </a:lnTo>
                  <a:lnTo>
                    <a:pt x="142875" y="179069"/>
                  </a:lnTo>
                  <a:lnTo>
                    <a:pt x="160909" y="179069"/>
                  </a:lnTo>
                  <a:lnTo>
                    <a:pt x="161417" y="177799"/>
                  </a:lnTo>
                  <a:lnTo>
                    <a:pt x="161798" y="175259"/>
                  </a:lnTo>
                  <a:lnTo>
                    <a:pt x="161798" y="165099"/>
                  </a:lnTo>
                  <a:lnTo>
                    <a:pt x="223012" y="165099"/>
                  </a:lnTo>
                  <a:lnTo>
                    <a:pt x="226822" y="163829"/>
                  </a:lnTo>
                  <a:lnTo>
                    <a:pt x="228981" y="161289"/>
                  </a:lnTo>
                  <a:lnTo>
                    <a:pt x="232537" y="154939"/>
                  </a:lnTo>
                  <a:lnTo>
                    <a:pt x="232537" y="151129"/>
                  </a:lnTo>
                  <a:lnTo>
                    <a:pt x="230378" y="147319"/>
                  </a:lnTo>
                  <a:lnTo>
                    <a:pt x="229616" y="146049"/>
                  </a:lnTo>
                  <a:lnTo>
                    <a:pt x="229235" y="144779"/>
                  </a:lnTo>
                  <a:lnTo>
                    <a:pt x="229235" y="139699"/>
                  </a:lnTo>
                  <a:lnTo>
                    <a:pt x="230124" y="138429"/>
                  </a:lnTo>
                  <a:lnTo>
                    <a:pt x="232029" y="135889"/>
                  </a:lnTo>
                  <a:lnTo>
                    <a:pt x="234061" y="134619"/>
                  </a:lnTo>
                  <a:lnTo>
                    <a:pt x="236347" y="133349"/>
                  </a:lnTo>
                  <a:lnTo>
                    <a:pt x="291280" y="133349"/>
                  </a:lnTo>
                  <a:lnTo>
                    <a:pt x="290780" y="130809"/>
                  </a:lnTo>
                  <a:close/>
                </a:path>
                <a:path w="340359" h="393700">
                  <a:moveTo>
                    <a:pt x="176276" y="82549"/>
                  </a:moveTo>
                  <a:lnTo>
                    <a:pt x="173863" y="82549"/>
                  </a:lnTo>
                  <a:lnTo>
                    <a:pt x="164601" y="85089"/>
                  </a:lnTo>
                  <a:lnTo>
                    <a:pt x="156956" y="90169"/>
                  </a:lnTo>
                  <a:lnTo>
                    <a:pt x="151572" y="96519"/>
                  </a:lnTo>
                  <a:lnTo>
                    <a:pt x="149225" y="106679"/>
                  </a:lnTo>
                  <a:lnTo>
                    <a:pt x="149352" y="110489"/>
                  </a:lnTo>
                  <a:lnTo>
                    <a:pt x="171196" y="132079"/>
                  </a:lnTo>
                  <a:lnTo>
                    <a:pt x="178054" y="132079"/>
                  </a:lnTo>
                  <a:lnTo>
                    <a:pt x="180213" y="130809"/>
                  </a:lnTo>
                  <a:lnTo>
                    <a:pt x="290780" y="130809"/>
                  </a:lnTo>
                  <a:lnTo>
                    <a:pt x="287526" y="114299"/>
                  </a:lnTo>
                  <a:lnTo>
                    <a:pt x="266911" y="83819"/>
                  </a:lnTo>
                  <a:lnTo>
                    <a:pt x="178308" y="83819"/>
                  </a:lnTo>
                  <a:lnTo>
                    <a:pt x="176276" y="82549"/>
                  </a:lnTo>
                  <a:close/>
                </a:path>
                <a:path w="340359" h="393700">
                  <a:moveTo>
                    <a:pt x="241428" y="64769"/>
                  </a:moveTo>
                  <a:lnTo>
                    <a:pt x="180213" y="64769"/>
                  </a:lnTo>
                  <a:lnTo>
                    <a:pt x="180213" y="83819"/>
                  </a:lnTo>
                  <a:lnTo>
                    <a:pt x="266911" y="83819"/>
                  </a:lnTo>
                  <a:lnTo>
                    <a:pt x="264334" y="80009"/>
                  </a:lnTo>
                  <a:lnTo>
                    <a:pt x="241428" y="6476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881366" y="5460898"/>
            <a:ext cx="118872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Future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Planning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3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4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48143" y="5673852"/>
            <a:ext cx="106679" cy="10667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48143" y="5852159"/>
            <a:ext cx="106679" cy="10668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48143" y="6030467"/>
            <a:ext cx="106679" cy="10667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248143" y="6207252"/>
            <a:ext cx="106679" cy="106679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167" y="4354779"/>
            <a:ext cx="3080385" cy="12204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1" dirty="0">
                <a:latin typeface="Century Gothic"/>
                <a:cs typeface="Century Gothic"/>
              </a:rPr>
              <a:t>Product</a:t>
            </a:r>
            <a:r>
              <a:rPr sz="2800" b="1" spc="-10" dirty="0">
                <a:latin typeface="Century Gothic"/>
                <a:cs typeface="Century Gothic"/>
              </a:rPr>
              <a:t> Overview </a:t>
            </a:r>
            <a:r>
              <a:rPr sz="2800" b="1" dirty="0">
                <a:latin typeface="Century Gothic"/>
                <a:cs typeface="Century Gothic"/>
              </a:rPr>
              <a:t>in</a:t>
            </a:r>
            <a:r>
              <a:rPr sz="2800" b="1" spc="-30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Business </a:t>
            </a:r>
            <a:r>
              <a:rPr sz="2800" b="1" dirty="0">
                <a:latin typeface="Century Gothic"/>
                <a:cs typeface="Century Gothic"/>
              </a:rPr>
              <a:t>Concept</a:t>
            </a:r>
            <a:r>
              <a:rPr sz="2800" b="1" spc="-130" dirty="0">
                <a:latin typeface="Century Gothic"/>
                <a:cs typeface="Century Gothic"/>
              </a:rPr>
              <a:t> </a:t>
            </a:r>
            <a:r>
              <a:rPr sz="2800" b="1" spc="-10" dirty="0">
                <a:latin typeface="Century Gothic"/>
                <a:cs typeface="Century Gothic"/>
              </a:rPr>
              <a:t>Funding</a:t>
            </a:r>
            <a:endParaRPr sz="2800" dirty="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856488"/>
            <a:ext cx="5486400" cy="2514600"/>
            <a:chOff x="609600" y="856488"/>
            <a:chExt cx="5486400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856488"/>
              <a:ext cx="54864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7564" y="1409700"/>
              <a:ext cx="1402080" cy="14036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85033" y="1488186"/>
              <a:ext cx="1251585" cy="1251585"/>
            </a:xfrm>
            <a:custGeom>
              <a:avLst/>
              <a:gdLst/>
              <a:ahLst/>
              <a:cxnLst/>
              <a:rect l="l" t="t" r="r" b="b"/>
              <a:pathLst>
                <a:path w="1251585" h="1251585">
                  <a:moveTo>
                    <a:pt x="625729" y="0"/>
                  </a:moveTo>
                  <a:lnTo>
                    <a:pt x="576830" y="1882"/>
                  </a:lnTo>
                  <a:lnTo>
                    <a:pt x="528960" y="7437"/>
                  </a:lnTo>
                  <a:lnTo>
                    <a:pt x="482259" y="16526"/>
                  </a:lnTo>
                  <a:lnTo>
                    <a:pt x="436865" y="29009"/>
                  </a:lnTo>
                  <a:lnTo>
                    <a:pt x="392917" y="44747"/>
                  </a:lnTo>
                  <a:lnTo>
                    <a:pt x="350555" y="63602"/>
                  </a:lnTo>
                  <a:lnTo>
                    <a:pt x="309917" y="85433"/>
                  </a:lnTo>
                  <a:lnTo>
                    <a:pt x="271143" y="110102"/>
                  </a:lnTo>
                  <a:lnTo>
                    <a:pt x="234373" y="137469"/>
                  </a:lnTo>
                  <a:lnTo>
                    <a:pt x="199744" y="167396"/>
                  </a:lnTo>
                  <a:lnTo>
                    <a:pt x="167396" y="199744"/>
                  </a:lnTo>
                  <a:lnTo>
                    <a:pt x="137469" y="234373"/>
                  </a:lnTo>
                  <a:lnTo>
                    <a:pt x="110102" y="271143"/>
                  </a:lnTo>
                  <a:lnTo>
                    <a:pt x="85433" y="309917"/>
                  </a:lnTo>
                  <a:lnTo>
                    <a:pt x="63602" y="350555"/>
                  </a:lnTo>
                  <a:lnTo>
                    <a:pt x="44747" y="392917"/>
                  </a:lnTo>
                  <a:lnTo>
                    <a:pt x="29009" y="436865"/>
                  </a:lnTo>
                  <a:lnTo>
                    <a:pt x="16526" y="482259"/>
                  </a:lnTo>
                  <a:lnTo>
                    <a:pt x="7437" y="528960"/>
                  </a:lnTo>
                  <a:lnTo>
                    <a:pt x="1882" y="576830"/>
                  </a:lnTo>
                  <a:lnTo>
                    <a:pt x="0" y="625728"/>
                  </a:lnTo>
                  <a:lnTo>
                    <a:pt x="1882" y="674627"/>
                  </a:lnTo>
                  <a:lnTo>
                    <a:pt x="7437" y="722497"/>
                  </a:lnTo>
                  <a:lnTo>
                    <a:pt x="16526" y="769198"/>
                  </a:lnTo>
                  <a:lnTo>
                    <a:pt x="29009" y="814592"/>
                  </a:lnTo>
                  <a:lnTo>
                    <a:pt x="44747" y="858540"/>
                  </a:lnTo>
                  <a:lnTo>
                    <a:pt x="63602" y="900902"/>
                  </a:lnTo>
                  <a:lnTo>
                    <a:pt x="85433" y="941540"/>
                  </a:lnTo>
                  <a:lnTo>
                    <a:pt x="110102" y="980314"/>
                  </a:lnTo>
                  <a:lnTo>
                    <a:pt x="137469" y="1017084"/>
                  </a:lnTo>
                  <a:lnTo>
                    <a:pt x="167396" y="1051713"/>
                  </a:lnTo>
                  <a:lnTo>
                    <a:pt x="199744" y="1084061"/>
                  </a:lnTo>
                  <a:lnTo>
                    <a:pt x="234373" y="1113988"/>
                  </a:lnTo>
                  <a:lnTo>
                    <a:pt x="271143" y="1141355"/>
                  </a:lnTo>
                  <a:lnTo>
                    <a:pt x="309917" y="1166024"/>
                  </a:lnTo>
                  <a:lnTo>
                    <a:pt x="350555" y="1187855"/>
                  </a:lnTo>
                  <a:lnTo>
                    <a:pt x="392917" y="1206710"/>
                  </a:lnTo>
                  <a:lnTo>
                    <a:pt x="436865" y="1222448"/>
                  </a:lnTo>
                  <a:lnTo>
                    <a:pt x="482259" y="1234931"/>
                  </a:lnTo>
                  <a:lnTo>
                    <a:pt x="528960" y="1244020"/>
                  </a:lnTo>
                  <a:lnTo>
                    <a:pt x="576830" y="1249575"/>
                  </a:lnTo>
                  <a:lnTo>
                    <a:pt x="625729" y="1251458"/>
                  </a:lnTo>
                  <a:lnTo>
                    <a:pt x="674626" y="1249575"/>
                  </a:lnTo>
                  <a:lnTo>
                    <a:pt x="722493" y="1244020"/>
                  </a:lnTo>
                  <a:lnTo>
                    <a:pt x="769191" y="1234931"/>
                  </a:lnTo>
                  <a:lnTo>
                    <a:pt x="814580" y="1222448"/>
                  </a:lnTo>
                  <a:lnTo>
                    <a:pt x="858522" y="1206710"/>
                  </a:lnTo>
                  <a:lnTo>
                    <a:pt x="900877" y="1187855"/>
                  </a:lnTo>
                  <a:lnTo>
                    <a:pt x="941507" y="1166024"/>
                  </a:lnTo>
                  <a:lnTo>
                    <a:pt x="980272" y="1141355"/>
                  </a:lnTo>
                  <a:lnTo>
                    <a:pt x="1017034" y="1113988"/>
                  </a:lnTo>
                  <a:lnTo>
                    <a:pt x="1051654" y="1084061"/>
                  </a:lnTo>
                  <a:lnTo>
                    <a:pt x="1083992" y="1051713"/>
                  </a:lnTo>
                  <a:lnTo>
                    <a:pt x="1113911" y="1017084"/>
                  </a:lnTo>
                  <a:lnTo>
                    <a:pt x="1141269" y="980314"/>
                  </a:lnTo>
                  <a:lnTo>
                    <a:pt x="1165930" y="941540"/>
                  </a:lnTo>
                  <a:lnTo>
                    <a:pt x="1187753" y="900902"/>
                  </a:lnTo>
                  <a:lnTo>
                    <a:pt x="1206601" y="858540"/>
                  </a:lnTo>
                  <a:lnTo>
                    <a:pt x="1222333" y="814592"/>
                  </a:lnTo>
                  <a:lnTo>
                    <a:pt x="1234811" y="769198"/>
                  </a:lnTo>
                  <a:lnTo>
                    <a:pt x="1243896" y="722497"/>
                  </a:lnTo>
                  <a:lnTo>
                    <a:pt x="1249449" y="674627"/>
                  </a:lnTo>
                  <a:lnTo>
                    <a:pt x="1251331" y="625728"/>
                  </a:lnTo>
                  <a:lnTo>
                    <a:pt x="1249449" y="576830"/>
                  </a:lnTo>
                  <a:lnTo>
                    <a:pt x="1243896" y="528960"/>
                  </a:lnTo>
                  <a:lnTo>
                    <a:pt x="1234811" y="482259"/>
                  </a:lnTo>
                  <a:lnTo>
                    <a:pt x="1222333" y="436865"/>
                  </a:lnTo>
                  <a:lnTo>
                    <a:pt x="1206601" y="392917"/>
                  </a:lnTo>
                  <a:lnTo>
                    <a:pt x="1187753" y="350555"/>
                  </a:lnTo>
                  <a:lnTo>
                    <a:pt x="1165930" y="309917"/>
                  </a:lnTo>
                  <a:lnTo>
                    <a:pt x="1141269" y="271143"/>
                  </a:lnTo>
                  <a:lnTo>
                    <a:pt x="1113911" y="234373"/>
                  </a:lnTo>
                  <a:lnTo>
                    <a:pt x="1083992" y="199744"/>
                  </a:lnTo>
                  <a:lnTo>
                    <a:pt x="1051654" y="167396"/>
                  </a:lnTo>
                  <a:lnTo>
                    <a:pt x="1017034" y="137469"/>
                  </a:lnTo>
                  <a:lnTo>
                    <a:pt x="980272" y="110102"/>
                  </a:lnTo>
                  <a:lnTo>
                    <a:pt x="941507" y="85433"/>
                  </a:lnTo>
                  <a:lnTo>
                    <a:pt x="900877" y="63602"/>
                  </a:lnTo>
                  <a:lnTo>
                    <a:pt x="858522" y="44747"/>
                  </a:lnTo>
                  <a:lnTo>
                    <a:pt x="814580" y="29009"/>
                  </a:lnTo>
                  <a:lnTo>
                    <a:pt x="769191" y="16526"/>
                  </a:lnTo>
                  <a:lnTo>
                    <a:pt x="722493" y="7437"/>
                  </a:lnTo>
                  <a:lnTo>
                    <a:pt x="674626" y="1882"/>
                  </a:lnTo>
                  <a:lnTo>
                    <a:pt x="625729" y="0"/>
                  </a:lnTo>
                  <a:close/>
                </a:path>
              </a:pathLst>
            </a:custGeom>
            <a:solidFill>
              <a:srgbClr val="C41C1C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971877" y="1749552"/>
              <a:ext cx="678180" cy="728980"/>
            </a:xfrm>
            <a:custGeom>
              <a:avLst/>
              <a:gdLst/>
              <a:ahLst/>
              <a:cxnLst/>
              <a:rect l="l" t="t" r="r" b="b"/>
              <a:pathLst>
                <a:path w="678179" h="728980">
                  <a:moveTo>
                    <a:pt x="505382" y="615696"/>
                  </a:moveTo>
                  <a:lnTo>
                    <a:pt x="502378" y="619343"/>
                  </a:lnTo>
                  <a:lnTo>
                    <a:pt x="497730" y="625062"/>
                  </a:lnTo>
                  <a:lnTo>
                    <a:pt x="490273" y="632733"/>
                  </a:lnTo>
                  <a:lnTo>
                    <a:pt x="478839" y="642238"/>
                  </a:lnTo>
                  <a:lnTo>
                    <a:pt x="559738" y="723264"/>
                  </a:lnTo>
                  <a:lnTo>
                    <a:pt x="565870" y="727194"/>
                  </a:lnTo>
                  <a:lnTo>
                    <a:pt x="573073" y="728503"/>
                  </a:lnTo>
                  <a:lnTo>
                    <a:pt x="580276" y="727194"/>
                  </a:lnTo>
                  <a:lnTo>
                    <a:pt x="586408" y="723264"/>
                  </a:lnTo>
                  <a:lnTo>
                    <a:pt x="590266" y="717133"/>
                  </a:lnTo>
                  <a:lnTo>
                    <a:pt x="591552" y="709930"/>
                  </a:lnTo>
                  <a:lnTo>
                    <a:pt x="590266" y="702726"/>
                  </a:lnTo>
                  <a:lnTo>
                    <a:pt x="586408" y="696595"/>
                  </a:lnTo>
                  <a:lnTo>
                    <a:pt x="505382" y="615696"/>
                  </a:lnTo>
                  <a:close/>
                </a:path>
                <a:path w="678179" h="728980">
                  <a:moveTo>
                    <a:pt x="637208" y="372618"/>
                  </a:moveTo>
                  <a:lnTo>
                    <a:pt x="451026" y="372618"/>
                  </a:lnTo>
                  <a:lnTo>
                    <a:pt x="451026" y="411988"/>
                  </a:lnTo>
                  <a:lnTo>
                    <a:pt x="488334" y="436454"/>
                  </a:lnTo>
                  <a:lnTo>
                    <a:pt x="514790" y="470253"/>
                  </a:lnTo>
                  <a:lnTo>
                    <a:pt x="529299" y="510221"/>
                  </a:lnTo>
                  <a:lnTo>
                    <a:pt x="530659" y="550187"/>
                  </a:lnTo>
                  <a:lnTo>
                    <a:pt x="530762" y="553195"/>
                  </a:lnTo>
                  <a:lnTo>
                    <a:pt x="518082" y="596011"/>
                  </a:lnTo>
                  <a:lnTo>
                    <a:pt x="605966" y="683895"/>
                  </a:lnTo>
                  <a:lnTo>
                    <a:pt x="608379" y="686181"/>
                  </a:lnTo>
                  <a:lnTo>
                    <a:pt x="609522" y="689737"/>
                  </a:lnTo>
                  <a:lnTo>
                    <a:pt x="630350" y="689737"/>
                  </a:lnTo>
                  <a:lnTo>
                    <a:pt x="637208" y="682751"/>
                  </a:lnTo>
                  <a:lnTo>
                    <a:pt x="637208" y="372618"/>
                  </a:lnTo>
                  <a:close/>
                </a:path>
                <a:path w="678179" h="728980">
                  <a:moveTo>
                    <a:pt x="458011" y="654938"/>
                  </a:moveTo>
                  <a:lnTo>
                    <a:pt x="455725" y="656209"/>
                  </a:lnTo>
                  <a:lnTo>
                    <a:pt x="453312" y="657351"/>
                  </a:lnTo>
                  <a:lnTo>
                    <a:pt x="451026" y="658495"/>
                  </a:lnTo>
                  <a:lnTo>
                    <a:pt x="451026" y="688594"/>
                  </a:lnTo>
                  <a:lnTo>
                    <a:pt x="491539" y="688594"/>
                  </a:lnTo>
                  <a:lnTo>
                    <a:pt x="458011" y="654938"/>
                  </a:lnTo>
                  <a:close/>
                </a:path>
                <a:path w="678179" h="728980">
                  <a:moveTo>
                    <a:pt x="427912" y="372618"/>
                  </a:moveTo>
                  <a:lnTo>
                    <a:pt x="34720" y="372618"/>
                  </a:lnTo>
                  <a:lnTo>
                    <a:pt x="34720" y="680465"/>
                  </a:lnTo>
                  <a:lnTo>
                    <a:pt x="41705" y="687451"/>
                  </a:lnTo>
                  <a:lnTo>
                    <a:pt x="426769" y="687451"/>
                  </a:lnTo>
                  <a:lnTo>
                    <a:pt x="426769" y="668909"/>
                  </a:lnTo>
                  <a:lnTo>
                    <a:pt x="396670" y="668909"/>
                  </a:lnTo>
                  <a:lnTo>
                    <a:pt x="355724" y="662577"/>
                  </a:lnTo>
                  <a:lnTo>
                    <a:pt x="321525" y="645375"/>
                  </a:lnTo>
                  <a:lnTo>
                    <a:pt x="321327" y="645375"/>
                  </a:lnTo>
                  <a:lnTo>
                    <a:pt x="293858" y="619047"/>
                  </a:lnTo>
                  <a:lnTo>
                    <a:pt x="275004" y="586597"/>
                  </a:lnTo>
                  <a:lnTo>
                    <a:pt x="265580" y="550187"/>
                  </a:lnTo>
                  <a:lnTo>
                    <a:pt x="266618" y="512192"/>
                  </a:lnTo>
                  <a:lnTo>
                    <a:pt x="279152" y="474987"/>
                  </a:lnTo>
                  <a:lnTo>
                    <a:pt x="304214" y="440944"/>
                  </a:lnTo>
                  <a:lnTo>
                    <a:pt x="362586" y="406876"/>
                  </a:lnTo>
                  <a:lnTo>
                    <a:pt x="395243" y="401974"/>
                  </a:lnTo>
                  <a:lnTo>
                    <a:pt x="427912" y="401974"/>
                  </a:lnTo>
                  <a:lnTo>
                    <a:pt x="427912" y="372618"/>
                  </a:lnTo>
                  <a:close/>
                </a:path>
                <a:path w="678179" h="728980">
                  <a:moveTo>
                    <a:pt x="426769" y="665352"/>
                  </a:moveTo>
                  <a:lnTo>
                    <a:pt x="419619" y="666926"/>
                  </a:lnTo>
                  <a:lnTo>
                    <a:pt x="412148" y="668035"/>
                  </a:lnTo>
                  <a:lnTo>
                    <a:pt x="404463" y="668692"/>
                  </a:lnTo>
                  <a:lnTo>
                    <a:pt x="396670" y="668909"/>
                  </a:lnTo>
                  <a:lnTo>
                    <a:pt x="426769" y="668909"/>
                  </a:lnTo>
                  <a:lnTo>
                    <a:pt x="426769" y="665352"/>
                  </a:lnTo>
                  <a:close/>
                </a:path>
                <a:path w="678179" h="728980">
                  <a:moveTo>
                    <a:pt x="397813" y="424688"/>
                  </a:moveTo>
                  <a:lnTo>
                    <a:pt x="356935" y="432641"/>
                  </a:lnTo>
                  <a:lnTo>
                    <a:pt x="320343" y="457073"/>
                  </a:lnTo>
                  <a:lnTo>
                    <a:pt x="297463" y="488904"/>
                  </a:lnTo>
                  <a:lnTo>
                    <a:pt x="287837" y="522742"/>
                  </a:lnTo>
                  <a:lnTo>
                    <a:pt x="289821" y="556396"/>
                  </a:lnTo>
                  <a:lnTo>
                    <a:pt x="301767" y="587676"/>
                  </a:lnTo>
                  <a:lnTo>
                    <a:pt x="322029" y="614392"/>
                  </a:lnTo>
                  <a:lnTo>
                    <a:pt x="348960" y="634355"/>
                  </a:lnTo>
                  <a:lnTo>
                    <a:pt x="380916" y="645375"/>
                  </a:lnTo>
                  <a:lnTo>
                    <a:pt x="415935" y="645375"/>
                  </a:lnTo>
                  <a:lnTo>
                    <a:pt x="453312" y="631825"/>
                  </a:lnTo>
                  <a:lnTo>
                    <a:pt x="457461" y="628784"/>
                  </a:lnTo>
                  <a:lnTo>
                    <a:pt x="464504" y="623887"/>
                  </a:lnTo>
                  <a:lnTo>
                    <a:pt x="471761" y="618323"/>
                  </a:lnTo>
                  <a:lnTo>
                    <a:pt x="476553" y="613283"/>
                  </a:lnTo>
                  <a:lnTo>
                    <a:pt x="481502" y="608385"/>
                  </a:lnTo>
                  <a:lnTo>
                    <a:pt x="484645" y="604012"/>
                  </a:lnTo>
                  <a:lnTo>
                    <a:pt x="338885" y="604012"/>
                  </a:lnTo>
                  <a:lnTo>
                    <a:pt x="334313" y="599439"/>
                  </a:lnTo>
                  <a:lnTo>
                    <a:pt x="314811" y="569805"/>
                  </a:lnTo>
                  <a:lnTo>
                    <a:pt x="308310" y="535813"/>
                  </a:lnTo>
                  <a:lnTo>
                    <a:pt x="314811" y="501820"/>
                  </a:lnTo>
                  <a:lnTo>
                    <a:pt x="348110" y="460678"/>
                  </a:lnTo>
                  <a:lnTo>
                    <a:pt x="397813" y="445515"/>
                  </a:lnTo>
                  <a:lnTo>
                    <a:pt x="458569" y="445515"/>
                  </a:lnTo>
                  <a:lnTo>
                    <a:pt x="444228" y="434790"/>
                  </a:lnTo>
                  <a:lnTo>
                    <a:pt x="397813" y="424688"/>
                  </a:lnTo>
                  <a:close/>
                </a:path>
                <a:path w="678179" h="728980">
                  <a:moveTo>
                    <a:pt x="458569" y="445515"/>
                  </a:moveTo>
                  <a:lnTo>
                    <a:pt x="404798" y="445515"/>
                  </a:lnTo>
                  <a:lnTo>
                    <a:pt x="409497" y="450214"/>
                  </a:lnTo>
                  <a:lnTo>
                    <a:pt x="409497" y="462914"/>
                  </a:lnTo>
                  <a:lnTo>
                    <a:pt x="404798" y="468630"/>
                  </a:lnTo>
                  <a:lnTo>
                    <a:pt x="397813" y="468630"/>
                  </a:lnTo>
                  <a:lnTo>
                    <a:pt x="384911" y="469919"/>
                  </a:lnTo>
                  <a:lnTo>
                    <a:pt x="350442" y="488314"/>
                  </a:lnTo>
                  <a:lnTo>
                    <a:pt x="331395" y="535813"/>
                  </a:lnTo>
                  <a:lnTo>
                    <a:pt x="336155" y="560913"/>
                  </a:lnTo>
                  <a:lnTo>
                    <a:pt x="350442" y="583184"/>
                  </a:lnTo>
                  <a:lnTo>
                    <a:pt x="355141" y="587883"/>
                  </a:lnTo>
                  <a:lnTo>
                    <a:pt x="355141" y="594868"/>
                  </a:lnTo>
                  <a:lnTo>
                    <a:pt x="350442" y="599439"/>
                  </a:lnTo>
                  <a:lnTo>
                    <a:pt x="345870" y="604012"/>
                  </a:lnTo>
                  <a:lnTo>
                    <a:pt x="484645" y="604012"/>
                  </a:lnTo>
                  <a:lnTo>
                    <a:pt x="486904" y="600868"/>
                  </a:lnTo>
                  <a:lnTo>
                    <a:pt x="491448" y="593780"/>
                  </a:lnTo>
                  <a:lnTo>
                    <a:pt x="493825" y="590169"/>
                  </a:lnTo>
                  <a:lnTo>
                    <a:pt x="507943" y="544527"/>
                  </a:lnTo>
                  <a:lnTo>
                    <a:pt x="502347" y="499933"/>
                  </a:lnTo>
                  <a:lnTo>
                    <a:pt x="480091" y="461613"/>
                  </a:lnTo>
                  <a:lnTo>
                    <a:pt x="458569" y="445515"/>
                  </a:lnTo>
                  <a:close/>
                </a:path>
                <a:path w="678179" h="728980">
                  <a:moveTo>
                    <a:pt x="427912" y="401974"/>
                  </a:moveTo>
                  <a:lnTo>
                    <a:pt x="395243" y="401974"/>
                  </a:lnTo>
                  <a:lnTo>
                    <a:pt x="427912" y="405002"/>
                  </a:lnTo>
                  <a:lnTo>
                    <a:pt x="427912" y="401974"/>
                  </a:lnTo>
                  <a:close/>
                </a:path>
                <a:path w="678179" h="728980">
                  <a:moveTo>
                    <a:pt x="385113" y="236093"/>
                  </a:moveTo>
                  <a:lnTo>
                    <a:pt x="16305" y="236093"/>
                  </a:lnTo>
                  <a:lnTo>
                    <a:pt x="8425" y="238061"/>
                  </a:lnTo>
                  <a:lnTo>
                    <a:pt x="2700" y="243173"/>
                  </a:lnTo>
                  <a:lnTo>
                    <a:pt x="0" y="250237"/>
                  </a:lnTo>
                  <a:lnTo>
                    <a:pt x="1192" y="258063"/>
                  </a:lnTo>
                  <a:lnTo>
                    <a:pt x="32434" y="350647"/>
                  </a:lnTo>
                  <a:lnTo>
                    <a:pt x="423340" y="350647"/>
                  </a:lnTo>
                  <a:lnTo>
                    <a:pt x="385113" y="236093"/>
                  </a:lnTo>
                  <a:close/>
                </a:path>
                <a:path w="678179" h="728980">
                  <a:moveTo>
                    <a:pt x="661465" y="234950"/>
                  </a:moveTo>
                  <a:lnTo>
                    <a:pt x="500810" y="234950"/>
                  </a:lnTo>
                  <a:lnTo>
                    <a:pt x="456868" y="350647"/>
                  </a:lnTo>
                  <a:lnTo>
                    <a:pt x="641907" y="350647"/>
                  </a:lnTo>
                  <a:lnTo>
                    <a:pt x="677721" y="258063"/>
                  </a:lnTo>
                  <a:lnTo>
                    <a:pt x="677610" y="249576"/>
                  </a:lnTo>
                  <a:lnTo>
                    <a:pt x="674356" y="242173"/>
                  </a:lnTo>
                  <a:lnTo>
                    <a:pt x="668720" y="236936"/>
                  </a:lnTo>
                  <a:lnTo>
                    <a:pt x="661465" y="234950"/>
                  </a:lnTo>
                  <a:close/>
                </a:path>
                <a:path w="678179" h="728980">
                  <a:moveTo>
                    <a:pt x="614094" y="0"/>
                  </a:moveTo>
                  <a:lnTo>
                    <a:pt x="547038" y="0"/>
                  </a:lnTo>
                  <a:lnTo>
                    <a:pt x="541196" y="4572"/>
                  </a:lnTo>
                  <a:lnTo>
                    <a:pt x="541196" y="83312"/>
                  </a:lnTo>
                  <a:lnTo>
                    <a:pt x="512367" y="83312"/>
                  </a:lnTo>
                  <a:lnTo>
                    <a:pt x="506186" y="85066"/>
                  </a:lnTo>
                  <a:lnTo>
                    <a:pt x="502064" y="89534"/>
                  </a:lnTo>
                  <a:lnTo>
                    <a:pt x="500776" y="95527"/>
                  </a:lnTo>
                  <a:lnTo>
                    <a:pt x="503096" y="101853"/>
                  </a:lnTo>
                  <a:lnTo>
                    <a:pt x="571295" y="192150"/>
                  </a:lnTo>
                  <a:lnTo>
                    <a:pt x="575994" y="197865"/>
                  </a:lnTo>
                  <a:lnTo>
                    <a:pt x="585138" y="197865"/>
                  </a:lnTo>
                  <a:lnTo>
                    <a:pt x="589837" y="192150"/>
                  </a:lnTo>
                  <a:lnTo>
                    <a:pt x="658036" y="100711"/>
                  </a:lnTo>
                  <a:lnTo>
                    <a:pt x="660356" y="94384"/>
                  </a:lnTo>
                  <a:lnTo>
                    <a:pt x="659068" y="88392"/>
                  </a:lnTo>
                  <a:lnTo>
                    <a:pt x="654946" y="83923"/>
                  </a:lnTo>
                  <a:lnTo>
                    <a:pt x="648765" y="82169"/>
                  </a:lnTo>
                  <a:lnTo>
                    <a:pt x="618793" y="82169"/>
                  </a:lnTo>
                  <a:lnTo>
                    <a:pt x="618793" y="5842"/>
                  </a:lnTo>
                  <a:lnTo>
                    <a:pt x="614094" y="0"/>
                  </a:lnTo>
                  <a:close/>
                </a:path>
                <a:path w="678179" h="728980">
                  <a:moveTo>
                    <a:pt x="368984" y="0"/>
                  </a:moveTo>
                  <a:lnTo>
                    <a:pt x="303071" y="0"/>
                  </a:lnTo>
                  <a:lnTo>
                    <a:pt x="298372" y="4572"/>
                  </a:lnTo>
                  <a:lnTo>
                    <a:pt x="298372" y="83312"/>
                  </a:lnTo>
                  <a:lnTo>
                    <a:pt x="268400" y="83312"/>
                  </a:lnTo>
                  <a:lnTo>
                    <a:pt x="262219" y="85066"/>
                  </a:lnTo>
                  <a:lnTo>
                    <a:pt x="258097" y="89534"/>
                  </a:lnTo>
                  <a:lnTo>
                    <a:pt x="256809" y="95527"/>
                  </a:lnTo>
                  <a:lnTo>
                    <a:pt x="259129" y="101853"/>
                  </a:lnTo>
                  <a:lnTo>
                    <a:pt x="327328" y="192150"/>
                  </a:lnTo>
                  <a:lnTo>
                    <a:pt x="331900" y="197865"/>
                  </a:lnTo>
                  <a:lnTo>
                    <a:pt x="341171" y="197865"/>
                  </a:lnTo>
                  <a:lnTo>
                    <a:pt x="345870" y="192150"/>
                  </a:lnTo>
                  <a:lnTo>
                    <a:pt x="414069" y="100711"/>
                  </a:lnTo>
                  <a:lnTo>
                    <a:pt x="416335" y="94384"/>
                  </a:lnTo>
                  <a:lnTo>
                    <a:pt x="415053" y="88392"/>
                  </a:lnTo>
                  <a:lnTo>
                    <a:pt x="410962" y="83923"/>
                  </a:lnTo>
                  <a:lnTo>
                    <a:pt x="404798" y="82169"/>
                  </a:lnTo>
                  <a:lnTo>
                    <a:pt x="374699" y="82169"/>
                  </a:lnTo>
                  <a:lnTo>
                    <a:pt x="374699" y="5842"/>
                  </a:lnTo>
                  <a:lnTo>
                    <a:pt x="368984" y="0"/>
                  </a:lnTo>
                  <a:close/>
                </a:path>
                <a:path w="678179" h="728980">
                  <a:moveTo>
                    <a:pt x="125017" y="0"/>
                  </a:moveTo>
                  <a:lnTo>
                    <a:pt x="57961" y="0"/>
                  </a:lnTo>
                  <a:lnTo>
                    <a:pt x="53262" y="4572"/>
                  </a:lnTo>
                  <a:lnTo>
                    <a:pt x="53262" y="83312"/>
                  </a:lnTo>
                  <a:lnTo>
                    <a:pt x="23163" y="83312"/>
                  </a:lnTo>
                  <a:lnTo>
                    <a:pt x="17055" y="85066"/>
                  </a:lnTo>
                  <a:lnTo>
                    <a:pt x="12971" y="89534"/>
                  </a:lnTo>
                  <a:lnTo>
                    <a:pt x="11697" y="95527"/>
                  </a:lnTo>
                  <a:lnTo>
                    <a:pt x="14019" y="101853"/>
                  </a:lnTo>
                  <a:lnTo>
                    <a:pt x="83361" y="192150"/>
                  </a:lnTo>
                  <a:lnTo>
                    <a:pt x="87933" y="197865"/>
                  </a:lnTo>
                  <a:lnTo>
                    <a:pt x="97204" y="197865"/>
                  </a:lnTo>
                  <a:lnTo>
                    <a:pt x="101903" y="192150"/>
                  </a:lnTo>
                  <a:lnTo>
                    <a:pt x="170102" y="100711"/>
                  </a:lnTo>
                  <a:lnTo>
                    <a:pt x="172368" y="94384"/>
                  </a:lnTo>
                  <a:lnTo>
                    <a:pt x="171086" y="88392"/>
                  </a:lnTo>
                  <a:lnTo>
                    <a:pt x="166995" y="83923"/>
                  </a:lnTo>
                  <a:lnTo>
                    <a:pt x="160831" y="82169"/>
                  </a:lnTo>
                  <a:lnTo>
                    <a:pt x="130732" y="82169"/>
                  </a:lnTo>
                  <a:lnTo>
                    <a:pt x="130732" y="5842"/>
                  </a:lnTo>
                  <a:lnTo>
                    <a:pt x="125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838822" y="639191"/>
            <a:ext cx="792480" cy="803275"/>
            <a:chOff x="6838822" y="639191"/>
            <a:chExt cx="792480" cy="803275"/>
          </a:xfrm>
        </p:grpSpPr>
        <p:sp>
          <p:nvSpPr>
            <p:cNvPr id="9" name="object 9"/>
            <p:cNvSpPr/>
            <p:nvPr/>
          </p:nvSpPr>
          <p:spPr>
            <a:xfrm>
              <a:off x="7049515" y="639191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150" y="0"/>
                  </a:moveTo>
                  <a:lnTo>
                    <a:pt x="138612" y="2272"/>
                  </a:lnTo>
                  <a:lnTo>
                    <a:pt x="94360" y="8937"/>
                  </a:lnTo>
                  <a:lnTo>
                    <a:pt x="51633" y="19770"/>
                  </a:lnTo>
                  <a:lnTo>
                    <a:pt x="10667" y="34544"/>
                  </a:lnTo>
                  <a:lnTo>
                    <a:pt x="0" y="40259"/>
                  </a:lnTo>
                  <a:lnTo>
                    <a:pt x="15875" y="76835"/>
                  </a:lnTo>
                  <a:lnTo>
                    <a:pt x="26415" y="71247"/>
                  </a:lnTo>
                  <a:lnTo>
                    <a:pt x="63670" y="57753"/>
                  </a:lnTo>
                  <a:lnTo>
                    <a:pt x="102520" y="47879"/>
                  </a:lnTo>
                  <a:lnTo>
                    <a:pt x="142751" y="41814"/>
                  </a:lnTo>
                  <a:lnTo>
                    <a:pt x="184150" y="39750"/>
                  </a:lnTo>
                  <a:lnTo>
                    <a:pt x="225621" y="41814"/>
                  </a:lnTo>
                  <a:lnTo>
                    <a:pt x="265890" y="47878"/>
                  </a:lnTo>
                  <a:lnTo>
                    <a:pt x="304754" y="57753"/>
                  </a:lnTo>
                  <a:lnTo>
                    <a:pt x="342010" y="71247"/>
                  </a:lnTo>
                  <a:lnTo>
                    <a:pt x="356997" y="79248"/>
                  </a:lnTo>
                  <a:lnTo>
                    <a:pt x="371093" y="41656"/>
                  </a:lnTo>
                  <a:lnTo>
                    <a:pt x="357758" y="34544"/>
                  </a:lnTo>
                  <a:lnTo>
                    <a:pt x="316791" y="19770"/>
                  </a:lnTo>
                  <a:lnTo>
                    <a:pt x="274050" y="8937"/>
                  </a:lnTo>
                  <a:lnTo>
                    <a:pt x="229760" y="2272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8822" y="650240"/>
              <a:ext cx="792099" cy="7920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18451" y="723900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5" y="633729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29" y="316864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6721" y="839724"/>
              <a:ext cx="376555" cy="403860"/>
            </a:xfrm>
            <a:custGeom>
              <a:avLst/>
              <a:gdLst/>
              <a:ahLst/>
              <a:cxnLst/>
              <a:rect l="l" t="t" r="r" b="b"/>
              <a:pathLst>
                <a:path w="376554" h="403859">
                  <a:moveTo>
                    <a:pt x="280034" y="339978"/>
                  </a:moveTo>
                  <a:lnTo>
                    <a:pt x="278129" y="341884"/>
                  </a:lnTo>
                  <a:lnTo>
                    <a:pt x="275589" y="347090"/>
                  </a:lnTo>
                  <a:lnTo>
                    <a:pt x="265429" y="354711"/>
                  </a:lnTo>
                  <a:lnTo>
                    <a:pt x="310006" y="399414"/>
                  </a:lnTo>
                  <a:lnTo>
                    <a:pt x="313817" y="403351"/>
                  </a:lnTo>
                  <a:lnTo>
                    <a:pt x="320801" y="403351"/>
                  </a:lnTo>
                  <a:lnTo>
                    <a:pt x="324611" y="399414"/>
                  </a:lnTo>
                  <a:lnTo>
                    <a:pt x="328422" y="395604"/>
                  </a:lnTo>
                  <a:lnTo>
                    <a:pt x="328422" y="388620"/>
                  </a:lnTo>
                  <a:lnTo>
                    <a:pt x="280034" y="339978"/>
                  </a:lnTo>
                  <a:close/>
                </a:path>
                <a:path w="376554" h="403859">
                  <a:moveTo>
                    <a:pt x="352678" y="205739"/>
                  </a:moveTo>
                  <a:lnTo>
                    <a:pt x="250189" y="205739"/>
                  </a:lnTo>
                  <a:lnTo>
                    <a:pt x="250189" y="227584"/>
                  </a:lnTo>
                  <a:lnTo>
                    <a:pt x="274947" y="245298"/>
                  </a:lnTo>
                  <a:lnTo>
                    <a:pt x="290131" y="270430"/>
                  </a:lnTo>
                  <a:lnTo>
                    <a:pt x="294552" y="299539"/>
                  </a:lnTo>
                  <a:lnTo>
                    <a:pt x="287020" y="329184"/>
                  </a:lnTo>
                  <a:lnTo>
                    <a:pt x="336676" y="378967"/>
                  </a:lnTo>
                  <a:lnTo>
                    <a:pt x="337438" y="380873"/>
                  </a:lnTo>
                  <a:lnTo>
                    <a:pt x="348869" y="380873"/>
                  </a:lnTo>
                  <a:lnTo>
                    <a:pt x="352678" y="377063"/>
                  </a:lnTo>
                  <a:lnTo>
                    <a:pt x="352678" y="205739"/>
                  </a:lnTo>
                  <a:close/>
                </a:path>
                <a:path w="376554" h="403859">
                  <a:moveTo>
                    <a:pt x="254000" y="361696"/>
                  </a:moveTo>
                  <a:lnTo>
                    <a:pt x="252729" y="362330"/>
                  </a:lnTo>
                  <a:lnTo>
                    <a:pt x="251459" y="363092"/>
                  </a:lnTo>
                  <a:lnTo>
                    <a:pt x="250189" y="363727"/>
                  </a:lnTo>
                  <a:lnTo>
                    <a:pt x="250189" y="380238"/>
                  </a:lnTo>
                  <a:lnTo>
                    <a:pt x="272414" y="380238"/>
                  </a:lnTo>
                  <a:lnTo>
                    <a:pt x="254000" y="361696"/>
                  </a:lnTo>
                  <a:close/>
                </a:path>
                <a:path w="376554" h="403859">
                  <a:moveTo>
                    <a:pt x="237362" y="205739"/>
                  </a:moveTo>
                  <a:lnTo>
                    <a:pt x="20954" y="205739"/>
                  </a:lnTo>
                  <a:lnTo>
                    <a:pt x="20954" y="375792"/>
                  </a:lnTo>
                  <a:lnTo>
                    <a:pt x="24764" y="379602"/>
                  </a:lnTo>
                  <a:lnTo>
                    <a:pt x="236727" y="379602"/>
                  </a:lnTo>
                  <a:lnTo>
                    <a:pt x="236727" y="369442"/>
                  </a:lnTo>
                  <a:lnTo>
                    <a:pt x="220218" y="369442"/>
                  </a:lnTo>
                  <a:lnTo>
                    <a:pt x="178613" y="356330"/>
                  </a:lnTo>
                  <a:lnTo>
                    <a:pt x="153225" y="323977"/>
                  </a:lnTo>
                  <a:lnTo>
                    <a:pt x="148601" y="282860"/>
                  </a:lnTo>
                  <a:lnTo>
                    <a:pt x="169291" y="243459"/>
                  </a:lnTo>
                  <a:lnTo>
                    <a:pt x="184392" y="231826"/>
                  </a:lnTo>
                  <a:lnTo>
                    <a:pt x="201421" y="224694"/>
                  </a:lnTo>
                  <a:lnTo>
                    <a:pt x="219404" y="221992"/>
                  </a:lnTo>
                  <a:lnTo>
                    <a:pt x="237362" y="221992"/>
                  </a:lnTo>
                  <a:lnTo>
                    <a:pt x="237362" y="205739"/>
                  </a:lnTo>
                  <a:close/>
                </a:path>
                <a:path w="376554" h="403859">
                  <a:moveTo>
                    <a:pt x="236727" y="367538"/>
                  </a:moveTo>
                  <a:lnTo>
                    <a:pt x="231648" y="368808"/>
                  </a:lnTo>
                  <a:lnTo>
                    <a:pt x="225932" y="369442"/>
                  </a:lnTo>
                  <a:lnTo>
                    <a:pt x="236727" y="369442"/>
                  </a:lnTo>
                  <a:lnTo>
                    <a:pt x="236727" y="367538"/>
                  </a:lnTo>
                  <a:close/>
                </a:path>
                <a:path w="376554" h="403859">
                  <a:moveTo>
                    <a:pt x="220852" y="234568"/>
                  </a:moveTo>
                  <a:lnTo>
                    <a:pt x="178180" y="252475"/>
                  </a:lnTo>
                  <a:lnTo>
                    <a:pt x="160808" y="284947"/>
                  </a:lnTo>
                  <a:lnTo>
                    <a:pt x="164747" y="317906"/>
                  </a:lnTo>
                  <a:lnTo>
                    <a:pt x="184700" y="344281"/>
                  </a:lnTo>
                  <a:lnTo>
                    <a:pt x="215370" y="357002"/>
                  </a:lnTo>
                  <a:lnTo>
                    <a:pt x="251459" y="348996"/>
                  </a:lnTo>
                  <a:lnTo>
                    <a:pt x="252729" y="347725"/>
                  </a:lnTo>
                  <a:lnTo>
                    <a:pt x="262254" y="341884"/>
                  </a:lnTo>
                  <a:lnTo>
                    <a:pt x="264159" y="338709"/>
                  </a:lnTo>
                  <a:lnTo>
                    <a:pt x="267334" y="336803"/>
                  </a:lnTo>
                  <a:lnTo>
                    <a:pt x="269120" y="333628"/>
                  </a:lnTo>
                  <a:lnTo>
                    <a:pt x="188341" y="333628"/>
                  </a:lnTo>
                  <a:lnTo>
                    <a:pt x="185800" y="331088"/>
                  </a:lnTo>
                  <a:lnTo>
                    <a:pt x="175085" y="314702"/>
                  </a:lnTo>
                  <a:lnTo>
                    <a:pt x="171513" y="295910"/>
                  </a:lnTo>
                  <a:lnTo>
                    <a:pt x="175085" y="277117"/>
                  </a:lnTo>
                  <a:lnTo>
                    <a:pt x="201945" y="249856"/>
                  </a:lnTo>
                  <a:lnTo>
                    <a:pt x="220852" y="246125"/>
                  </a:lnTo>
                  <a:lnTo>
                    <a:pt x="254904" y="246125"/>
                  </a:lnTo>
                  <a:lnTo>
                    <a:pt x="251950" y="243105"/>
                  </a:lnTo>
                  <a:lnTo>
                    <a:pt x="220852" y="234568"/>
                  </a:lnTo>
                  <a:close/>
                </a:path>
                <a:path w="376554" h="403859">
                  <a:moveTo>
                    <a:pt x="254904" y="246125"/>
                  </a:moveTo>
                  <a:lnTo>
                    <a:pt x="224662" y="246125"/>
                  </a:lnTo>
                  <a:lnTo>
                    <a:pt x="227202" y="248665"/>
                  </a:lnTo>
                  <a:lnTo>
                    <a:pt x="227202" y="255650"/>
                  </a:lnTo>
                  <a:lnTo>
                    <a:pt x="224662" y="258825"/>
                  </a:lnTo>
                  <a:lnTo>
                    <a:pt x="220852" y="258825"/>
                  </a:lnTo>
                  <a:lnTo>
                    <a:pt x="213748" y="259532"/>
                  </a:lnTo>
                  <a:lnTo>
                    <a:pt x="184245" y="295910"/>
                  </a:lnTo>
                  <a:lnTo>
                    <a:pt x="186888" y="309788"/>
                  </a:lnTo>
                  <a:lnTo>
                    <a:pt x="194818" y="322072"/>
                  </a:lnTo>
                  <a:lnTo>
                    <a:pt x="197357" y="324738"/>
                  </a:lnTo>
                  <a:lnTo>
                    <a:pt x="197357" y="328549"/>
                  </a:lnTo>
                  <a:lnTo>
                    <a:pt x="192277" y="333628"/>
                  </a:lnTo>
                  <a:lnTo>
                    <a:pt x="269120" y="333628"/>
                  </a:lnTo>
                  <a:lnTo>
                    <a:pt x="273050" y="326643"/>
                  </a:lnTo>
                  <a:lnTo>
                    <a:pt x="273684" y="326009"/>
                  </a:lnTo>
                  <a:lnTo>
                    <a:pt x="281664" y="294469"/>
                  </a:lnTo>
                  <a:lnTo>
                    <a:pt x="273344" y="265041"/>
                  </a:lnTo>
                  <a:lnTo>
                    <a:pt x="270059" y="261619"/>
                  </a:lnTo>
                  <a:lnTo>
                    <a:pt x="254904" y="246125"/>
                  </a:lnTo>
                  <a:close/>
                </a:path>
                <a:path w="376554" h="403859">
                  <a:moveTo>
                    <a:pt x="237362" y="221992"/>
                  </a:moveTo>
                  <a:lnTo>
                    <a:pt x="219404" y="221992"/>
                  </a:lnTo>
                  <a:lnTo>
                    <a:pt x="237362" y="223647"/>
                  </a:lnTo>
                  <a:lnTo>
                    <a:pt x="237362" y="221992"/>
                  </a:lnTo>
                  <a:close/>
                </a:path>
                <a:path w="376554" h="403859">
                  <a:moveTo>
                    <a:pt x="213868" y="130428"/>
                  </a:moveTo>
                  <a:lnTo>
                    <a:pt x="4445" y="130428"/>
                  </a:lnTo>
                  <a:lnTo>
                    <a:pt x="0" y="136778"/>
                  </a:lnTo>
                  <a:lnTo>
                    <a:pt x="2539" y="142493"/>
                  </a:lnTo>
                  <a:lnTo>
                    <a:pt x="19684" y="193675"/>
                  </a:lnTo>
                  <a:lnTo>
                    <a:pt x="234823" y="193675"/>
                  </a:lnTo>
                  <a:lnTo>
                    <a:pt x="213868" y="130428"/>
                  </a:lnTo>
                  <a:close/>
                </a:path>
                <a:path w="376554" h="403859">
                  <a:moveTo>
                    <a:pt x="371728" y="129793"/>
                  </a:moveTo>
                  <a:lnTo>
                    <a:pt x="277495" y="129793"/>
                  </a:lnTo>
                  <a:lnTo>
                    <a:pt x="253364" y="193675"/>
                  </a:lnTo>
                  <a:lnTo>
                    <a:pt x="355219" y="193675"/>
                  </a:lnTo>
                  <a:lnTo>
                    <a:pt x="374903" y="142493"/>
                  </a:lnTo>
                  <a:lnTo>
                    <a:pt x="376174" y="136143"/>
                  </a:lnTo>
                  <a:lnTo>
                    <a:pt x="371728" y="129793"/>
                  </a:lnTo>
                  <a:close/>
                </a:path>
                <a:path w="376554" h="403859">
                  <a:moveTo>
                    <a:pt x="339978" y="0"/>
                  </a:moveTo>
                  <a:lnTo>
                    <a:pt x="303022" y="0"/>
                  </a:lnTo>
                  <a:lnTo>
                    <a:pt x="299847" y="2539"/>
                  </a:lnTo>
                  <a:lnTo>
                    <a:pt x="299847" y="45974"/>
                  </a:lnTo>
                  <a:lnTo>
                    <a:pt x="278764" y="45974"/>
                  </a:lnTo>
                  <a:lnTo>
                    <a:pt x="275589" y="51815"/>
                  </a:lnTo>
                  <a:lnTo>
                    <a:pt x="278764" y="56261"/>
                  </a:lnTo>
                  <a:lnTo>
                    <a:pt x="316356" y="106045"/>
                  </a:lnTo>
                  <a:lnTo>
                    <a:pt x="318897" y="109347"/>
                  </a:lnTo>
                  <a:lnTo>
                    <a:pt x="323976" y="109347"/>
                  </a:lnTo>
                  <a:lnTo>
                    <a:pt x="326517" y="106045"/>
                  </a:lnTo>
                  <a:lnTo>
                    <a:pt x="364108" y="55625"/>
                  </a:lnTo>
                  <a:lnTo>
                    <a:pt x="367283" y="51180"/>
                  </a:lnTo>
                  <a:lnTo>
                    <a:pt x="364108" y="45338"/>
                  </a:lnTo>
                  <a:lnTo>
                    <a:pt x="342519" y="45338"/>
                  </a:lnTo>
                  <a:lnTo>
                    <a:pt x="342519" y="3175"/>
                  </a:lnTo>
                  <a:lnTo>
                    <a:pt x="339978" y="0"/>
                  </a:lnTo>
                  <a:close/>
                </a:path>
                <a:path w="376554" h="403859">
                  <a:moveTo>
                    <a:pt x="204977" y="0"/>
                  </a:moveTo>
                  <a:lnTo>
                    <a:pt x="168655" y="0"/>
                  </a:lnTo>
                  <a:lnTo>
                    <a:pt x="166116" y="2539"/>
                  </a:lnTo>
                  <a:lnTo>
                    <a:pt x="166116" y="45974"/>
                  </a:lnTo>
                  <a:lnTo>
                    <a:pt x="144525" y="45974"/>
                  </a:lnTo>
                  <a:lnTo>
                    <a:pt x="141350" y="51815"/>
                  </a:lnTo>
                  <a:lnTo>
                    <a:pt x="144525" y="56261"/>
                  </a:lnTo>
                  <a:lnTo>
                    <a:pt x="181991" y="106045"/>
                  </a:lnTo>
                  <a:lnTo>
                    <a:pt x="184530" y="109347"/>
                  </a:lnTo>
                  <a:lnTo>
                    <a:pt x="189737" y="109347"/>
                  </a:lnTo>
                  <a:lnTo>
                    <a:pt x="192277" y="106045"/>
                  </a:lnTo>
                  <a:lnTo>
                    <a:pt x="229743" y="55625"/>
                  </a:lnTo>
                  <a:lnTo>
                    <a:pt x="232918" y="51180"/>
                  </a:lnTo>
                  <a:lnTo>
                    <a:pt x="229743" y="45338"/>
                  </a:lnTo>
                  <a:lnTo>
                    <a:pt x="208152" y="45338"/>
                  </a:lnTo>
                  <a:lnTo>
                    <a:pt x="208152" y="3175"/>
                  </a:lnTo>
                  <a:lnTo>
                    <a:pt x="204977" y="0"/>
                  </a:lnTo>
                  <a:close/>
                </a:path>
                <a:path w="376554" h="403859">
                  <a:moveTo>
                    <a:pt x="70611" y="0"/>
                  </a:moveTo>
                  <a:lnTo>
                    <a:pt x="33654" y="0"/>
                  </a:lnTo>
                  <a:lnTo>
                    <a:pt x="31114" y="2539"/>
                  </a:lnTo>
                  <a:lnTo>
                    <a:pt x="31114" y="45974"/>
                  </a:lnTo>
                  <a:lnTo>
                    <a:pt x="9525" y="45974"/>
                  </a:lnTo>
                  <a:lnTo>
                    <a:pt x="6350" y="51815"/>
                  </a:lnTo>
                  <a:lnTo>
                    <a:pt x="9525" y="56261"/>
                  </a:lnTo>
                  <a:lnTo>
                    <a:pt x="50292" y="109347"/>
                  </a:lnTo>
                  <a:lnTo>
                    <a:pt x="55372" y="109347"/>
                  </a:lnTo>
                  <a:lnTo>
                    <a:pt x="57911" y="106045"/>
                  </a:lnTo>
                  <a:lnTo>
                    <a:pt x="95503" y="55625"/>
                  </a:lnTo>
                  <a:lnTo>
                    <a:pt x="98678" y="51180"/>
                  </a:lnTo>
                  <a:lnTo>
                    <a:pt x="95503" y="45338"/>
                  </a:lnTo>
                  <a:lnTo>
                    <a:pt x="73786" y="45338"/>
                  </a:lnTo>
                  <a:lnTo>
                    <a:pt x="73786" y="3175"/>
                  </a:lnTo>
                  <a:lnTo>
                    <a:pt x="70611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907528" y="735583"/>
            <a:ext cx="3480435" cy="603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Product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Strategy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43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Depicting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strategic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importance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product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Add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38822" y="2240788"/>
            <a:ext cx="792480" cy="803275"/>
            <a:chOff x="6838822" y="2240788"/>
            <a:chExt cx="792480" cy="803275"/>
          </a:xfrm>
        </p:grpSpPr>
        <p:sp>
          <p:nvSpPr>
            <p:cNvPr id="15" name="object 15"/>
            <p:cNvSpPr/>
            <p:nvPr/>
          </p:nvSpPr>
          <p:spPr>
            <a:xfrm>
              <a:off x="7049515" y="2240788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150" y="0"/>
                  </a:moveTo>
                  <a:lnTo>
                    <a:pt x="138612" y="2272"/>
                  </a:lnTo>
                  <a:lnTo>
                    <a:pt x="94360" y="8937"/>
                  </a:lnTo>
                  <a:lnTo>
                    <a:pt x="51633" y="19770"/>
                  </a:lnTo>
                  <a:lnTo>
                    <a:pt x="10667" y="34544"/>
                  </a:lnTo>
                  <a:lnTo>
                    <a:pt x="0" y="40259"/>
                  </a:lnTo>
                  <a:lnTo>
                    <a:pt x="15875" y="76962"/>
                  </a:lnTo>
                  <a:lnTo>
                    <a:pt x="26415" y="71247"/>
                  </a:lnTo>
                  <a:lnTo>
                    <a:pt x="63670" y="57826"/>
                  </a:lnTo>
                  <a:lnTo>
                    <a:pt x="102520" y="47990"/>
                  </a:lnTo>
                  <a:lnTo>
                    <a:pt x="142751" y="41939"/>
                  </a:lnTo>
                  <a:lnTo>
                    <a:pt x="184150" y="39877"/>
                  </a:lnTo>
                  <a:lnTo>
                    <a:pt x="225621" y="41939"/>
                  </a:lnTo>
                  <a:lnTo>
                    <a:pt x="265890" y="47990"/>
                  </a:lnTo>
                  <a:lnTo>
                    <a:pt x="304754" y="57826"/>
                  </a:lnTo>
                  <a:lnTo>
                    <a:pt x="342010" y="71247"/>
                  </a:lnTo>
                  <a:lnTo>
                    <a:pt x="356997" y="79248"/>
                  </a:lnTo>
                  <a:lnTo>
                    <a:pt x="371093" y="41783"/>
                  </a:lnTo>
                  <a:lnTo>
                    <a:pt x="357758" y="34544"/>
                  </a:lnTo>
                  <a:lnTo>
                    <a:pt x="316791" y="19770"/>
                  </a:lnTo>
                  <a:lnTo>
                    <a:pt x="274050" y="8937"/>
                  </a:lnTo>
                  <a:lnTo>
                    <a:pt x="229760" y="2272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38822" y="2251837"/>
              <a:ext cx="792099" cy="7920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918451" y="2325497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5" y="633729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29" y="316864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025639" y="2447544"/>
              <a:ext cx="419100" cy="390525"/>
            </a:xfrm>
            <a:custGeom>
              <a:avLst/>
              <a:gdLst/>
              <a:ahLst/>
              <a:cxnLst/>
              <a:rect l="l" t="t" r="r" b="b"/>
              <a:pathLst>
                <a:path w="419100" h="390525">
                  <a:moveTo>
                    <a:pt x="32960" y="83946"/>
                  </a:moveTo>
                  <a:lnTo>
                    <a:pt x="15750" y="83946"/>
                  </a:lnTo>
                  <a:lnTo>
                    <a:pt x="17147" y="143890"/>
                  </a:lnTo>
                  <a:lnTo>
                    <a:pt x="17217" y="146891"/>
                  </a:lnTo>
                  <a:lnTo>
                    <a:pt x="17277" y="149478"/>
                  </a:lnTo>
                  <a:lnTo>
                    <a:pt x="17399" y="154685"/>
                  </a:lnTo>
                  <a:lnTo>
                    <a:pt x="53466" y="216915"/>
                  </a:lnTo>
                  <a:lnTo>
                    <a:pt x="58546" y="295275"/>
                  </a:lnTo>
                  <a:lnTo>
                    <a:pt x="0" y="349250"/>
                  </a:lnTo>
                  <a:lnTo>
                    <a:pt x="68325" y="390143"/>
                  </a:lnTo>
                  <a:lnTo>
                    <a:pt x="135889" y="290702"/>
                  </a:lnTo>
                  <a:lnTo>
                    <a:pt x="157099" y="243204"/>
                  </a:lnTo>
                  <a:lnTo>
                    <a:pt x="170188" y="225551"/>
                  </a:lnTo>
                  <a:lnTo>
                    <a:pt x="125221" y="225551"/>
                  </a:lnTo>
                  <a:lnTo>
                    <a:pt x="106679" y="217931"/>
                  </a:lnTo>
                  <a:lnTo>
                    <a:pt x="82423" y="191642"/>
                  </a:lnTo>
                  <a:lnTo>
                    <a:pt x="72770" y="182498"/>
                  </a:lnTo>
                  <a:lnTo>
                    <a:pt x="44957" y="153034"/>
                  </a:lnTo>
                  <a:lnTo>
                    <a:pt x="36702" y="98043"/>
                  </a:lnTo>
                  <a:lnTo>
                    <a:pt x="32960" y="83946"/>
                  </a:lnTo>
                  <a:close/>
                </a:path>
                <a:path w="419100" h="390525">
                  <a:moveTo>
                    <a:pt x="242824" y="179704"/>
                  </a:moveTo>
                  <a:lnTo>
                    <a:pt x="232155" y="180593"/>
                  </a:lnTo>
                  <a:lnTo>
                    <a:pt x="217296" y="182498"/>
                  </a:lnTo>
                  <a:lnTo>
                    <a:pt x="212923" y="192531"/>
                  </a:lnTo>
                  <a:lnTo>
                    <a:pt x="213131" y="192531"/>
                  </a:lnTo>
                  <a:lnTo>
                    <a:pt x="242696" y="217169"/>
                  </a:lnTo>
                  <a:lnTo>
                    <a:pt x="262000" y="243204"/>
                  </a:lnTo>
                  <a:lnTo>
                    <a:pt x="283209" y="290702"/>
                  </a:lnTo>
                  <a:lnTo>
                    <a:pt x="350774" y="390143"/>
                  </a:lnTo>
                  <a:lnTo>
                    <a:pt x="419100" y="349250"/>
                  </a:lnTo>
                  <a:lnTo>
                    <a:pt x="360552" y="295275"/>
                  </a:lnTo>
                  <a:lnTo>
                    <a:pt x="365073" y="225551"/>
                  </a:lnTo>
                  <a:lnTo>
                    <a:pt x="293877" y="225551"/>
                  </a:lnTo>
                  <a:lnTo>
                    <a:pt x="267334" y="196595"/>
                  </a:lnTo>
                  <a:lnTo>
                    <a:pt x="250951" y="185800"/>
                  </a:lnTo>
                  <a:lnTo>
                    <a:pt x="242824" y="179704"/>
                  </a:lnTo>
                  <a:close/>
                </a:path>
                <a:path w="419100" h="390525">
                  <a:moveTo>
                    <a:pt x="176275" y="179704"/>
                  </a:moveTo>
                  <a:lnTo>
                    <a:pt x="168148" y="185800"/>
                  </a:lnTo>
                  <a:lnTo>
                    <a:pt x="151764" y="196595"/>
                  </a:lnTo>
                  <a:lnTo>
                    <a:pt x="125221" y="225551"/>
                  </a:lnTo>
                  <a:lnTo>
                    <a:pt x="170188" y="225551"/>
                  </a:lnTo>
                  <a:lnTo>
                    <a:pt x="176402" y="217169"/>
                  </a:lnTo>
                  <a:lnTo>
                    <a:pt x="205968" y="192531"/>
                  </a:lnTo>
                  <a:lnTo>
                    <a:pt x="206176" y="192531"/>
                  </a:lnTo>
                  <a:lnTo>
                    <a:pt x="201802" y="182498"/>
                  </a:lnTo>
                  <a:lnTo>
                    <a:pt x="186943" y="180593"/>
                  </a:lnTo>
                  <a:lnTo>
                    <a:pt x="176275" y="179704"/>
                  </a:lnTo>
                  <a:close/>
                </a:path>
                <a:path w="419100" h="390525">
                  <a:moveTo>
                    <a:pt x="403349" y="83946"/>
                  </a:moveTo>
                  <a:lnTo>
                    <a:pt x="386139" y="83946"/>
                  </a:lnTo>
                  <a:lnTo>
                    <a:pt x="382396" y="98043"/>
                  </a:lnTo>
                  <a:lnTo>
                    <a:pt x="374141" y="153034"/>
                  </a:lnTo>
                  <a:lnTo>
                    <a:pt x="346328" y="182498"/>
                  </a:lnTo>
                  <a:lnTo>
                    <a:pt x="336676" y="191642"/>
                  </a:lnTo>
                  <a:lnTo>
                    <a:pt x="312419" y="217931"/>
                  </a:lnTo>
                  <a:lnTo>
                    <a:pt x="293877" y="225551"/>
                  </a:lnTo>
                  <a:lnTo>
                    <a:pt x="365073" y="225551"/>
                  </a:lnTo>
                  <a:lnTo>
                    <a:pt x="365567" y="217931"/>
                  </a:lnTo>
                  <a:lnTo>
                    <a:pt x="365632" y="216915"/>
                  </a:lnTo>
                  <a:lnTo>
                    <a:pt x="401700" y="154685"/>
                  </a:lnTo>
                  <a:lnTo>
                    <a:pt x="403349" y="83946"/>
                  </a:lnTo>
                  <a:close/>
                </a:path>
                <a:path w="419100" h="390525">
                  <a:moveTo>
                    <a:pt x="104775" y="137794"/>
                  </a:moveTo>
                  <a:lnTo>
                    <a:pt x="76961" y="177291"/>
                  </a:lnTo>
                  <a:lnTo>
                    <a:pt x="93599" y="192531"/>
                  </a:lnTo>
                  <a:lnTo>
                    <a:pt x="96579" y="187672"/>
                  </a:lnTo>
                  <a:lnTo>
                    <a:pt x="103155" y="176514"/>
                  </a:lnTo>
                  <a:lnTo>
                    <a:pt x="109779" y="164189"/>
                  </a:lnTo>
                  <a:lnTo>
                    <a:pt x="112902" y="155828"/>
                  </a:lnTo>
                  <a:lnTo>
                    <a:pt x="113410" y="143890"/>
                  </a:lnTo>
                  <a:lnTo>
                    <a:pt x="104775" y="137794"/>
                  </a:lnTo>
                  <a:close/>
                </a:path>
                <a:path w="419100" h="390525">
                  <a:moveTo>
                    <a:pt x="314325" y="137794"/>
                  </a:moveTo>
                  <a:lnTo>
                    <a:pt x="305688" y="143890"/>
                  </a:lnTo>
                  <a:lnTo>
                    <a:pt x="306078" y="153034"/>
                  </a:lnTo>
                  <a:lnTo>
                    <a:pt x="306196" y="155828"/>
                  </a:lnTo>
                  <a:lnTo>
                    <a:pt x="309320" y="164189"/>
                  </a:lnTo>
                  <a:lnTo>
                    <a:pt x="315944" y="176514"/>
                  </a:lnTo>
                  <a:lnTo>
                    <a:pt x="322520" y="187672"/>
                  </a:lnTo>
                  <a:lnTo>
                    <a:pt x="325500" y="192531"/>
                  </a:lnTo>
                  <a:lnTo>
                    <a:pt x="342137" y="177291"/>
                  </a:lnTo>
                  <a:lnTo>
                    <a:pt x="314325" y="137794"/>
                  </a:lnTo>
                  <a:close/>
                </a:path>
                <a:path w="419100" h="390525">
                  <a:moveTo>
                    <a:pt x="52069" y="104647"/>
                  </a:moveTo>
                  <a:lnTo>
                    <a:pt x="48640" y="149478"/>
                  </a:lnTo>
                  <a:lnTo>
                    <a:pt x="67817" y="167639"/>
                  </a:lnTo>
                  <a:lnTo>
                    <a:pt x="68270" y="161367"/>
                  </a:lnTo>
                  <a:lnTo>
                    <a:pt x="68837" y="149478"/>
                  </a:lnTo>
                  <a:lnTo>
                    <a:pt x="68800" y="130175"/>
                  </a:lnTo>
                  <a:lnTo>
                    <a:pt x="67076" y="119506"/>
                  </a:lnTo>
                  <a:lnTo>
                    <a:pt x="61721" y="107568"/>
                  </a:lnTo>
                  <a:lnTo>
                    <a:pt x="52069" y="104647"/>
                  </a:lnTo>
                  <a:close/>
                </a:path>
                <a:path w="419100" h="390525">
                  <a:moveTo>
                    <a:pt x="367029" y="104647"/>
                  </a:moveTo>
                  <a:lnTo>
                    <a:pt x="357377" y="107568"/>
                  </a:lnTo>
                  <a:lnTo>
                    <a:pt x="352023" y="119506"/>
                  </a:lnTo>
                  <a:lnTo>
                    <a:pt x="350299" y="130175"/>
                  </a:lnTo>
                  <a:lnTo>
                    <a:pt x="350262" y="149478"/>
                  </a:lnTo>
                  <a:lnTo>
                    <a:pt x="350829" y="161367"/>
                  </a:lnTo>
                  <a:lnTo>
                    <a:pt x="351281" y="167639"/>
                  </a:lnTo>
                  <a:lnTo>
                    <a:pt x="370458" y="149478"/>
                  </a:lnTo>
                  <a:lnTo>
                    <a:pt x="367029" y="104647"/>
                  </a:lnTo>
                  <a:close/>
                </a:path>
                <a:path w="419100" h="390525">
                  <a:moveTo>
                    <a:pt x="323595" y="82168"/>
                  </a:moveTo>
                  <a:lnTo>
                    <a:pt x="95503" y="82168"/>
                  </a:lnTo>
                  <a:lnTo>
                    <a:pt x="95376" y="130175"/>
                  </a:lnTo>
                  <a:lnTo>
                    <a:pt x="323723" y="130175"/>
                  </a:lnTo>
                  <a:lnTo>
                    <a:pt x="323694" y="119506"/>
                  </a:lnTo>
                  <a:lnTo>
                    <a:pt x="120650" y="119506"/>
                  </a:lnTo>
                  <a:lnTo>
                    <a:pt x="109474" y="108330"/>
                  </a:lnTo>
                  <a:lnTo>
                    <a:pt x="120650" y="97027"/>
                  </a:lnTo>
                  <a:lnTo>
                    <a:pt x="323635" y="97027"/>
                  </a:lnTo>
                  <a:lnTo>
                    <a:pt x="323595" y="82168"/>
                  </a:lnTo>
                  <a:close/>
                </a:path>
                <a:path w="419100" h="390525">
                  <a:moveTo>
                    <a:pt x="150240" y="97027"/>
                  </a:moveTo>
                  <a:lnTo>
                    <a:pt x="120650" y="97027"/>
                  </a:lnTo>
                  <a:lnTo>
                    <a:pt x="131825" y="108330"/>
                  </a:lnTo>
                  <a:lnTo>
                    <a:pt x="120650" y="119506"/>
                  </a:lnTo>
                  <a:lnTo>
                    <a:pt x="150240" y="119506"/>
                  </a:lnTo>
                  <a:lnTo>
                    <a:pt x="139064" y="108330"/>
                  </a:lnTo>
                  <a:lnTo>
                    <a:pt x="150240" y="97027"/>
                  </a:lnTo>
                  <a:close/>
                </a:path>
                <a:path w="419100" h="390525">
                  <a:moveTo>
                    <a:pt x="179704" y="97027"/>
                  </a:moveTo>
                  <a:lnTo>
                    <a:pt x="150240" y="97027"/>
                  </a:lnTo>
                  <a:lnTo>
                    <a:pt x="161416" y="108330"/>
                  </a:lnTo>
                  <a:lnTo>
                    <a:pt x="150240" y="119506"/>
                  </a:lnTo>
                  <a:lnTo>
                    <a:pt x="179704" y="119506"/>
                  </a:lnTo>
                  <a:lnTo>
                    <a:pt x="168528" y="108330"/>
                  </a:lnTo>
                  <a:lnTo>
                    <a:pt x="179704" y="97027"/>
                  </a:lnTo>
                  <a:close/>
                </a:path>
                <a:path w="419100" h="390525">
                  <a:moveTo>
                    <a:pt x="209550" y="97027"/>
                  </a:moveTo>
                  <a:lnTo>
                    <a:pt x="179704" y="97027"/>
                  </a:lnTo>
                  <a:lnTo>
                    <a:pt x="191007" y="108330"/>
                  </a:lnTo>
                  <a:lnTo>
                    <a:pt x="179704" y="119506"/>
                  </a:lnTo>
                  <a:lnTo>
                    <a:pt x="209550" y="119506"/>
                  </a:lnTo>
                  <a:lnTo>
                    <a:pt x="198374" y="108330"/>
                  </a:lnTo>
                  <a:lnTo>
                    <a:pt x="209550" y="97027"/>
                  </a:lnTo>
                  <a:close/>
                </a:path>
                <a:path w="419100" h="390525">
                  <a:moveTo>
                    <a:pt x="239394" y="97027"/>
                  </a:moveTo>
                  <a:lnTo>
                    <a:pt x="209550" y="97027"/>
                  </a:lnTo>
                  <a:lnTo>
                    <a:pt x="220725" y="108330"/>
                  </a:lnTo>
                  <a:lnTo>
                    <a:pt x="209550" y="119506"/>
                  </a:lnTo>
                  <a:lnTo>
                    <a:pt x="239394" y="119506"/>
                  </a:lnTo>
                  <a:lnTo>
                    <a:pt x="228091" y="108330"/>
                  </a:lnTo>
                  <a:lnTo>
                    <a:pt x="239394" y="97027"/>
                  </a:lnTo>
                  <a:close/>
                </a:path>
                <a:path w="419100" h="390525">
                  <a:moveTo>
                    <a:pt x="268858" y="97027"/>
                  </a:moveTo>
                  <a:lnTo>
                    <a:pt x="239394" y="97027"/>
                  </a:lnTo>
                  <a:lnTo>
                    <a:pt x="250570" y="108330"/>
                  </a:lnTo>
                  <a:lnTo>
                    <a:pt x="239394" y="119506"/>
                  </a:lnTo>
                  <a:lnTo>
                    <a:pt x="268858" y="119506"/>
                  </a:lnTo>
                  <a:lnTo>
                    <a:pt x="257682" y="108330"/>
                  </a:lnTo>
                  <a:lnTo>
                    <a:pt x="268858" y="97027"/>
                  </a:lnTo>
                  <a:close/>
                </a:path>
                <a:path w="419100" h="390525">
                  <a:moveTo>
                    <a:pt x="298450" y="97027"/>
                  </a:moveTo>
                  <a:lnTo>
                    <a:pt x="268858" y="97027"/>
                  </a:lnTo>
                  <a:lnTo>
                    <a:pt x="280161" y="108330"/>
                  </a:lnTo>
                  <a:lnTo>
                    <a:pt x="268858" y="119506"/>
                  </a:lnTo>
                  <a:lnTo>
                    <a:pt x="298450" y="119506"/>
                  </a:lnTo>
                  <a:lnTo>
                    <a:pt x="287274" y="108330"/>
                  </a:lnTo>
                  <a:lnTo>
                    <a:pt x="298450" y="97027"/>
                  </a:lnTo>
                  <a:close/>
                </a:path>
                <a:path w="419100" h="390525">
                  <a:moveTo>
                    <a:pt x="323635" y="97027"/>
                  </a:moveTo>
                  <a:lnTo>
                    <a:pt x="298450" y="97027"/>
                  </a:lnTo>
                  <a:lnTo>
                    <a:pt x="309625" y="108330"/>
                  </a:lnTo>
                  <a:lnTo>
                    <a:pt x="298450" y="119506"/>
                  </a:lnTo>
                  <a:lnTo>
                    <a:pt x="323694" y="119506"/>
                  </a:lnTo>
                  <a:lnTo>
                    <a:pt x="323635" y="97027"/>
                  </a:lnTo>
                  <a:close/>
                </a:path>
                <a:path w="419100" h="390525">
                  <a:moveTo>
                    <a:pt x="209168" y="30606"/>
                  </a:moveTo>
                  <a:lnTo>
                    <a:pt x="191617" y="51236"/>
                  </a:lnTo>
                  <a:lnTo>
                    <a:pt x="167909" y="67341"/>
                  </a:lnTo>
                  <a:lnTo>
                    <a:pt x="139178" y="77970"/>
                  </a:lnTo>
                  <a:lnTo>
                    <a:pt x="106552" y="82168"/>
                  </a:lnTo>
                  <a:lnTo>
                    <a:pt x="313562" y="82168"/>
                  </a:lnTo>
                  <a:lnTo>
                    <a:pt x="280677" y="77970"/>
                  </a:lnTo>
                  <a:lnTo>
                    <a:pt x="251364" y="67341"/>
                  </a:lnTo>
                  <a:lnTo>
                    <a:pt x="227052" y="51236"/>
                  </a:lnTo>
                  <a:lnTo>
                    <a:pt x="209168" y="30606"/>
                  </a:lnTo>
                  <a:close/>
                </a:path>
                <a:path w="419100" h="390525">
                  <a:moveTo>
                    <a:pt x="97154" y="54355"/>
                  </a:moveTo>
                  <a:lnTo>
                    <a:pt x="84200" y="67182"/>
                  </a:lnTo>
                  <a:lnTo>
                    <a:pt x="97154" y="80136"/>
                  </a:lnTo>
                  <a:lnTo>
                    <a:pt x="109981" y="67182"/>
                  </a:lnTo>
                  <a:lnTo>
                    <a:pt x="97154" y="54355"/>
                  </a:lnTo>
                  <a:close/>
                </a:path>
                <a:path w="419100" h="390525">
                  <a:moveTo>
                    <a:pt x="321944" y="54355"/>
                  </a:moveTo>
                  <a:lnTo>
                    <a:pt x="309117" y="67182"/>
                  </a:lnTo>
                  <a:lnTo>
                    <a:pt x="321944" y="80136"/>
                  </a:lnTo>
                  <a:lnTo>
                    <a:pt x="334899" y="67182"/>
                  </a:lnTo>
                  <a:lnTo>
                    <a:pt x="321944" y="54355"/>
                  </a:lnTo>
                  <a:close/>
                </a:path>
                <a:path w="419100" h="390525">
                  <a:moveTo>
                    <a:pt x="209550" y="0"/>
                  </a:moveTo>
                  <a:lnTo>
                    <a:pt x="196595" y="12953"/>
                  </a:lnTo>
                  <a:lnTo>
                    <a:pt x="209550" y="25780"/>
                  </a:lnTo>
                  <a:lnTo>
                    <a:pt x="222503" y="12953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07528" y="2337003"/>
            <a:ext cx="2110105" cy="603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Competitive</a:t>
            </a:r>
            <a:r>
              <a:rPr sz="1400" b="1" spc="-8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Advantage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435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Unique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offering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Value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money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38822" y="3814317"/>
            <a:ext cx="792480" cy="803275"/>
            <a:chOff x="6838822" y="3814317"/>
            <a:chExt cx="792480" cy="803275"/>
          </a:xfrm>
        </p:grpSpPr>
        <p:sp>
          <p:nvSpPr>
            <p:cNvPr id="21" name="object 21"/>
            <p:cNvSpPr/>
            <p:nvPr/>
          </p:nvSpPr>
          <p:spPr>
            <a:xfrm>
              <a:off x="7049515" y="3814317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150" y="0"/>
                  </a:moveTo>
                  <a:lnTo>
                    <a:pt x="138612" y="2272"/>
                  </a:lnTo>
                  <a:lnTo>
                    <a:pt x="94360" y="8937"/>
                  </a:lnTo>
                  <a:lnTo>
                    <a:pt x="51633" y="19770"/>
                  </a:lnTo>
                  <a:lnTo>
                    <a:pt x="10667" y="34543"/>
                  </a:lnTo>
                  <a:lnTo>
                    <a:pt x="0" y="40258"/>
                  </a:lnTo>
                  <a:lnTo>
                    <a:pt x="15875" y="76834"/>
                  </a:lnTo>
                  <a:lnTo>
                    <a:pt x="26415" y="71246"/>
                  </a:lnTo>
                  <a:lnTo>
                    <a:pt x="63670" y="57806"/>
                  </a:lnTo>
                  <a:lnTo>
                    <a:pt x="102520" y="47926"/>
                  </a:lnTo>
                  <a:lnTo>
                    <a:pt x="142751" y="41832"/>
                  </a:lnTo>
                  <a:lnTo>
                    <a:pt x="184150" y="39750"/>
                  </a:lnTo>
                  <a:lnTo>
                    <a:pt x="225621" y="41832"/>
                  </a:lnTo>
                  <a:lnTo>
                    <a:pt x="265890" y="47926"/>
                  </a:lnTo>
                  <a:lnTo>
                    <a:pt x="304754" y="57806"/>
                  </a:lnTo>
                  <a:lnTo>
                    <a:pt x="342010" y="71246"/>
                  </a:lnTo>
                  <a:lnTo>
                    <a:pt x="356997" y="79247"/>
                  </a:lnTo>
                  <a:lnTo>
                    <a:pt x="371093" y="41655"/>
                  </a:lnTo>
                  <a:lnTo>
                    <a:pt x="357758" y="34543"/>
                  </a:lnTo>
                  <a:lnTo>
                    <a:pt x="316791" y="19770"/>
                  </a:lnTo>
                  <a:lnTo>
                    <a:pt x="274050" y="8937"/>
                  </a:lnTo>
                  <a:lnTo>
                    <a:pt x="229760" y="2272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38822" y="3825366"/>
              <a:ext cx="792099" cy="7920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18451" y="3899026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29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5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5" y="633730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29" y="316865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7037922" y="4002023"/>
              <a:ext cx="393700" cy="428625"/>
            </a:xfrm>
            <a:custGeom>
              <a:avLst/>
              <a:gdLst/>
              <a:ahLst/>
              <a:cxnLst/>
              <a:rect l="l" t="t" r="r" b="b"/>
              <a:pathLst>
                <a:path w="393700" h="428625">
                  <a:moveTo>
                    <a:pt x="222413" y="96774"/>
                  </a:moveTo>
                  <a:lnTo>
                    <a:pt x="211237" y="96774"/>
                  </a:lnTo>
                  <a:lnTo>
                    <a:pt x="179138" y="106160"/>
                  </a:lnTo>
                  <a:lnTo>
                    <a:pt x="153897" y="126428"/>
                  </a:lnTo>
                  <a:lnTo>
                    <a:pt x="138085" y="154602"/>
                  </a:lnTo>
                  <a:lnTo>
                    <a:pt x="134275" y="187706"/>
                  </a:lnTo>
                  <a:lnTo>
                    <a:pt x="135135" y="194651"/>
                  </a:lnTo>
                  <a:lnTo>
                    <a:pt x="136577" y="201549"/>
                  </a:lnTo>
                  <a:lnTo>
                    <a:pt x="138615" y="208351"/>
                  </a:lnTo>
                  <a:lnTo>
                    <a:pt x="141260" y="215011"/>
                  </a:lnTo>
                  <a:lnTo>
                    <a:pt x="141641" y="215900"/>
                  </a:lnTo>
                  <a:lnTo>
                    <a:pt x="7910" y="373633"/>
                  </a:lnTo>
                  <a:lnTo>
                    <a:pt x="0" y="398780"/>
                  </a:lnTo>
                  <a:lnTo>
                    <a:pt x="798" y="406653"/>
                  </a:lnTo>
                  <a:lnTo>
                    <a:pt x="35596" y="428244"/>
                  </a:lnTo>
                  <a:lnTo>
                    <a:pt x="44359" y="427355"/>
                  </a:lnTo>
                  <a:lnTo>
                    <a:pt x="52360" y="423418"/>
                  </a:lnTo>
                  <a:lnTo>
                    <a:pt x="58075" y="416813"/>
                  </a:lnTo>
                  <a:lnTo>
                    <a:pt x="67748" y="405383"/>
                  </a:lnTo>
                  <a:lnTo>
                    <a:pt x="28103" y="405383"/>
                  </a:lnTo>
                  <a:lnTo>
                    <a:pt x="22896" y="400557"/>
                  </a:lnTo>
                  <a:lnTo>
                    <a:pt x="22388" y="394334"/>
                  </a:lnTo>
                  <a:lnTo>
                    <a:pt x="22007" y="387731"/>
                  </a:lnTo>
                  <a:lnTo>
                    <a:pt x="26833" y="382524"/>
                  </a:lnTo>
                  <a:lnTo>
                    <a:pt x="32929" y="382015"/>
                  </a:lnTo>
                  <a:lnTo>
                    <a:pt x="39533" y="381634"/>
                  </a:lnTo>
                  <a:lnTo>
                    <a:pt x="87844" y="381634"/>
                  </a:lnTo>
                  <a:lnTo>
                    <a:pt x="190155" y="260731"/>
                  </a:lnTo>
                  <a:lnTo>
                    <a:pt x="240090" y="260731"/>
                  </a:lnTo>
                  <a:lnTo>
                    <a:pt x="257436" y="255654"/>
                  </a:lnTo>
                  <a:lnTo>
                    <a:pt x="282691" y="235331"/>
                  </a:lnTo>
                  <a:lnTo>
                    <a:pt x="298413" y="207232"/>
                  </a:lnTo>
                  <a:lnTo>
                    <a:pt x="298540" y="207006"/>
                  </a:lnTo>
                  <a:lnTo>
                    <a:pt x="299603" y="197865"/>
                  </a:lnTo>
                  <a:lnTo>
                    <a:pt x="232446" y="197865"/>
                  </a:lnTo>
                  <a:lnTo>
                    <a:pt x="196251" y="167894"/>
                  </a:lnTo>
                  <a:lnTo>
                    <a:pt x="251369" y="103250"/>
                  </a:lnTo>
                  <a:lnTo>
                    <a:pt x="241616" y="99917"/>
                  </a:lnTo>
                  <a:lnTo>
                    <a:pt x="231637" y="97726"/>
                  </a:lnTo>
                  <a:lnTo>
                    <a:pt x="222413" y="96774"/>
                  </a:lnTo>
                  <a:close/>
                </a:path>
                <a:path w="393700" h="428625">
                  <a:moveTo>
                    <a:pt x="87844" y="381634"/>
                  </a:moveTo>
                  <a:lnTo>
                    <a:pt x="39533" y="381634"/>
                  </a:lnTo>
                  <a:lnTo>
                    <a:pt x="44867" y="386461"/>
                  </a:lnTo>
                  <a:lnTo>
                    <a:pt x="45172" y="391332"/>
                  </a:lnTo>
                  <a:lnTo>
                    <a:pt x="45248" y="392556"/>
                  </a:lnTo>
                  <a:lnTo>
                    <a:pt x="45684" y="397890"/>
                  </a:lnTo>
                  <a:lnTo>
                    <a:pt x="45756" y="398780"/>
                  </a:lnTo>
                  <a:lnTo>
                    <a:pt x="41311" y="404494"/>
                  </a:lnTo>
                  <a:lnTo>
                    <a:pt x="34707" y="404875"/>
                  </a:lnTo>
                  <a:lnTo>
                    <a:pt x="28103" y="405383"/>
                  </a:lnTo>
                  <a:lnTo>
                    <a:pt x="67748" y="405383"/>
                  </a:lnTo>
                  <a:lnTo>
                    <a:pt x="87844" y="381634"/>
                  </a:lnTo>
                  <a:close/>
                </a:path>
                <a:path w="393700" h="428625">
                  <a:moveTo>
                    <a:pt x="180884" y="292734"/>
                  </a:moveTo>
                  <a:lnTo>
                    <a:pt x="158913" y="319150"/>
                  </a:lnTo>
                  <a:lnTo>
                    <a:pt x="165898" y="321818"/>
                  </a:lnTo>
                  <a:lnTo>
                    <a:pt x="173391" y="323976"/>
                  </a:lnTo>
                  <a:lnTo>
                    <a:pt x="180884" y="325755"/>
                  </a:lnTo>
                  <a:lnTo>
                    <a:pt x="180884" y="356107"/>
                  </a:lnTo>
                  <a:lnTo>
                    <a:pt x="185329" y="360933"/>
                  </a:lnTo>
                  <a:lnTo>
                    <a:pt x="239812" y="360933"/>
                  </a:lnTo>
                  <a:lnTo>
                    <a:pt x="244765" y="356488"/>
                  </a:lnTo>
                  <a:lnTo>
                    <a:pt x="244765" y="324484"/>
                  </a:lnTo>
                  <a:lnTo>
                    <a:pt x="257826" y="320798"/>
                  </a:lnTo>
                  <a:lnTo>
                    <a:pt x="270102" y="316230"/>
                  </a:lnTo>
                  <a:lnTo>
                    <a:pt x="281806" y="310518"/>
                  </a:lnTo>
                  <a:lnTo>
                    <a:pt x="293152" y="303402"/>
                  </a:lnTo>
                  <a:lnTo>
                    <a:pt x="344968" y="303402"/>
                  </a:lnTo>
                  <a:lnTo>
                    <a:pt x="351191" y="297180"/>
                  </a:lnTo>
                  <a:lnTo>
                    <a:pt x="213015" y="297180"/>
                  </a:lnTo>
                  <a:lnTo>
                    <a:pt x="204762" y="296860"/>
                  </a:lnTo>
                  <a:lnTo>
                    <a:pt x="196616" y="295957"/>
                  </a:lnTo>
                  <a:lnTo>
                    <a:pt x="188637" y="294554"/>
                  </a:lnTo>
                  <a:lnTo>
                    <a:pt x="180884" y="292734"/>
                  </a:lnTo>
                  <a:close/>
                </a:path>
                <a:path w="393700" h="428625">
                  <a:moveTo>
                    <a:pt x="344968" y="303402"/>
                  </a:moveTo>
                  <a:lnTo>
                    <a:pt x="293152" y="303402"/>
                  </a:lnTo>
                  <a:lnTo>
                    <a:pt x="312964" y="323088"/>
                  </a:lnTo>
                  <a:lnTo>
                    <a:pt x="314234" y="324484"/>
                  </a:lnTo>
                  <a:lnTo>
                    <a:pt x="317282" y="326263"/>
                  </a:lnTo>
                  <a:lnTo>
                    <a:pt x="320838" y="326263"/>
                  </a:lnTo>
                  <a:lnTo>
                    <a:pt x="323505" y="324865"/>
                  </a:lnTo>
                  <a:lnTo>
                    <a:pt x="344968" y="303402"/>
                  </a:lnTo>
                  <a:close/>
                </a:path>
                <a:path w="393700" h="428625">
                  <a:moveTo>
                    <a:pt x="360052" y="69468"/>
                  </a:moveTo>
                  <a:lnTo>
                    <a:pt x="213015" y="69468"/>
                  </a:lnTo>
                  <a:lnTo>
                    <a:pt x="257410" y="78408"/>
                  </a:lnTo>
                  <a:lnTo>
                    <a:pt x="293660" y="102790"/>
                  </a:lnTo>
                  <a:lnTo>
                    <a:pt x="318100" y="138959"/>
                  </a:lnTo>
                  <a:lnTo>
                    <a:pt x="327061" y="183261"/>
                  </a:lnTo>
                  <a:lnTo>
                    <a:pt x="318100" y="227635"/>
                  </a:lnTo>
                  <a:lnTo>
                    <a:pt x="293660" y="263842"/>
                  </a:lnTo>
                  <a:lnTo>
                    <a:pt x="257410" y="288238"/>
                  </a:lnTo>
                  <a:lnTo>
                    <a:pt x="213015" y="297180"/>
                  </a:lnTo>
                  <a:lnTo>
                    <a:pt x="351191" y="297180"/>
                  </a:lnTo>
                  <a:lnTo>
                    <a:pt x="356906" y="291464"/>
                  </a:lnTo>
                  <a:lnTo>
                    <a:pt x="358303" y="290194"/>
                  </a:lnTo>
                  <a:lnTo>
                    <a:pt x="360081" y="287019"/>
                  </a:lnTo>
                  <a:lnTo>
                    <a:pt x="360081" y="282194"/>
                  </a:lnTo>
                  <a:lnTo>
                    <a:pt x="358684" y="280924"/>
                  </a:lnTo>
                  <a:lnTo>
                    <a:pt x="337094" y="259333"/>
                  </a:lnTo>
                  <a:lnTo>
                    <a:pt x="343397" y="248876"/>
                  </a:lnTo>
                  <a:lnTo>
                    <a:pt x="348461" y="237870"/>
                  </a:lnTo>
                  <a:lnTo>
                    <a:pt x="352382" y="226294"/>
                  </a:lnTo>
                  <a:lnTo>
                    <a:pt x="355255" y="214121"/>
                  </a:lnTo>
                  <a:lnTo>
                    <a:pt x="388275" y="214121"/>
                  </a:lnTo>
                  <a:lnTo>
                    <a:pt x="393101" y="209676"/>
                  </a:lnTo>
                  <a:lnTo>
                    <a:pt x="393101" y="159131"/>
                  </a:lnTo>
                  <a:lnTo>
                    <a:pt x="393482" y="157861"/>
                  </a:lnTo>
                  <a:lnTo>
                    <a:pt x="390434" y="153034"/>
                  </a:lnTo>
                  <a:lnTo>
                    <a:pt x="355636" y="153034"/>
                  </a:lnTo>
                  <a:lnTo>
                    <a:pt x="351949" y="139973"/>
                  </a:lnTo>
                  <a:lnTo>
                    <a:pt x="347381" y="127698"/>
                  </a:lnTo>
                  <a:lnTo>
                    <a:pt x="341670" y="115994"/>
                  </a:lnTo>
                  <a:lnTo>
                    <a:pt x="334554" y="104648"/>
                  </a:lnTo>
                  <a:lnTo>
                    <a:pt x="358684" y="80390"/>
                  </a:lnTo>
                  <a:lnTo>
                    <a:pt x="360081" y="79120"/>
                  </a:lnTo>
                  <a:lnTo>
                    <a:pt x="361859" y="76073"/>
                  </a:lnTo>
                  <a:lnTo>
                    <a:pt x="361859" y="71246"/>
                  </a:lnTo>
                  <a:lnTo>
                    <a:pt x="360462" y="69850"/>
                  </a:lnTo>
                  <a:lnTo>
                    <a:pt x="360052" y="69468"/>
                  </a:lnTo>
                  <a:close/>
                </a:path>
                <a:path w="393700" h="428625">
                  <a:moveTo>
                    <a:pt x="240090" y="260731"/>
                  </a:moveTo>
                  <a:lnTo>
                    <a:pt x="190155" y="260731"/>
                  </a:lnTo>
                  <a:lnTo>
                    <a:pt x="191425" y="261112"/>
                  </a:lnTo>
                  <a:lnTo>
                    <a:pt x="199778" y="263352"/>
                  </a:lnTo>
                  <a:lnTo>
                    <a:pt x="208237" y="264747"/>
                  </a:lnTo>
                  <a:lnTo>
                    <a:pt x="216768" y="265308"/>
                  </a:lnTo>
                  <a:lnTo>
                    <a:pt x="225334" y="265049"/>
                  </a:lnTo>
                  <a:lnTo>
                    <a:pt x="240090" y="260731"/>
                  </a:lnTo>
                  <a:close/>
                </a:path>
                <a:path w="393700" h="428625">
                  <a:moveTo>
                    <a:pt x="106970" y="28575"/>
                  </a:moveTo>
                  <a:lnTo>
                    <a:pt x="100747" y="28575"/>
                  </a:lnTo>
                  <a:lnTo>
                    <a:pt x="96302" y="31623"/>
                  </a:lnTo>
                  <a:lnTo>
                    <a:pt x="64679" y="63245"/>
                  </a:lnTo>
                  <a:lnTo>
                    <a:pt x="63409" y="64643"/>
                  </a:lnTo>
                  <a:lnTo>
                    <a:pt x="61631" y="67690"/>
                  </a:lnTo>
                  <a:lnTo>
                    <a:pt x="61631" y="70738"/>
                  </a:lnTo>
                  <a:lnTo>
                    <a:pt x="62901" y="73913"/>
                  </a:lnTo>
                  <a:lnTo>
                    <a:pt x="64679" y="75564"/>
                  </a:lnTo>
                  <a:lnTo>
                    <a:pt x="90587" y="101600"/>
                  </a:lnTo>
                  <a:lnTo>
                    <a:pt x="84061" y="113097"/>
                  </a:lnTo>
                  <a:lnTo>
                    <a:pt x="78284" y="125285"/>
                  </a:lnTo>
                  <a:lnTo>
                    <a:pt x="73389" y="138140"/>
                  </a:lnTo>
                  <a:lnTo>
                    <a:pt x="69505" y="151637"/>
                  </a:lnTo>
                  <a:lnTo>
                    <a:pt x="36104" y="151637"/>
                  </a:lnTo>
                  <a:lnTo>
                    <a:pt x="31151" y="156082"/>
                  </a:lnTo>
                  <a:lnTo>
                    <a:pt x="31151" y="210565"/>
                  </a:lnTo>
                  <a:lnTo>
                    <a:pt x="35596" y="215392"/>
                  </a:lnTo>
                  <a:lnTo>
                    <a:pt x="69124" y="215392"/>
                  </a:lnTo>
                  <a:lnTo>
                    <a:pt x="71716" y="226294"/>
                  </a:lnTo>
                  <a:lnTo>
                    <a:pt x="71807" y="226679"/>
                  </a:lnTo>
                  <a:lnTo>
                    <a:pt x="75728" y="237489"/>
                  </a:lnTo>
                  <a:lnTo>
                    <a:pt x="80411" y="247824"/>
                  </a:lnTo>
                  <a:lnTo>
                    <a:pt x="85380" y="257682"/>
                  </a:lnTo>
                  <a:lnTo>
                    <a:pt x="108748" y="229488"/>
                  </a:lnTo>
                  <a:lnTo>
                    <a:pt x="104595" y="218622"/>
                  </a:lnTo>
                  <a:lnTo>
                    <a:pt x="101525" y="207232"/>
                  </a:lnTo>
                  <a:lnTo>
                    <a:pt x="99622" y="195413"/>
                  </a:lnTo>
                  <a:lnTo>
                    <a:pt x="98969" y="183261"/>
                  </a:lnTo>
                  <a:lnTo>
                    <a:pt x="107931" y="138959"/>
                  </a:lnTo>
                  <a:lnTo>
                    <a:pt x="132370" y="102790"/>
                  </a:lnTo>
                  <a:lnTo>
                    <a:pt x="168621" y="78408"/>
                  </a:lnTo>
                  <a:lnTo>
                    <a:pt x="213015" y="69468"/>
                  </a:lnTo>
                  <a:lnTo>
                    <a:pt x="360052" y="69468"/>
                  </a:lnTo>
                  <a:lnTo>
                    <a:pt x="358684" y="68199"/>
                  </a:lnTo>
                  <a:lnTo>
                    <a:pt x="351221" y="60706"/>
                  </a:lnTo>
                  <a:lnTo>
                    <a:pt x="289215" y="60706"/>
                  </a:lnTo>
                  <a:lnTo>
                    <a:pt x="283942" y="57531"/>
                  </a:lnTo>
                  <a:lnTo>
                    <a:pt x="135926" y="57531"/>
                  </a:lnTo>
                  <a:lnTo>
                    <a:pt x="106970" y="28575"/>
                  </a:lnTo>
                  <a:close/>
                </a:path>
                <a:path w="393700" h="428625">
                  <a:moveTo>
                    <a:pt x="287437" y="132714"/>
                  </a:moveTo>
                  <a:lnTo>
                    <a:pt x="232446" y="197865"/>
                  </a:lnTo>
                  <a:lnTo>
                    <a:pt x="299603" y="197865"/>
                  </a:lnTo>
                  <a:lnTo>
                    <a:pt x="302423" y="173608"/>
                  </a:lnTo>
                  <a:lnTo>
                    <a:pt x="300725" y="162843"/>
                  </a:lnTo>
                  <a:lnTo>
                    <a:pt x="297693" y="152352"/>
                  </a:lnTo>
                  <a:lnTo>
                    <a:pt x="293279" y="142265"/>
                  </a:lnTo>
                  <a:lnTo>
                    <a:pt x="287437" y="132714"/>
                  </a:lnTo>
                  <a:close/>
                </a:path>
                <a:path w="393700" h="428625">
                  <a:moveTo>
                    <a:pt x="323886" y="33400"/>
                  </a:moveTo>
                  <a:lnTo>
                    <a:pt x="317790" y="33400"/>
                  </a:lnTo>
                  <a:lnTo>
                    <a:pt x="313345" y="36449"/>
                  </a:lnTo>
                  <a:lnTo>
                    <a:pt x="289215" y="60706"/>
                  </a:lnTo>
                  <a:lnTo>
                    <a:pt x="351221" y="60706"/>
                  </a:lnTo>
                  <a:lnTo>
                    <a:pt x="327061" y="36449"/>
                  </a:lnTo>
                  <a:lnTo>
                    <a:pt x="323886" y="33400"/>
                  </a:lnTo>
                  <a:close/>
                </a:path>
                <a:path w="393700" h="428625">
                  <a:moveTo>
                    <a:pt x="240701" y="0"/>
                  </a:moveTo>
                  <a:lnTo>
                    <a:pt x="186218" y="0"/>
                  </a:lnTo>
                  <a:lnTo>
                    <a:pt x="181265" y="4444"/>
                  </a:lnTo>
                  <a:lnTo>
                    <a:pt x="181265" y="39624"/>
                  </a:lnTo>
                  <a:lnTo>
                    <a:pt x="169091" y="42671"/>
                  </a:lnTo>
                  <a:lnTo>
                    <a:pt x="157500" y="46958"/>
                  </a:lnTo>
                  <a:lnTo>
                    <a:pt x="146457" y="52054"/>
                  </a:lnTo>
                  <a:lnTo>
                    <a:pt x="135926" y="57531"/>
                  </a:lnTo>
                  <a:lnTo>
                    <a:pt x="283942" y="57531"/>
                  </a:lnTo>
                  <a:lnTo>
                    <a:pt x="278704" y="54377"/>
                  </a:lnTo>
                  <a:lnTo>
                    <a:pt x="267800" y="49133"/>
                  </a:lnTo>
                  <a:lnTo>
                    <a:pt x="256586" y="44721"/>
                  </a:lnTo>
                  <a:lnTo>
                    <a:pt x="245146" y="40893"/>
                  </a:lnTo>
                  <a:lnTo>
                    <a:pt x="245146" y="4825"/>
                  </a:lnTo>
                  <a:lnTo>
                    <a:pt x="240701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07528" y="3911346"/>
            <a:ext cx="1748789" cy="60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b="1" dirty="0">
                <a:latin typeface="Century Gothic"/>
                <a:cs typeface="Century Gothic"/>
              </a:rPr>
              <a:t>Technical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Feasibility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430"/>
              </a:lnSpc>
              <a:buChar char="•"/>
              <a:tabLst>
                <a:tab pos="194945" algn="l"/>
              </a:tabLst>
            </a:pP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Complexity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Technical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gap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38822" y="5387847"/>
            <a:ext cx="792480" cy="803275"/>
            <a:chOff x="6838822" y="5387847"/>
            <a:chExt cx="792480" cy="803275"/>
          </a:xfrm>
        </p:grpSpPr>
        <p:sp>
          <p:nvSpPr>
            <p:cNvPr id="27" name="object 27"/>
            <p:cNvSpPr/>
            <p:nvPr/>
          </p:nvSpPr>
          <p:spPr>
            <a:xfrm>
              <a:off x="7049515" y="5387847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150" y="0"/>
                  </a:moveTo>
                  <a:lnTo>
                    <a:pt x="138612" y="2272"/>
                  </a:lnTo>
                  <a:lnTo>
                    <a:pt x="94360" y="8937"/>
                  </a:lnTo>
                  <a:lnTo>
                    <a:pt x="51633" y="19770"/>
                  </a:lnTo>
                  <a:lnTo>
                    <a:pt x="10667" y="34543"/>
                  </a:lnTo>
                  <a:lnTo>
                    <a:pt x="0" y="40258"/>
                  </a:lnTo>
                  <a:lnTo>
                    <a:pt x="15875" y="76834"/>
                  </a:lnTo>
                  <a:lnTo>
                    <a:pt x="26415" y="71246"/>
                  </a:lnTo>
                  <a:lnTo>
                    <a:pt x="63670" y="57753"/>
                  </a:lnTo>
                  <a:lnTo>
                    <a:pt x="102520" y="47878"/>
                  </a:lnTo>
                  <a:lnTo>
                    <a:pt x="142751" y="41814"/>
                  </a:lnTo>
                  <a:lnTo>
                    <a:pt x="184150" y="39750"/>
                  </a:lnTo>
                  <a:lnTo>
                    <a:pt x="225621" y="41814"/>
                  </a:lnTo>
                  <a:lnTo>
                    <a:pt x="265890" y="47878"/>
                  </a:lnTo>
                  <a:lnTo>
                    <a:pt x="304754" y="57753"/>
                  </a:lnTo>
                  <a:lnTo>
                    <a:pt x="342010" y="71246"/>
                  </a:lnTo>
                  <a:lnTo>
                    <a:pt x="356997" y="79247"/>
                  </a:lnTo>
                  <a:lnTo>
                    <a:pt x="371093" y="41655"/>
                  </a:lnTo>
                  <a:lnTo>
                    <a:pt x="357758" y="34543"/>
                  </a:lnTo>
                  <a:lnTo>
                    <a:pt x="316791" y="19770"/>
                  </a:lnTo>
                  <a:lnTo>
                    <a:pt x="274050" y="8937"/>
                  </a:lnTo>
                  <a:lnTo>
                    <a:pt x="229760" y="2272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38822" y="5398769"/>
              <a:ext cx="792099" cy="7921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918451" y="5472556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29">
                  <a:moveTo>
                    <a:pt x="316865" y="0"/>
                  </a:moveTo>
                  <a:lnTo>
                    <a:pt x="270039" y="3434"/>
                  </a:lnTo>
                  <a:lnTo>
                    <a:pt x="225347" y="13412"/>
                  </a:lnTo>
                  <a:lnTo>
                    <a:pt x="183279" y="29444"/>
                  </a:lnTo>
                  <a:lnTo>
                    <a:pt x="144325" y="51039"/>
                  </a:lnTo>
                  <a:lnTo>
                    <a:pt x="108975" y="77707"/>
                  </a:lnTo>
                  <a:lnTo>
                    <a:pt x="77719" y="108959"/>
                  </a:lnTo>
                  <a:lnTo>
                    <a:pt x="51047" y="144304"/>
                  </a:lnTo>
                  <a:lnTo>
                    <a:pt x="29449" y="183254"/>
                  </a:lnTo>
                  <a:lnTo>
                    <a:pt x="13415" y="225317"/>
                  </a:lnTo>
                  <a:lnTo>
                    <a:pt x="3435" y="270005"/>
                  </a:lnTo>
                  <a:lnTo>
                    <a:pt x="0" y="316826"/>
                  </a:lnTo>
                  <a:lnTo>
                    <a:pt x="3435" y="363649"/>
                  </a:lnTo>
                  <a:lnTo>
                    <a:pt x="13415" y="408338"/>
                  </a:lnTo>
                  <a:lnTo>
                    <a:pt x="29449" y="450404"/>
                  </a:lnTo>
                  <a:lnTo>
                    <a:pt x="51047" y="489356"/>
                  </a:lnTo>
                  <a:lnTo>
                    <a:pt x="77719" y="524705"/>
                  </a:lnTo>
                  <a:lnTo>
                    <a:pt x="108975" y="555960"/>
                  </a:lnTo>
                  <a:lnTo>
                    <a:pt x="144325" y="582632"/>
                  </a:lnTo>
                  <a:lnTo>
                    <a:pt x="183279" y="604230"/>
                  </a:lnTo>
                  <a:lnTo>
                    <a:pt x="225347" y="620264"/>
                  </a:lnTo>
                  <a:lnTo>
                    <a:pt x="270039" y="630243"/>
                  </a:lnTo>
                  <a:lnTo>
                    <a:pt x="316865" y="633679"/>
                  </a:lnTo>
                  <a:lnTo>
                    <a:pt x="363690" y="630243"/>
                  </a:lnTo>
                  <a:lnTo>
                    <a:pt x="408382" y="620264"/>
                  </a:lnTo>
                  <a:lnTo>
                    <a:pt x="450450" y="604230"/>
                  </a:lnTo>
                  <a:lnTo>
                    <a:pt x="489404" y="582632"/>
                  </a:lnTo>
                  <a:lnTo>
                    <a:pt x="524754" y="555960"/>
                  </a:lnTo>
                  <a:lnTo>
                    <a:pt x="556010" y="524705"/>
                  </a:lnTo>
                  <a:lnTo>
                    <a:pt x="582682" y="489356"/>
                  </a:lnTo>
                  <a:lnTo>
                    <a:pt x="604280" y="450404"/>
                  </a:lnTo>
                  <a:lnTo>
                    <a:pt x="620314" y="408338"/>
                  </a:lnTo>
                  <a:lnTo>
                    <a:pt x="630294" y="363649"/>
                  </a:lnTo>
                  <a:lnTo>
                    <a:pt x="633729" y="316826"/>
                  </a:lnTo>
                  <a:lnTo>
                    <a:pt x="630294" y="270005"/>
                  </a:lnTo>
                  <a:lnTo>
                    <a:pt x="620314" y="225317"/>
                  </a:lnTo>
                  <a:lnTo>
                    <a:pt x="604280" y="183254"/>
                  </a:lnTo>
                  <a:lnTo>
                    <a:pt x="582682" y="144304"/>
                  </a:lnTo>
                  <a:lnTo>
                    <a:pt x="556010" y="108959"/>
                  </a:lnTo>
                  <a:lnTo>
                    <a:pt x="524754" y="77707"/>
                  </a:lnTo>
                  <a:lnTo>
                    <a:pt x="489404" y="51039"/>
                  </a:lnTo>
                  <a:lnTo>
                    <a:pt x="450450" y="29444"/>
                  </a:lnTo>
                  <a:lnTo>
                    <a:pt x="408382" y="13412"/>
                  </a:lnTo>
                  <a:lnTo>
                    <a:pt x="363690" y="3434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046975" y="5603747"/>
              <a:ext cx="376555" cy="372110"/>
            </a:xfrm>
            <a:custGeom>
              <a:avLst/>
              <a:gdLst/>
              <a:ahLst/>
              <a:cxnLst/>
              <a:rect l="l" t="t" r="r" b="b"/>
              <a:pathLst>
                <a:path w="376554" h="372110">
                  <a:moveTo>
                    <a:pt x="12192" y="0"/>
                  </a:moveTo>
                  <a:lnTo>
                    <a:pt x="0" y="0"/>
                  </a:lnTo>
                  <a:lnTo>
                    <a:pt x="0" y="371855"/>
                  </a:lnTo>
                  <a:lnTo>
                    <a:pt x="370331" y="371855"/>
                  </a:lnTo>
                  <a:lnTo>
                    <a:pt x="370331" y="359663"/>
                  </a:lnTo>
                  <a:lnTo>
                    <a:pt x="12192" y="359663"/>
                  </a:lnTo>
                  <a:lnTo>
                    <a:pt x="12192" y="0"/>
                  </a:lnTo>
                  <a:close/>
                </a:path>
                <a:path w="376554" h="372110">
                  <a:moveTo>
                    <a:pt x="295051" y="287299"/>
                  </a:moveTo>
                  <a:lnTo>
                    <a:pt x="80645" y="287299"/>
                  </a:lnTo>
                  <a:lnTo>
                    <a:pt x="82423" y="291426"/>
                  </a:lnTo>
                  <a:lnTo>
                    <a:pt x="114760" y="325653"/>
                  </a:lnTo>
                  <a:lnTo>
                    <a:pt x="151765" y="335279"/>
                  </a:lnTo>
                  <a:lnTo>
                    <a:pt x="224663" y="335279"/>
                  </a:lnTo>
                  <a:lnTo>
                    <a:pt x="243684" y="332797"/>
                  </a:lnTo>
                  <a:lnTo>
                    <a:pt x="243823" y="332797"/>
                  </a:lnTo>
                  <a:lnTo>
                    <a:pt x="261521" y="325653"/>
                  </a:lnTo>
                  <a:lnTo>
                    <a:pt x="262645" y="324853"/>
                  </a:lnTo>
                  <a:lnTo>
                    <a:pt x="276977" y="314298"/>
                  </a:lnTo>
                  <a:lnTo>
                    <a:pt x="289305" y="299186"/>
                  </a:lnTo>
                  <a:lnTo>
                    <a:pt x="295051" y="287299"/>
                  </a:lnTo>
                  <a:close/>
                </a:path>
                <a:path w="376554" h="372110">
                  <a:moveTo>
                    <a:pt x="236727" y="109727"/>
                  </a:moveTo>
                  <a:lnTo>
                    <a:pt x="139700" y="109727"/>
                  </a:lnTo>
                  <a:lnTo>
                    <a:pt x="139700" y="114172"/>
                  </a:lnTo>
                  <a:lnTo>
                    <a:pt x="80645" y="215125"/>
                  </a:lnTo>
                  <a:lnTo>
                    <a:pt x="80645" y="215734"/>
                  </a:lnTo>
                  <a:lnTo>
                    <a:pt x="75793" y="230017"/>
                  </a:lnTo>
                  <a:lnTo>
                    <a:pt x="73453" y="244813"/>
                  </a:lnTo>
                  <a:lnTo>
                    <a:pt x="73641" y="258308"/>
                  </a:lnTo>
                  <a:lnTo>
                    <a:pt x="73661" y="259792"/>
                  </a:lnTo>
                  <a:lnTo>
                    <a:pt x="76453" y="274624"/>
                  </a:lnTo>
                  <a:lnTo>
                    <a:pt x="26034" y="324853"/>
                  </a:lnTo>
                  <a:lnTo>
                    <a:pt x="34671" y="333514"/>
                  </a:lnTo>
                  <a:lnTo>
                    <a:pt x="80645" y="287299"/>
                  </a:lnTo>
                  <a:lnTo>
                    <a:pt x="295051" y="287299"/>
                  </a:lnTo>
                  <a:lnTo>
                    <a:pt x="298838" y="279464"/>
                  </a:lnTo>
                  <a:lnTo>
                    <a:pt x="303180" y="258308"/>
                  </a:lnTo>
                  <a:lnTo>
                    <a:pt x="302236" y="236728"/>
                  </a:lnTo>
                  <a:lnTo>
                    <a:pt x="295909" y="215734"/>
                  </a:lnTo>
                  <a:lnTo>
                    <a:pt x="242824" y="124485"/>
                  </a:lnTo>
                  <a:lnTo>
                    <a:pt x="253987" y="113322"/>
                  </a:lnTo>
                  <a:lnTo>
                    <a:pt x="236727" y="113322"/>
                  </a:lnTo>
                  <a:lnTo>
                    <a:pt x="236727" y="109727"/>
                  </a:lnTo>
                  <a:close/>
                </a:path>
                <a:path w="376554" h="372110">
                  <a:moveTo>
                    <a:pt x="272376" y="112293"/>
                  </a:moveTo>
                  <a:lnTo>
                    <a:pt x="255016" y="112293"/>
                  </a:lnTo>
                  <a:lnTo>
                    <a:pt x="285369" y="143078"/>
                  </a:lnTo>
                  <a:lnTo>
                    <a:pt x="300989" y="125209"/>
                  </a:lnTo>
                  <a:lnTo>
                    <a:pt x="285369" y="125209"/>
                  </a:lnTo>
                  <a:lnTo>
                    <a:pt x="272376" y="112293"/>
                  </a:lnTo>
                  <a:close/>
                </a:path>
                <a:path w="376554" h="372110">
                  <a:moveTo>
                    <a:pt x="376427" y="30479"/>
                  </a:moveTo>
                  <a:lnTo>
                    <a:pt x="327914" y="30479"/>
                  </a:lnTo>
                  <a:lnTo>
                    <a:pt x="327914" y="42671"/>
                  </a:lnTo>
                  <a:lnTo>
                    <a:pt x="356997" y="42671"/>
                  </a:lnTo>
                  <a:lnTo>
                    <a:pt x="285369" y="125209"/>
                  </a:lnTo>
                  <a:lnTo>
                    <a:pt x="300989" y="125209"/>
                  </a:lnTo>
                  <a:lnTo>
                    <a:pt x="364235" y="52857"/>
                  </a:lnTo>
                  <a:lnTo>
                    <a:pt x="376427" y="52857"/>
                  </a:lnTo>
                  <a:lnTo>
                    <a:pt x="376427" y="30479"/>
                  </a:lnTo>
                  <a:close/>
                </a:path>
                <a:path w="376554" h="372110">
                  <a:moveTo>
                    <a:pt x="255016" y="95034"/>
                  </a:moveTo>
                  <a:lnTo>
                    <a:pt x="236727" y="113322"/>
                  </a:lnTo>
                  <a:lnTo>
                    <a:pt x="253987" y="113322"/>
                  </a:lnTo>
                  <a:lnTo>
                    <a:pt x="255016" y="112293"/>
                  </a:lnTo>
                  <a:lnTo>
                    <a:pt x="272376" y="112293"/>
                  </a:lnTo>
                  <a:lnTo>
                    <a:pt x="255016" y="95034"/>
                  </a:lnTo>
                  <a:close/>
                </a:path>
                <a:path w="376554" h="372110">
                  <a:moveTo>
                    <a:pt x="155749" y="38753"/>
                  </a:moveTo>
                  <a:lnTo>
                    <a:pt x="153555" y="38753"/>
                  </a:lnTo>
                  <a:lnTo>
                    <a:pt x="143795" y="38955"/>
                  </a:lnTo>
                  <a:lnTo>
                    <a:pt x="134655" y="41580"/>
                  </a:lnTo>
                  <a:lnTo>
                    <a:pt x="130682" y="43408"/>
                  </a:lnTo>
                  <a:lnTo>
                    <a:pt x="126492" y="45719"/>
                  </a:lnTo>
                  <a:lnTo>
                    <a:pt x="139700" y="92290"/>
                  </a:lnTo>
                  <a:lnTo>
                    <a:pt x="139700" y="97535"/>
                  </a:lnTo>
                  <a:lnTo>
                    <a:pt x="236727" y="97535"/>
                  </a:lnTo>
                  <a:lnTo>
                    <a:pt x="236727" y="92290"/>
                  </a:lnTo>
                  <a:lnTo>
                    <a:pt x="248373" y="51531"/>
                  </a:lnTo>
                  <a:lnTo>
                    <a:pt x="191698" y="51531"/>
                  </a:lnTo>
                  <a:lnTo>
                    <a:pt x="181451" y="51182"/>
                  </a:lnTo>
                  <a:lnTo>
                    <a:pt x="172870" y="47464"/>
                  </a:lnTo>
                  <a:lnTo>
                    <a:pt x="167767" y="44018"/>
                  </a:lnTo>
                  <a:lnTo>
                    <a:pt x="155749" y="38753"/>
                  </a:lnTo>
                  <a:close/>
                </a:path>
                <a:path w="376554" h="372110">
                  <a:moveTo>
                    <a:pt x="376427" y="52857"/>
                  </a:moveTo>
                  <a:lnTo>
                    <a:pt x="364235" y="52857"/>
                  </a:lnTo>
                  <a:lnTo>
                    <a:pt x="364235" y="79247"/>
                  </a:lnTo>
                  <a:lnTo>
                    <a:pt x="376427" y="79247"/>
                  </a:lnTo>
                  <a:lnTo>
                    <a:pt x="376427" y="52857"/>
                  </a:lnTo>
                  <a:close/>
                </a:path>
                <a:path w="376554" h="372110">
                  <a:moveTo>
                    <a:pt x="228428" y="38753"/>
                  </a:moveTo>
                  <a:lnTo>
                    <a:pt x="215088" y="38753"/>
                  </a:lnTo>
                  <a:lnTo>
                    <a:pt x="202692" y="44018"/>
                  </a:lnTo>
                  <a:lnTo>
                    <a:pt x="201802" y="44869"/>
                  </a:lnTo>
                  <a:lnTo>
                    <a:pt x="191698" y="51531"/>
                  </a:lnTo>
                  <a:lnTo>
                    <a:pt x="248373" y="51531"/>
                  </a:lnTo>
                  <a:lnTo>
                    <a:pt x="250190" y="45173"/>
                  </a:lnTo>
                  <a:lnTo>
                    <a:pt x="245109" y="43103"/>
                  </a:lnTo>
                  <a:lnTo>
                    <a:pt x="239357" y="41124"/>
                  </a:lnTo>
                  <a:lnTo>
                    <a:pt x="228428" y="3875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07528" y="5484977"/>
            <a:ext cx="1675764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sz="1400" b="1" dirty="0">
                <a:latin typeface="Century Gothic"/>
                <a:cs typeface="Century Gothic"/>
              </a:rPr>
              <a:t>Product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Profitability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43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Return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on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Investment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Payback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Period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167127"/>
            <a:ext cx="6096000" cy="422275"/>
          </a:xfrm>
          <a:custGeom>
            <a:avLst/>
            <a:gdLst/>
            <a:ahLst/>
            <a:cxnLst/>
            <a:rect l="l" t="t" r="r" b="b"/>
            <a:pathLst>
              <a:path w="6096000" h="422275">
                <a:moveTo>
                  <a:pt x="5884926" y="0"/>
                </a:moveTo>
                <a:lnTo>
                  <a:pt x="0" y="0"/>
                </a:lnTo>
                <a:lnTo>
                  <a:pt x="0" y="422148"/>
                </a:lnTo>
                <a:lnTo>
                  <a:pt x="5884926" y="422148"/>
                </a:lnTo>
                <a:lnTo>
                  <a:pt x="6096000" y="211074"/>
                </a:lnTo>
                <a:lnTo>
                  <a:pt x="5884926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4940" y="2168651"/>
            <a:ext cx="2551176" cy="38191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Market</a:t>
            </a:r>
            <a:r>
              <a:rPr sz="3000" spc="-110" dirty="0"/>
              <a:t> </a:t>
            </a:r>
            <a:r>
              <a:rPr sz="3000" spc="-10" dirty="0"/>
              <a:t>Opportunity</a:t>
            </a:r>
            <a:r>
              <a:rPr sz="3000" spc="-95" dirty="0"/>
              <a:t> </a:t>
            </a:r>
            <a:r>
              <a:rPr sz="3000" dirty="0"/>
              <a:t>in</a:t>
            </a:r>
            <a:r>
              <a:rPr sz="3000" spc="-100" dirty="0"/>
              <a:t> </a:t>
            </a:r>
            <a:r>
              <a:rPr sz="3000" dirty="0"/>
              <a:t>Business</a:t>
            </a:r>
            <a:r>
              <a:rPr sz="3000" spc="-75" dirty="0"/>
              <a:t> </a:t>
            </a:r>
            <a:r>
              <a:rPr sz="3000" dirty="0"/>
              <a:t>Concept</a:t>
            </a:r>
            <a:r>
              <a:rPr sz="3000" spc="-95" dirty="0"/>
              <a:t> </a:t>
            </a:r>
            <a:r>
              <a:rPr sz="3000" spc="-10" dirty="0"/>
              <a:t>Funding</a:t>
            </a:r>
            <a:endParaRPr sz="3000" dirty="0"/>
          </a:p>
        </p:txBody>
      </p:sp>
      <p:sp>
        <p:nvSpPr>
          <p:cNvPr id="5" name="object 5"/>
          <p:cNvSpPr/>
          <p:nvPr/>
        </p:nvSpPr>
        <p:spPr>
          <a:xfrm>
            <a:off x="9950195" y="0"/>
            <a:ext cx="741045" cy="2005964"/>
          </a:xfrm>
          <a:custGeom>
            <a:avLst/>
            <a:gdLst/>
            <a:ahLst/>
            <a:cxnLst/>
            <a:rect l="l" t="t" r="r" b="b"/>
            <a:pathLst>
              <a:path w="741045" h="2005964">
                <a:moveTo>
                  <a:pt x="740664" y="0"/>
                </a:moveTo>
                <a:lnTo>
                  <a:pt x="0" y="0"/>
                </a:lnTo>
                <a:lnTo>
                  <a:pt x="0" y="2005584"/>
                </a:lnTo>
                <a:lnTo>
                  <a:pt x="740664" y="2005584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50195" y="6149340"/>
            <a:ext cx="741045" cy="708660"/>
          </a:xfrm>
          <a:custGeom>
            <a:avLst/>
            <a:gdLst/>
            <a:ahLst/>
            <a:cxnLst/>
            <a:rect l="l" t="t" r="r" b="b"/>
            <a:pathLst>
              <a:path w="741045" h="708659">
                <a:moveTo>
                  <a:pt x="740664" y="0"/>
                </a:moveTo>
                <a:lnTo>
                  <a:pt x="0" y="0"/>
                </a:lnTo>
                <a:lnTo>
                  <a:pt x="0" y="708660"/>
                </a:lnTo>
                <a:lnTo>
                  <a:pt x="740664" y="708660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79831" y="2221484"/>
            <a:ext cx="4318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Briefing</a:t>
            </a:r>
            <a:r>
              <a:rPr sz="18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about</a:t>
            </a:r>
            <a:r>
              <a:rPr sz="180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the</a:t>
            </a:r>
            <a:r>
              <a:rPr sz="1800" b="1" spc="-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market</a:t>
            </a:r>
            <a:r>
              <a:rPr sz="180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opportunities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8666" y="1410970"/>
            <a:ext cx="75971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The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company</a:t>
            </a:r>
            <a:r>
              <a:rPr sz="1400" b="1" spc="-4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will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provide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insights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about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reasons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behind</a:t>
            </a:r>
            <a:r>
              <a:rPr sz="1400" b="1" spc="-4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setting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up</a:t>
            </a:r>
            <a:r>
              <a:rPr sz="1400" b="1" spc="-4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company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3895" y="1140713"/>
            <a:ext cx="774700" cy="784860"/>
            <a:chOff x="583895" y="1140713"/>
            <a:chExt cx="774700" cy="784860"/>
          </a:xfrm>
        </p:grpSpPr>
        <p:sp>
          <p:nvSpPr>
            <p:cNvPr id="10" name="object 10"/>
            <p:cNvSpPr/>
            <p:nvPr/>
          </p:nvSpPr>
          <p:spPr>
            <a:xfrm>
              <a:off x="789774" y="1140713"/>
              <a:ext cx="363220" cy="77470"/>
            </a:xfrm>
            <a:custGeom>
              <a:avLst/>
              <a:gdLst/>
              <a:ahLst/>
              <a:cxnLst/>
              <a:rect l="l" t="t" r="r" b="b"/>
              <a:pathLst>
                <a:path w="363219" h="77469">
                  <a:moveTo>
                    <a:pt x="180060" y="0"/>
                  </a:moveTo>
                  <a:lnTo>
                    <a:pt x="135520" y="2204"/>
                  </a:lnTo>
                  <a:lnTo>
                    <a:pt x="92265" y="8683"/>
                  </a:lnTo>
                  <a:lnTo>
                    <a:pt x="50515" y="19234"/>
                  </a:lnTo>
                  <a:lnTo>
                    <a:pt x="10490" y="33655"/>
                  </a:lnTo>
                  <a:lnTo>
                    <a:pt x="0" y="39370"/>
                  </a:lnTo>
                  <a:lnTo>
                    <a:pt x="15493" y="75057"/>
                  </a:lnTo>
                  <a:lnTo>
                    <a:pt x="25857" y="69596"/>
                  </a:lnTo>
                  <a:lnTo>
                    <a:pt x="62254" y="56435"/>
                  </a:lnTo>
                  <a:lnTo>
                    <a:pt x="100220" y="46799"/>
                  </a:lnTo>
                  <a:lnTo>
                    <a:pt x="139555" y="40878"/>
                  </a:lnTo>
                  <a:lnTo>
                    <a:pt x="180060" y="38862"/>
                  </a:lnTo>
                  <a:lnTo>
                    <a:pt x="220573" y="40878"/>
                  </a:lnTo>
                  <a:lnTo>
                    <a:pt x="259911" y="46799"/>
                  </a:lnTo>
                  <a:lnTo>
                    <a:pt x="297878" y="56435"/>
                  </a:lnTo>
                  <a:lnTo>
                    <a:pt x="334276" y="69596"/>
                  </a:lnTo>
                  <a:lnTo>
                    <a:pt x="348932" y="77343"/>
                  </a:lnTo>
                  <a:lnTo>
                    <a:pt x="362712" y="40639"/>
                  </a:lnTo>
                  <a:lnTo>
                    <a:pt x="349643" y="33655"/>
                  </a:lnTo>
                  <a:lnTo>
                    <a:pt x="309617" y="19234"/>
                  </a:lnTo>
                  <a:lnTo>
                    <a:pt x="267866" y="8683"/>
                  </a:lnTo>
                  <a:lnTo>
                    <a:pt x="224608" y="2204"/>
                  </a:lnTo>
                  <a:lnTo>
                    <a:pt x="1800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895" y="1151381"/>
              <a:ext cx="774115" cy="7741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1708" y="1223517"/>
              <a:ext cx="619760" cy="619760"/>
            </a:xfrm>
            <a:custGeom>
              <a:avLst/>
              <a:gdLst/>
              <a:ahLst/>
              <a:cxnLst/>
              <a:rect l="l" t="t" r="r" b="b"/>
              <a:pathLst>
                <a:path w="619760" h="619760">
                  <a:moveTo>
                    <a:pt x="309664" y="0"/>
                  </a:moveTo>
                  <a:lnTo>
                    <a:pt x="263905" y="3355"/>
                  </a:lnTo>
                  <a:lnTo>
                    <a:pt x="220230" y="13103"/>
                  </a:lnTo>
                  <a:lnTo>
                    <a:pt x="179119" y="28766"/>
                  </a:lnTo>
                  <a:lnTo>
                    <a:pt x="141050" y="49865"/>
                  </a:lnTo>
                  <a:lnTo>
                    <a:pt x="106503" y="75923"/>
                  </a:lnTo>
                  <a:lnTo>
                    <a:pt x="75956" y="106461"/>
                  </a:lnTo>
                  <a:lnTo>
                    <a:pt x="49889" y="141001"/>
                  </a:lnTo>
                  <a:lnTo>
                    <a:pt x="28781" y="179066"/>
                  </a:lnTo>
                  <a:lnTo>
                    <a:pt x="13111" y="220177"/>
                  </a:lnTo>
                  <a:lnTo>
                    <a:pt x="3357" y="263856"/>
                  </a:lnTo>
                  <a:lnTo>
                    <a:pt x="0" y="309626"/>
                  </a:lnTo>
                  <a:lnTo>
                    <a:pt x="3357" y="355395"/>
                  </a:lnTo>
                  <a:lnTo>
                    <a:pt x="13111" y="399074"/>
                  </a:lnTo>
                  <a:lnTo>
                    <a:pt x="28781" y="440185"/>
                  </a:lnTo>
                  <a:lnTo>
                    <a:pt x="49889" y="478250"/>
                  </a:lnTo>
                  <a:lnTo>
                    <a:pt x="75956" y="512790"/>
                  </a:lnTo>
                  <a:lnTo>
                    <a:pt x="106503" y="543328"/>
                  </a:lnTo>
                  <a:lnTo>
                    <a:pt x="141050" y="569386"/>
                  </a:lnTo>
                  <a:lnTo>
                    <a:pt x="179119" y="590485"/>
                  </a:lnTo>
                  <a:lnTo>
                    <a:pt x="220230" y="606148"/>
                  </a:lnTo>
                  <a:lnTo>
                    <a:pt x="263905" y="615896"/>
                  </a:lnTo>
                  <a:lnTo>
                    <a:pt x="309664" y="619252"/>
                  </a:lnTo>
                  <a:lnTo>
                    <a:pt x="355426" y="615896"/>
                  </a:lnTo>
                  <a:lnTo>
                    <a:pt x="399103" y="606148"/>
                  </a:lnTo>
                  <a:lnTo>
                    <a:pt x="440216" y="590485"/>
                  </a:lnTo>
                  <a:lnTo>
                    <a:pt x="478286" y="569386"/>
                  </a:lnTo>
                  <a:lnTo>
                    <a:pt x="512835" y="543328"/>
                  </a:lnTo>
                  <a:lnTo>
                    <a:pt x="543382" y="512790"/>
                  </a:lnTo>
                  <a:lnTo>
                    <a:pt x="569450" y="478250"/>
                  </a:lnTo>
                  <a:lnTo>
                    <a:pt x="590558" y="440185"/>
                  </a:lnTo>
                  <a:lnTo>
                    <a:pt x="606229" y="399074"/>
                  </a:lnTo>
                  <a:lnTo>
                    <a:pt x="615983" y="355395"/>
                  </a:lnTo>
                  <a:lnTo>
                    <a:pt x="619340" y="309626"/>
                  </a:lnTo>
                  <a:lnTo>
                    <a:pt x="615983" y="263856"/>
                  </a:lnTo>
                  <a:lnTo>
                    <a:pt x="606229" y="220177"/>
                  </a:lnTo>
                  <a:lnTo>
                    <a:pt x="590558" y="179066"/>
                  </a:lnTo>
                  <a:lnTo>
                    <a:pt x="569450" y="141001"/>
                  </a:lnTo>
                  <a:lnTo>
                    <a:pt x="543382" y="106461"/>
                  </a:lnTo>
                  <a:lnTo>
                    <a:pt x="512835" y="75923"/>
                  </a:lnTo>
                  <a:lnTo>
                    <a:pt x="478286" y="49865"/>
                  </a:lnTo>
                  <a:lnTo>
                    <a:pt x="440216" y="28766"/>
                  </a:lnTo>
                  <a:lnTo>
                    <a:pt x="399103" y="13103"/>
                  </a:lnTo>
                  <a:lnTo>
                    <a:pt x="355426" y="3355"/>
                  </a:lnTo>
                  <a:lnTo>
                    <a:pt x="309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69620" y="1339595"/>
              <a:ext cx="403860" cy="386080"/>
            </a:xfrm>
            <a:custGeom>
              <a:avLst/>
              <a:gdLst/>
              <a:ahLst/>
              <a:cxnLst/>
              <a:rect l="l" t="t" r="r" b="b"/>
              <a:pathLst>
                <a:path w="403859" h="386080">
                  <a:moveTo>
                    <a:pt x="201929" y="0"/>
                  </a:moveTo>
                  <a:lnTo>
                    <a:pt x="124269" y="69976"/>
                  </a:lnTo>
                  <a:lnTo>
                    <a:pt x="124269" y="385571"/>
                  </a:lnTo>
                  <a:lnTo>
                    <a:pt x="170865" y="385571"/>
                  </a:lnTo>
                  <a:lnTo>
                    <a:pt x="170865" y="248792"/>
                  </a:lnTo>
                  <a:lnTo>
                    <a:pt x="173964" y="245617"/>
                  </a:lnTo>
                  <a:lnTo>
                    <a:pt x="279590" y="245617"/>
                  </a:lnTo>
                  <a:lnTo>
                    <a:pt x="279590" y="214502"/>
                  </a:lnTo>
                  <a:lnTo>
                    <a:pt x="150672" y="214502"/>
                  </a:lnTo>
                  <a:lnTo>
                    <a:pt x="147561" y="211454"/>
                  </a:lnTo>
                  <a:lnTo>
                    <a:pt x="147561" y="93344"/>
                  </a:lnTo>
                  <a:lnTo>
                    <a:pt x="150672" y="90169"/>
                  </a:lnTo>
                  <a:lnTo>
                    <a:pt x="279590" y="90169"/>
                  </a:lnTo>
                  <a:lnTo>
                    <a:pt x="279590" y="69976"/>
                  </a:lnTo>
                  <a:lnTo>
                    <a:pt x="201929" y="0"/>
                  </a:lnTo>
                  <a:close/>
                </a:path>
                <a:path w="403859" h="386080">
                  <a:moveTo>
                    <a:pt x="217462" y="261238"/>
                  </a:moveTo>
                  <a:lnTo>
                    <a:pt x="186397" y="261238"/>
                  </a:lnTo>
                  <a:lnTo>
                    <a:pt x="186397" y="385571"/>
                  </a:lnTo>
                  <a:lnTo>
                    <a:pt x="217462" y="385571"/>
                  </a:lnTo>
                  <a:lnTo>
                    <a:pt x="217462" y="261238"/>
                  </a:lnTo>
                  <a:close/>
                </a:path>
                <a:path w="403859" h="386080">
                  <a:moveTo>
                    <a:pt x="279590" y="245617"/>
                  </a:moveTo>
                  <a:lnTo>
                    <a:pt x="229895" y="245617"/>
                  </a:lnTo>
                  <a:lnTo>
                    <a:pt x="232994" y="248792"/>
                  </a:lnTo>
                  <a:lnTo>
                    <a:pt x="232994" y="385571"/>
                  </a:lnTo>
                  <a:lnTo>
                    <a:pt x="279590" y="385571"/>
                  </a:lnTo>
                  <a:lnTo>
                    <a:pt x="279590" y="245617"/>
                  </a:lnTo>
                  <a:close/>
                </a:path>
                <a:path w="403859" h="386080">
                  <a:moveTo>
                    <a:pt x="279590" y="90169"/>
                  </a:moveTo>
                  <a:lnTo>
                    <a:pt x="253187" y="90169"/>
                  </a:lnTo>
                  <a:lnTo>
                    <a:pt x="256298" y="93344"/>
                  </a:lnTo>
                  <a:lnTo>
                    <a:pt x="256298" y="211454"/>
                  </a:lnTo>
                  <a:lnTo>
                    <a:pt x="253187" y="214502"/>
                  </a:lnTo>
                  <a:lnTo>
                    <a:pt x="279590" y="214502"/>
                  </a:lnTo>
                  <a:lnTo>
                    <a:pt x="279590" y="90169"/>
                  </a:lnTo>
                  <a:close/>
                </a:path>
                <a:path w="403859" h="386080">
                  <a:moveTo>
                    <a:pt x="194157" y="160146"/>
                  </a:moveTo>
                  <a:lnTo>
                    <a:pt x="163093" y="160146"/>
                  </a:lnTo>
                  <a:lnTo>
                    <a:pt x="163093" y="199008"/>
                  </a:lnTo>
                  <a:lnTo>
                    <a:pt x="194157" y="199008"/>
                  </a:lnTo>
                  <a:lnTo>
                    <a:pt x="194157" y="160146"/>
                  </a:lnTo>
                  <a:close/>
                </a:path>
                <a:path w="403859" h="386080">
                  <a:moveTo>
                    <a:pt x="240766" y="160146"/>
                  </a:moveTo>
                  <a:lnTo>
                    <a:pt x="209702" y="160146"/>
                  </a:lnTo>
                  <a:lnTo>
                    <a:pt x="209702" y="199008"/>
                  </a:lnTo>
                  <a:lnTo>
                    <a:pt x="240766" y="199008"/>
                  </a:lnTo>
                  <a:lnTo>
                    <a:pt x="240766" y="160146"/>
                  </a:lnTo>
                  <a:close/>
                </a:path>
                <a:path w="403859" h="386080">
                  <a:moveTo>
                    <a:pt x="194157" y="105663"/>
                  </a:moveTo>
                  <a:lnTo>
                    <a:pt x="163093" y="105663"/>
                  </a:lnTo>
                  <a:lnTo>
                    <a:pt x="163093" y="144525"/>
                  </a:lnTo>
                  <a:lnTo>
                    <a:pt x="194157" y="144525"/>
                  </a:lnTo>
                  <a:lnTo>
                    <a:pt x="194157" y="105663"/>
                  </a:lnTo>
                  <a:close/>
                </a:path>
                <a:path w="403859" h="386080">
                  <a:moveTo>
                    <a:pt x="240766" y="105663"/>
                  </a:moveTo>
                  <a:lnTo>
                    <a:pt x="209702" y="105663"/>
                  </a:lnTo>
                  <a:lnTo>
                    <a:pt x="209702" y="144525"/>
                  </a:lnTo>
                  <a:lnTo>
                    <a:pt x="240766" y="144525"/>
                  </a:lnTo>
                  <a:lnTo>
                    <a:pt x="240766" y="105663"/>
                  </a:lnTo>
                  <a:close/>
                </a:path>
                <a:path w="403859" h="386080">
                  <a:moveTo>
                    <a:pt x="318427" y="183514"/>
                  </a:moveTo>
                  <a:lnTo>
                    <a:pt x="295122" y="183514"/>
                  </a:lnTo>
                  <a:lnTo>
                    <a:pt x="295122" y="385571"/>
                  </a:lnTo>
                  <a:lnTo>
                    <a:pt x="403860" y="385571"/>
                  </a:lnTo>
                  <a:lnTo>
                    <a:pt x="403860" y="323341"/>
                  </a:lnTo>
                  <a:lnTo>
                    <a:pt x="321538" y="323341"/>
                  </a:lnTo>
                  <a:lnTo>
                    <a:pt x="318427" y="320293"/>
                  </a:lnTo>
                  <a:lnTo>
                    <a:pt x="318427" y="183514"/>
                  </a:lnTo>
                  <a:close/>
                </a:path>
                <a:path w="403859" h="386080">
                  <a:moveTo>
                    <a:pt x="403860" y="183514"/>
                  </a:moveTo>
                  <a:lnTo>
                    <a:pt x="380555" y="183514"/>
                  </a:lnTo>
                  <a:lnTo>
                    <a:pt x="380555" y="320293"/>
                  </a:lnTo>
                  <a:lnTo>
                    <a:pt x="377456" y="323341"/>
                  </a:lnTo>
                  <a:lnTo>
                    <a:pt x="403860" y="323341"/>
                  </a:lnTo>
                  <a:lnTo>
                    <a:pt x="403860" y="183514"/>
                  </a:lnTo>
                  <a:close/>
                </a:path>
                <a:path w="403859" h="386080">
                  <a:moveTo>
                    <a:pt x="365023" y="183514"/>
                  </a:moveTo>
                  <a:lnTo>
                    <a:pt x="333959" y="183514"/>
                  </a:lnTo>
                  <a:lnTo>
                    <a:pt x="333959" y="307848"/>
                  </a:lnTo>
                  <a:lnTo>
                    <a:pt x="365023" y="307848"/>
                  </a:lnTo>
                  <a:lnTo>
                    <a:pt x="365023" y="183514"/>
                  </a:lnTo>
                  <a:close/>
                </a:path>
                <a:path w="403859" h="386080">
                  <a:moveTo>
                    <a:pt x="23304" y="183514"/>
                  </a:moveTo>
                  <a:lnTo>
                    <a:pt x="0" y="183514"/>
                  </a:lnTo>
                  <a:lnTo>
                    <a:pt x="0" y="385571"/>
                  </a:lnTo>
                  <a:lnTo>
                    <a:pt x="108737" y="385571"/>
                  </a:lnTo>
                  <a:lnTo>
                    <a:pt x="108737" y="323341"/>
                  </a:lnTo>
                  <a:lnTo>
                    <a:pt x="26403" y="323341"/>
                  </a:lnTo>
                  <a:lnTo>
                    <a:pt x="23304" y="320293"/>
                  </a:lnTo>
                  <a:lnTo>
                    <a:pt x="23304" y="183514"/>
                  </a:lnTo>
                  <a:close/>
                </a:path>
                <a:path w="403859" h="386080">
                  <a:moveTo>
                    <a:pt x="108737" y="183514"/>
                  </a:moveTo>
                  <a:lnTo>
                    <a:pt x="85432" y="183514"/>
                  </a:lnTo>
                  <a:lnTo>
                    <a:pt x="85432" y="320293"/>
                  </a:lnTo>
                  <a:lnTo>
                    <a:pt x="82321" y="323341"/>
                  </a:lnTo>
                  <a:lnTo>
                    <a:pt x="108737" y="323341"/>
                  </a:lnTo>
                  <a:lnTo>
                    <a:pt x="108737" y="183514"/>
                  </a:lnTo>
                  <a:close/>
                </a:path>
                <a:path w="403859" h="386080">
                  <a:moveTo>
                    <a:pt x="69900" y="183514"/>
                  </a:moveTo>
                  <a:lnTo>
                    <a:pt x="38836" y="183514"/>
                  </a:lnTo>
                  <a:lnTo>
                    <a:pt x="38836" y="307848"/>
                  </a:lnTo>
                  <a:lnTo>
                    <a:pt x="69900" y="307848"/>
                  </a:lnTo>
                  <a:lnTo>
                    <a:pt x="69900" y="183514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18666" y="3028950"/>
            <a:ext cx="5956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4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ex-</a:t>
            </a:r>
            <a:r>
              <a:rPr sz="14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Catering</a:t>
            </a:r>
            <a:r>
              <a:rPr sz="14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4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untapped</a:t>
            </a:r>
            <a:r>
              <a:rPr sz="14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section</a:t>
            </a:r>
            <a:r>
              <a:rPr sz="14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4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market</a:t>
            </a:r>
            <a:r>
              <a:rPr sz="14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4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huge</a:t>
            </a:r>
            <a:r>
              <a:rPr sz="14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C2C2C"/>
                </a:solidFill>
                <a:latin typeface="Arial"/>
                <a:cs typeface="Arial"/>
              </a:rPr>
              <a:t>opportunities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9625" y="2761360"/>
            <a:ext cx="774700" cy="785495"/>
            <a:chOff x="559625" y="2761360"/>
            <a:chExt cx="774700" cy="785495"/>
          </a:xfrm>
        </p:grpSpPr>
        <p:sp>
          <p:nvSpPr>
            <p:cNvPr id="16" name="object 16"/>
            <p:cNvSpPr/>
            <p:nvPr/>
          </p:nvSpPr>
          <p:spPr>
            <a:xfrm>
              <a:off x="765517" y="2761360"/>
              <a:ext cx="363220" cy="77470"/>
            </a:xfrm>
            <a:custGeom>
              <a:avLst/>
              <a:gdLst/>
              <a:ahLst/>
              <a:cxnLst/>
              <a:rect l="l" t="t" r="r" b="b"/>
              <a:pathLst>
                <a:path w="363219" h="77469">
                  <a:moveTo>
                    <a:pt x="180060" y="0"/>
                  </a:moveTo>
                  <a:lnTo>
                    <a:pt x="135520" y="2224"/>
                  </a:lnTo>
                  <a:lnTo>
                    <a:pt x="92265" y="8747"/>
                  </a:lnTo>
                  <a:lnTo>
                    <a:pt x="50515" y="19341"/>
                  </a:lnTo>
                  <a:lnTo>
                    <a:pt x="10490" y="33781"/>
                  </a:lnTo>
                  <a:lnTo>
                    <a:pt x="0" y="39369"/>
                  </a:lnTo>
                  <a:lnTo>
                    <a:pt x="15493" y="75184"/>
                  </a:lnTo>
                  <a:lnTo>
                    <a:pt x="25844" y="69723"/>
                  </a:lnTo>
                  <a:lnTo>
                    <a:pt x="62249" y="56562"/>
                  </a:lnTo>
                  <a:lnTo>
                    <a:pt x="100218" y="46926"/>
                  </a:lnTo>
                  <a:lnTo>
                    <a:pt x="139555" y="41005"/>
                  </a:lnTo>
                  <a:lnTo>
                    <a:pt x="180060" y="38988"/>
                  </a:lnTo>
                  <a:lnTo>
                    <a:pt x="220567" y="41005"/>
                  </a:lnTo>
                  <a:lnTo>
                    <a:pt x="259907" y="46926"/>
                  </a:lnTo>
                  <a:lnTo>
                    <a:pt x="297877" y="56562"/>
                  </a:lnTo>
                  <a:lnTo>
                    <a:pt x="334276" y="69723"/>
                  </a:lnTo>
                  <a:lnTo>
                    <a:pt x="348932" y="77469"/>
                  </a:lnTo>
                  <a:lnTo>
                    <a:pt x="362712" y="40766"/>
                  </a:lnTo>
                  <a:lnTo>
                    <a:pt x="349631" y="33781"/>
                  </a:lnTo>
                  <a:lnTo>
                    <a:pt x="309612" y="19341"/>
                  </a:lnTo>
                  <a:lnTo>
                    <a:pt x="267865" y="8747"/>
                  </a:lnTo>
                  <a:lnTo>
                    <a:pt x="224608" y="2224"/>
                  </a:lnTo>
                  <a:lnTo>
                    <a:pt x="1800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625" y="2772130"/>
              <a:ext cx="774128" cy="77421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7438" y="2844164"/>
              <a:ext cx="619760" cy="619760"/>
            </a:xfrm>
            <a:custGeom>
              <a:avLst/>
              <a:gdLst/>
              <a:ahLst/>
              <a:cxnLst/>
              <a:rect l="l" t="t" r="r" b="b"/>
              <a:pathLst>
                <a:path w="619760" h="619760">
                  <a:moveTo>
                    <a:pt x="309676" y="0"/>
                  </a:moveTo>
                  <a:lnTo>
                    <a:pt x="263914" y="3358"/>
                  </a:lnTo>
                  <a:lnTo>
                    <a:pt x="220237" y="13114"/>
                  </a:lnTo>
                  <a:lnTo>
                    <a:pt x="179124" y="28789"/>
                  </a:lnTo>
                  <a:lnTo>
                    <a:pt x="141054" y="49903"/>
                  </a:lnTo>
                  <a:lnTo>
                    <a:pt x="106505" y="75978"/>
                  </a:lnTo>
                  <a:lnTo>
                    <a:pt x="75958" y="106533"/>
                  </a:lnTo>
                  <a:lnTo>
                    <a:pt x="49890" y="141090"/>
                  </a:lnTo>
                  <a:lnTo>
                    <a:pt x="28781" y="179170"/>
                  </a:lnTo>
                  <a:lnTo>
                    <a:pt x="13111" y="220293"/>
                  </a:lnTo>
                  <a:lnTo>
                    <a:pt x="3357" y="263980"/>
                  </a:lnTo>
                  <a:lnTo>
                    <a:pt x="0" y="309752"/>
                  </a:lnTo>
                  <a:lnTo>
                    <a:pt x="3357" y="355522"/>
                  </a:lnTo>
                  <a:lnTo>
                    <a:pt x="13111" y="399201"/>
                  </a:lnTo>
                  <a:lnTo>
                    <a:pt x="28781" y="440312"/>
                  </a:lnTo>
                  <a:lnTo>
                    <a:pt x="49890" y="478377"/>
                  </a:lnTo>
                  <a:lnTo>
                    <a:pt x="75958" y="512917"/>
                  </a:lnTo>
                  <a:lnTo>
                    <a:pt x="106505" y="543455"/>
                  </a:lnTo>
                  <a:lnTo>
                    <a:pt x="141054" y="569513"/>
                  </a:lnTo>
                  <a:lnTo>
                    <a:pt x="179124" y="590612"/>
                  </a:lnTo>
                  <a:lnTo>
                    <a:pt x="220237" y="606275"/>
                  </a:lnTo>
                  <a:lnTo>
                    <a:pt x="263914" y="616023"/>
                  </a:lnTo>
                  <a:lnTo>
                    <a:pt x="309676" y="619379"/>
                  </a:lnTo>
                  <a:lnTo>
                    <a:pt x="355438" y="616023"/>
                  </a:lnTo>
                  <a:lnTo>
                    <a:pt x="399115" y="606275"/>
                  </a:lnTo>
                  <a:lnTo>
                    <a:pt x="440229" y="590612"/>
                  </a:lnTo>
                  <a:lnTo>
                    <a:pt x="478299" y="569513"/>
                  </a:lnTo>
                  <a:lnTo>
                    <a:pt x="512847" y="543455"/>
                  </a:lnTo>
                  <a:lnTo>
                    <a:pt x="543395" y="512917"/>
                  </a:lnTo>
                  <a:lnTo>
                    <a:pt x="569463" y="478377"/>
                  </a:lnTo>
                  <a:lnTo>
                    <a:pt x="590571" y="440312"/>
                  </a:lnTo>
                  <a:lnTo>
                    <a:pt x="606242" y="399201"/>
                  </a:lnTo>
                  <a:lnTo>
                    <a:pt x="615995" y="355522"/>
                  </a:lnTo>
                  <a:lnTo>
                    <a:pt x="619353" y="309752"/>
                  </a:lnTo>
                  <a:lnTo>
                    <a:pt x="615995" y="263980"/>
                  </a:lnTo>
                  <a:lnTo>
                    <a:pt x="606242" y="220293"/>
                  </a:lnTo>
                  <a:lnTo>
                    <a:pt x="590571" y="179170"/>
                  </a:lnTo>
                  <a:lnTo>
                    <a:pt x="569463" y="141090"/>
                  </a:lnTo>
                  <a:lnTo>
                    <a:pt x="543395" y="106533"/>
                  </a:lnTo>
                  <a:lnTo>
                    <a:pt x="512847" y="75978"/>
                  </a:lnTo>
                  <a:lnTo>
                    <a:pt x="478299" y="49903"/>
                  </a:lnTo>
                  <a:lnTo>
                    <a:pt x="440229" y="28789"/>
                  </a:lnTo>
                  <a:lnTo>
                    <a:pt x="399115" y="13114"/>
                  </a:lnTo>
                  <a:lnTo>
                    <a:pt x="355438" y="3358"/>
                  </a:lnTo>
                  <a:lnTo>
                    <a:pt x="309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61999" y="2967481"/>
              <a:ext cx="370840" cy="373380"/>
            </a:xfrm>
            <a:custGeom>
              <a:avLst/>
              <a:gdLst/>
              <a:ahLst/>
              <a:cxnLst/>
              <a:rect l="l" t="t" r="r" b="b"/>
              <a:pathLst>
                <a:path w="370840" h="373379">
                  <a:moveTo>
                    <a:pt x="67398" y="204850"/>
                  </a:moveTo>
                  <a:lnTo>
                    <a:pt x="2603" y="204850"/>
                  </a:lnTo>
                  <a:lnTo>
                    <a:pt x="0" y="207517"/>
                  </a:lnTo>
                  <a:lnTo>
                    <a:pt x="0" y="370585"/>
                  </a:lnTo>
                  <a:lnTo>
                    <a:pt x="2603" y="373125"/>
                  </a:lnTo>
                  <a:lnTo>
                    <a:pt x="67398" y="373125"/>
                  </a:lnTo>
                  <a:lnTo>
                    <a:pt x="67398" y="292226"/>
                  </a:lnTo>
                  <a:lnTo>
                    <a:pt x="36271" y="292226"/>
                  </a:lnTo>
                  <a:lnTo>
                    <a:pt x="33667" y="289559"/>
                  </a:lnTo>
                  <a:lnTo>
                    <a:pt x="33667" y="249554"/>
                  </a:lnTo>
                  <a:lnTo>
                    <a:pt x="36271" y="247014"/>
                  </a:lnTo>
                  <a:lnTo>
                    <a:pt x="67398" y="247014"/>
                  </a:lnTo>
                  <a:lnTo>
                    <a:pt x="67398" y="204850"/>
                  </a:lnTo>
                  <a:close/>
                </a:path>
                <a:path w="370840" h="373379">
                  <a:moveTo>
                    <a:pt x="67398" y="247014"/>
                  </a:moveTo>
                  <a:lnTo>
                    <a:pt x="42697" y="247014"/>
                  </a:lnTo>
                  <a:lnTo>
                    <a:pt x="45237" y="249554"/>
                  </a:lnTo>
                  <a:lnTo>
                    <a:pt x="45237" y="289559"/>
                  </a:lnTo>
                  <a:lnTo>
                    <a:pt x="42697" y="292226"/>
                  </a:lnTo>
                  <a:lnTo>
                    <a:pt x="67398" y="292226"/>
                  </a:lnTo>
                  <a:lnTo>
                    <a:pt x="67398" y="247014"/>
                  </a:lnTo>
                  <a:close/>
                </a:path>
                <a:path w="370840" h="373379">
                  <a:moveTo>
                    <a:pt x="135788" y="221741"/>
                  </a:moveTo>
                  <a:lnTo>
                    <a:pt x="129425" y="221741"/>
                  </a:lnTo>
                  <a:lnTo>
                    <a:pt x="129425" y="334263"/>
                  </a:lnTo>
                  <a:lnTo>
                    <a:pt x="220319" y="334263"/>
                  </a:lnTo>
                  <a:lnTo>
                    <a:pt x="242394" y="332894"/>
                  </a:lnTo>
                  <a:lnTo>
                    <a:pt x="285125" y="322155"/>
                  </a:lnTo>
                  <a:lnTo>
                    <a:pt x="357606" y="284860"/>
                  </a:lnTo>
                  <a:lnTo>
                    <a:pt x="367213" y="275589"/>
                  </a:lnTo>
                  <a:lnTo>
                    <a:pt x="250913" y="275589"/>
                  </a:lnTo>
                  <a:lnTo>
                    <a:pt x="244628" y="263080"/>
                  </a:lnTo>
                  <a:lnTo>
                    <a:pt x="233522" y="253142"/>
                  </a:lnTo>
                  <a:lnTo>
                    <a:pt x="218704" y="246586"/>
                  </a:lnTo>
                  <a:lnTo>
                    <a:pt x="201282" y="244220"/>
                  </a:lnTo>
                  <a:lnTo>
                    <a:pt x="193657" y="243605"/>
                  </a:lnTo>
                  <a:lnTo>
                    <a:pt x="186293" y="241776"/>
                  </a:lnTo>
                  <a:lnTo>
                    <a:pt x="179275" y="238756"/>
                  </a:lnTo>
                  <a:lnTo>
                    <a:pt x="172694" y="234568"/>
                  </a:lnTo>
                  <a:lnTo>
                    <a:pt x="171259" y="233679"/>
                  </a:lnTo>
                  <a:lnTo>
                    <a:pt x="163295" y="228546"/>
                  </a:lnTo>
                  <a:lnTo>
                    <a:pt x="154581" y="224805"/>
                  </a:lnTo>
                  <a:lnTo>
                    <a:pt x="145338" y="222517"/>
                  </a:lnTo>
                  <a:lnTo>
                    <a:pt x="135788" y="221741"/>
                  </a:lnTo>
                  <a:close/>
                </a:path>
                <a:path w="370840" h="373379">
                  <a:moveTo>
                    <a:pt x="341579" y="242823"/>
                  </a:moveTo>
                  <a:lnTo>
                    <a:pt x="335915" y="242823"/>
                  </a:lnTo>
                  <a:lnTo>
                    <a:pt x="330117" y="244220"/>
                  </a:lnTo>
                  <a:lnTo>
                    <a:pt x="330387" y="244220"/>
                  </a:lnTo>
                  <a:lnTo>
                    <a:pt x="326021" y="246379"/>
                  </a:lnTo>
                  <a:lnTo>
                    <a:pt x="288575" y="264981"/>
                  </a:lnTo>
                  <a:lnTo>
                    <a:pt x="250913" y="275589"/>
                  </a:lnTo>
                  <a:lnTo>
                    <a:pt x="367213" y="275589"/>
                  </a:lnTo>
                  <a:lnTo>
                    <a:pt x="368856" y="273069"/>
                  </a:lnTo>
                  <a:lnTo>
                    <a:pt x="369577" y="269525"/>
                  </a:lnTo>
                  <a:lnTo>
                    <a:pt x="370334" y="265555"/>
                  </a:lnTo>
                  <a:lnTo>
                    <a:pt x="368604" y="257937"/>
                  </a:lnTo>
                  <a:lnTo>
                    <a:pt x="364378" y="251664"/>
                  </a:lnTo>
                  <a:lnTo>
                    <a:pt x="358168" y="246903"/>
                  </a:lnTo>
                  <a:lnTo>
                    <a:pt x="350420" y="243881"/>
                  </a:lnTo>
                  <a:lnTo>
                    <a:pt x="341579" y="242823"/>
                  </a:lnTo>
                  <a:close/>
                </a:path>
                <a:path w="370840" h="373379">
                  <a:moveTo>
                    <a:pt x="117856" y="204850"/>
                  </a:moveTo>
                  <a:lnTo>
                    <a:pt x="78968" y="204850"/>
                  </a:lnTo>
                  <a:lnTo>
                    <a:pt x="78968" y="351027"/>
                  </a:lnTo>
                  <a:lnTo>
                    <a:pt x="117856" y="351027"/>
                  </a:lnTo>
                  <a:lnTo>
                    <a:pt x="117856" y="204850"/>
                  </a:lnTo>
                  <a:close/>
                </a:path>
                <a:path w="370840" h="373379">
                  <a:moveTo>
                    <a:pt x="303072" y="193547"/>
                  </a:moveTo>
                  <a:lnTo>
                    <a:pt x="67373" y="193547"/>
                  </a:lnTo>
                  <a:lnTo>
                    <a:pt x="67894" y="193675"/>
                  </a:lnTo>
                  <a:lnTo>
                    <a:pt x="302552" y="193675"/>
                  </a:lnTo>
                  <a:lnTo>
                    <a:pt x="303072" y="193547"/>
                  </a:lnTo>
                  <a:close/>
                </a:path>
                <a:path w="370840" h="373379">
                  <a:moveTo>
                    <a:pt x="344614" y="181863"/>
                  </a:moveTo>
                  <a:lnTo>
                    <a:pt x="25768" y="181863"/>
                  </a:lnTo>
                  <a:lnTo>
                    <a:pt x="23164" y="184403"/>
                  </a:lnTo>
                  <a:lnTo>
                    <a:pt x="23164" y="190753"/>
                  </a:lnTo>
                  <a:lnTo>
                    <a:pt x="25892" y="193547"/>
                  </a:lnTo>
                  <a:lnTo>
                    <a:pt x="344492" y="193547"/>
                  </a:lnTo>
                  <a:lnTo>
                    <a:pt x="347167" y="190753"/>
                  </a:lnTo>
                  <a:lnTo>
                    <a:pt x="347167" y="184403"/>
                  </a:lnTo>
                  <a:lnTo>
                    <a:pt x="344614" y="181863"/>
                  </a:lnTo>
                  <a:close/>
                </a:path>
                <a:path w="370840" h="373379">
                  <a:moveTo>
                    <a:pt x="315112" y="169417"/>
                  </a:moveTo>
                  <a:lnTo>
                    <a:pt x="55283" y="169417"/>
                  </a:lnTo>
                  <a:lnTo>
                    <a:pt x="52527" y="174625"/>
                  </a:lnTo>
                  <a:lnTo>
                    <a:pt x="55118" y="178434"/>
                  </a:lnTo>
                  <a:lnTo>
                    <a:pt x="57416" y="181863"/>
                  </a:lnTo>
                  <a:lnTo>
                    <a:pt x="312966" y="181863"/>
                  </a:lnTo>
                  <a:lnTo>
                    <a:pt x="317868" y="174625"/>
                  </a:lnTo>
                  <a:lnTo>
                    <a:pt x="315112" y="169417"/>
                  </a:lnTo>
                  <a:close/>
                </a:path>
                <a:path w="370840" h="373379">
                  <a:moveTo>
                    <a:pt x="188518" y="0"/>
                  </a:moveTo>
                  <a:lnTo>
                    <a:pt x="180647" y="303"/>
                  </a:lnTo>
                  <a:lnTo>
                    <a:pt x="174042" y="3762"/>
                  </a:lnTo>
                  <a:lnTo>
                    <a:pt x="169496" y="9626"/>
                  </a:lnTo>
                  <a:lnTo>
                    <a:pt x="167805" y="17144"/>
                  </a:lnTo>
                  <a:lnTo>
                    <a:pt x="167805" y="24637"/>
                  </a:lnTo>
                  <a:lnTo>
                    <a:pt x="172669" y="30987"/>
                  </a:lnTo>
                  <a:lnTo>
                    <a:pt x="179374" y="33400"/>
                  </a:lnTo>
                  <a:lnTo>
                    <a:pt x="179374" y="49021"/>
                  </a:lnTo>
                  <a:lnTo>
                    <a:pt x="139380" y="58370"/>
                  </a:lnTo>
                  <a:lnTo>
                    <a:pt x="106017" y="80375"/>
                  </a:lnTo>
                  <a:lnTo>
                    <a:pt x="82066" y="112262"/>
                  </a:lnTo>
                  <a:lnTo>
                    <a:pt x="70269" y="151256"/>
                  </a:lnTo>
                  <a:lnTo>
                    <a:pt x="69862" y="154685"/>
                  </a:lnTo>
                  <a:lnTo>
                    <a:pt x="72466" y="157860"/>
                  </a:lnTo>
                  <a:lnTo>
                    <a:pt x="297865" y="157860"/>
                  </a:lnTo>
                  <a:lnTo>
                    <a:pt x="300469" y="154685"/>
                  </a:lnTo>
                  <a:lnTo>
                    <a:pt x="288278" y="112262"/>
                  </a:lnTo>
                  <a:lnTo>
                    <a:pt x="264317" y="80375"/>
                  </a:lnTo>
                  <a:lnTo>
                    <a:pt x="230952" y="58370"/>
                  </a:lnTo>
                  <a:lnTo>
                    <a:pt x="190957" y="49021"/>
                  </a:lnTo>
                  <a:lnTo>
                    <a:pt x="190957" y="33400"/>
                  </a:lnTo>
                  <a:lnTo>
                    <a:pt x="198767" y="30733"/>
                  </a:lnTo>
                  <a:lnTo>
                    <a:pt x="203974" y="22478"/>
                  </a:lnTo>
                  <a:lnTo>
                    <a:pt x="202171" y="13588"/>
                  </a:lnTo>
                  <a:lnTo>
                    <a:pt x="200850" y="6857"/>
                  </a:lnTo>
                  <a:lnTo>
                    <a:pt x="195287" y="1269"/>
                  </a:lnTo>
                  <a:lnTo>
                    <a:pt x="188518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18666" y="3994784"/>
            <a:ext cx="5880735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Industry</a:t>
            </a:r>
            <a:r>
              <a:rPr sz="14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emerging</a:t>
            </a:r>
            <a:r>
              <a:rPr sz="14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C2C2C"/>
                </a:solidFill>
                <a:latin typeface="Arial"/>
                <a:cs typeface="Arial"/>
              </a:rPr>
              <a:t>trends</a:t>
            </a:r>
            <a:endParaRPr sz="1400" dirty="0">
              <a:latin typeface="Arial"/>
              <a:cs typeface="Arial"/>
            </a:endParaRPr>
          </a:p>
          <a:p>
            <a:pPr marL="550545">
              <a:lnSpc>
                <a:spcPct val="100000"/>
              </a:lnSpc>
              <a:spcBef>
                <a:spcPts val="131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Brand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cater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products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similar</a:t>
            </a:r>
            <a:r>
              <a:rPr sz="105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company’s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offerings</a:t>
            </a:r>
            <a:endParaRPr sz="1050" dirty="0">
              <a:latin typeface="Arial"/>
              <a:cs typeface="Arial"/>
            </a:endParaRPr>
          </a:p>
          <a:p>
            <a:pPr marL="550545">
              <a:lnSpc>
                <a:spcPct val="100000"/>
              </a:lnSpc>
              <a:spcBef>
                <a:spcPts val="70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Stating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new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trends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make</a:t>
            </a:r>
            <a:r>
              <a:rPr sz="105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company’s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offering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possible</a:t>
            </a:r>
            <a:endParaRPr sz="1050" dirty="0">
              <a:latin typeface="Arial"/>
              <a:cs typeface="Arial"/>
            </a:endParaRPr>
          </a:p>
          <a:p>
            <a:pPr marL="550545">
              <a:lnSpc>
                <a:spcPct val="100000"/>
              </a:lnSpc>
              <a:spcBef>
                <a:spcPts val="710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05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product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offerings</a:t>
            </a:r>
            <a:r>
              <a:rPr sz="1050" spc="20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developed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context</a:t>
            </a:r>
            <a:r>
              <a:rPr sz="105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emerging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trends(what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these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trends)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Key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problems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that</a:t>
            </a:r>
            <a:r>
              <a:rPr sz="1400" b="1" spc="-2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resolved</a:t>
            </a:r>
            <a:r>
              <a:rPr sz="1400" b="1" spc="-1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by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</a:t>
            </a:r>
            <a:r>
              <a:rPr sz="1400" b="1" spc="-2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company’s</a:t>
            </a:r>
            <a:r>
              <a:rPr sz="1400" b="1" spc="-5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offerings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9625" y="5171821"/>
            <a:ext cx="774700" cy="785495"/>
            <a:chOff x="559625" y="5171821"/>
            <a:chExt cx="774700" cy="785495"/>
          </a:xfrm>
        </p:grpSpPr>
        <p:sp>
          <p:nvSpPr>
            <p:cNvPr id="22" name="object 22"/>
            <p:cNvSpPr/>
            <p:nvPr/>
          </p:nvSpPr>
          <p:spPr>
            <a:xfrm>
              <a:off x="765517" y="5171821"/>
              <a:ext cx="363220" cy="77470"/>
            </a:xfrm>
            <a:custGeom>
              <a:avLst/>
              <a:gdLst/>
              <a:ahLst/>
              <a:cxnLst/>
              <a:rect l="l" t="t" r="r" b="b"/>
              <a:pathLst>
                <a:path w="363219" h="77470">
                  <a:moveTo>
                    <a:pt x="180060" y="0"/>
                  </a:moveTo>
                  <a:lnTo>
                    <a:pt x="135520" y="2224"/>
                  </a:lnTo>
                  <a:lnTo>
                    <a:pt x="92265" y="8747"/>
                  </a:lnTo>
                  <a:lnTo>
                    <a:pt x="50515" y="19341"/>
                  </a:lnTo>
                  <a:lnTo>
                    <a:pt x="10490" y="33781"/>
                  </a:lnTo>
                  <a:lnTo>
                    <a:pt x="0" y="39369"/>
                  </a:lnTo>
                  <a:lnTo>
                    <a:pt x="15493" y="75183"/>
                  </a:lnTo>
                  <a:lnTo>
                    <a:pt x="25844" y="69595"/>
                  </a:lnTo>
                  <a:lnTo>
                    <a:pt x="62249" y="56509"/>
                  </a:lnTo>
                  <a:lnTo>
                    <a:pt x="100218" y="46910"/>
                  </a:lnTo>
                  <a:lnTo>
                    <a:pt x="139555" y="41003"/>
                  </a:lnTo>
                  <a:lnTo>
                    <a:pt x="180060" y="38988"/>
                  </a:lnTo>
                  <a:lnTo>
                    <a:pt x="220567" y="41003"/>
                  </a:lnTo>
                  <a:lnTo>
                    <a:pt x="259907" y="46910"/>
                  </a:lnTo>
                  <a:lnTo>
                    <a:pt x="297877" y="56509"/>
                  </a:lnTo>
                  <a:lnTo>
                    <a:pt x="334276" y="69595"/>
                  </a:lnTo>
                  <a:lnTo>
                    <a:pt x="348932" y="77469"/>
                  </a:lnTo>
                  <a:lnTo>
                    <a:pt x="362712" y="40766"/>
                  </a:lnTo>
                  <a:lnTo>
                    <a:pt x="349631" y="33781"/>
                  </a:lnTo>
                  <a:lnTo>
                    <a:pt x="309612" y="19341"/>
                  </a:lnTo>
                  <a:lnTo>
                    <a:pt x="267865" y="8747"/>
                  </a:lnTo>
                  <a:lnTo>
                    <a:pt x="224608" y="2224"/>
                  </a:lnTo>
                  <a:lnTo>
                    <a:pt x="1800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625" y="5182616"/>
              <a:ext cx="774128" cy="77417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7438" y="5254625"/>
              <a:ext cx="619760" cy="619760"/>
            </a:xfrm>
            <a:custGeom>
              <a:avLst/>
              <a:gdLst/>
              <a:ahLst/>
              <a:cxnLst/>
              <a:rect l="l" t="t" r="r" b="b"/>
              <a:pathLst>
                <a:path w="619760" h="619760">
                  <a:moveTo>
                    <a:pt x="309676" y="0"/>
                  </a:moveTo>
                  <a:lnTo>
                    <a:pt x="263914" y="3358"/>
                  </a:lnTo>
                  <a:lnTo>
                    <a:pt x="220237" y="13114"/>
                  </a:lnTo>
                  <a:lnTo>
                    <a:pt x="179124" y="28789"/>
                  </a:lnTo>
                  <a:lnTo>
                    <a:pt x="141054" y="49903"/>
                  </a:lnTo>
                  <a:lnTo>
                    <a:pt x="106505" y="75978"/>
                  </a:lnTo>
                  <a:lnTo>
                    <a:pt x="75958" y="106533"/>
                  </a:lnTo>
                  <a:lnTo>
                    <a:pt x="49890" y="141090"/>
                  </a:lnTo>
                  <a:lnTo>
                    <a:pt x="28781" y="179170"/>
                  </a:lnTo>
                  <a:lnTo>
                    <a:pt x="13111" y="220293"/>
                  </a:lnTo>
                  <a:lnTo>
                    <a:pt x="3357" y="263980"/>
                  </a:lnTo>
                  <a:lnTo>
                    <a:pt x="0" y="309753"/>
                  </a:lnTo>
                  <a:lnTo>
                    <a:pt x="3357" y="355505"/>
                  </a:lnTo>
                  <a:lnTo>
                    <a:pt x="13111" y="399174"/>
                  </a:lnTo>
                  <a:lnTo>
                    <a:pt x="28781" y="440281"/>
                  </a:lnTo>
                  <a:lnTo>
                    <a:pt x="49890" y="478347"/>
                  </a:lnTo>
                  <a:lnTo>
                    <a:pt x="75958" y="512892"/>
                  </a:lnTo>
                  <a:lnTo>
                    <a:pt x="106505" y="543437"/>
                  </a:lnTo>
                  <a:lnTo>
                    <a:pt x="141054" y="569502"/>
                  </a:lnTo>
                  <a:lnTo>
                    <a:pt x="179124" y="590610"/>
                  </a:lnTo>
                  <a:lnTo>
                    <a:pt x="220237" y="606280"/>
                  </a:lnTo>
                  <a:lnTo>
                    <a:pt x="263914" y="616034"/>
                  </a:lnTo>
                  <a:lnTo>
                    <a:pt x="309676" y="619391"/>
                  </a:lnTo>
                  <a:lnTo>
                    <a:pt x="355438" y="616034"/>
                  </a:lnTo>
                  <a:lnTo>
                    <a:pt x="399115" y="606280"/>
                  </a:lnTo>
                  <a:lnTo>
                    <a:pt x="440229" y="590610"/>
                  </a:lnTo>
                  <a:lnTo>
                    <a:pt x="478299" y="569502"/>
                  </a:lnTo>
                  <a:lnTo>
                    <a:pt x="512847" y="543437"/>
                  </a:lnTo>
                  <a:lnTo>
                    <a:pt x="543395" y="512892"/>
                  </a:lnTo>
                  <a:lnTo>
                    <a:pt x="569463" y="478347"/>
                  </a:lnTo>
                  <a:lnTo>
                    <a:pt x="590571" y="440281"/>
                  </a:lnTo>
                  <a:lnTo>
                    <a:pt x="606242" y="399174"/>
                  </a:lnTo>
                  <a:lnTo>
                    <a:pt x="615995" y="355505"/>
                  </a:lnTo>
                  <a:lnTo>
                    <a:pt x="619353" y="309753"/>
                  </a:lnTo>
                  <a:lnTo>
                    <a:pt x="615995" y="263980"/>
                  </a:lnTo>
                  <a:lnTo>
                    <a:pt x="606242" y="220293"/>
                  </a:lnTo>
                  <a:lnTo>
                    <a:pt x="590571" y="179170"/>
                  </a:lnTo>
                  <a:lnTo>
                    <a:pt x="569463" y="141090"/>
                  </a:lnTo>
                  <a:lnTo>
                    <a:pt x="543395" y="106533"/>
                  </a:lnTo>
                  <a:lnTo>
                    <a:pt x="512847" y="75978"/>
                  </a:lnTo>
                  <a:lnTo>
                    <a:pt x="478299" y="49903"/>
                  </a:lnTo>
                  <a:lnTo>
                    <a:pt x="440229" y="28789"/>
                  </a:lnTo>
                  <a:lnTo>
                    <a:pt x="399115" y="13114"/>
                  </a:lnTo>
                  <a:lnTo>
                    <a:pt x="355438" y="3358"/>
                  </a:lnTo>
                  <a:lnTo>
                    <a:pt x="309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35122" y="5352288"/>
              <a:ext cx="426720" cy="427355"/>
            </a:xfrm>
            <a:custGeom>
              <a:avLst/>
              <a:gdLst/>
              <a:ahLst/>
              <a:cxnLst/>
              <a:rect l="l" t="t" r="r" b="b"/>
              <a:pathLst>
                <a:path w="426719" h="427354">
                  <a:moveTo>
                    <a:pt x="178778" y="371259"/>
                  </a:moveTo>
                  <a:lnTo>
                    <a:pt x="39602" y="371259"/>
                  </a:lnTo>
                  <a:lnTo>
                    <a:pt x="44822" y="377812"/>
                  </a:lnTo>
                  <a:lnTo>
                    <a:pt x="50473" y="383489"/>
                  </a:lnTo>
                  <a:lnTo>
                    <a:pt x="57001" y="388289"/>
                  </a:lnTo>
                  <a:lnTo>
                    <a:pt x="52752" y="408381"/>
                  </a:lnTo>
                  <a:lnTo>
                    <a:pt x="51878" y="412318"/>
                  </a:lnTo>
                  <a:lnTo>
                    <a:pt x="51782" y="412750"/>
                  </a:lnTo>
                  <a:lnTo>
                    <a:pt x="53966" y="416687"/>
                  </a:lnTo>
                  <a:lnTo>
                    <a:pt x="57446" y="417995"/>
                  </a:lnTo>
                  <a:lnTo>
                    <a:pt x="76597" y="425856"/>
                  </a:lnTo>
                  <a:lnTo>
                    <a:pt x="80077" y="427164"/>
                  </a:lnTo>
                  <a:lnTo>
                    <a:pt x="84421" y="425856"/>
                  </a:lnTo>
                  <a:lnTo>
                    <a:pt x="86160" y="422795"/>
                  </a:lnTo>
                  <a:lnTo>
                    <a:pt x="97476" y="404888"/>
                  </a:lnTo>
                  <a:lnTo>
                    <a:pt x="120240" y="404888"/>
                  </a:lnTo>
                  <a:lnTo>
                    <a:pt x="122292" y="404456"/>
                  </a:lnTo>
                  <a:lnTo>
                    <a:pt x="166659" y="404456"/>
                  </a:lnTo>
                  <a:lnTo>
                    <a:pt x="162767" y="387413"/>
                  </a:lnTo>
                  <a:lnTo>
                    <a:pt x="169295" y="382181"/>
                  </a:lnTo>
                  <a:lnTo>
                    <a:pt x="174946" y="376504"/>
                  </a:lnTo>
                  <a:lnTo>
                    <a:pt x="178778" y="371259"/>
                  </a:lnTo>
                  <a:close/>
                </a:path>
                <a:path w="426719" h="427354">
                  <a:moveTo>
                    <a:pt x="166659" y="404456"/>
                  </a:moveTo>
                  <a:lnTo>
                    <a:pt x="122292" y="404456"/>
                  </a:lnTo>
                  <a:lnTo>
                    <a:pt x="133608" y="422363"/>
                  </a:lnTo>
                  <a:lnTo>
                    <a:pt x="135779" y="425856"/>
                  </a:lnTo>
                  <a:lnTo>
                    <a:pt x="139691" y="427164"/>
                  </a:lnTo>
                  <a:lnTo>
                    <a:pt x="143615" y="425424"/>
                  </a:lnTo>
                  <a:lnTo>
                    <a:pt x="162767" y="417550"/>
                  </a:lnTo>
                  <a:lnTo>
                    <a:pt x="166247" y="416242"/>
                  </a:lnTo>
                  <a:lnTo>
                    <a:pt x="168418" y="412318"/>
                  </a:lnTo>
                  <a:lnTo>
                    <a:pt x="167652" y="408825"/>
                  </a:lnTo>
                  <a:lnTo>
                    <a:pt x="166757" y="404888"/>
                  </a:lnTo>
                  <a:lnTo>
                    <a:pt x="166659" y="404456"/>
                  </a:lnTo>
                  <a:close/>
                </a:path>
                <a:path w="426719" h="427354">
                  <a:moveTo>
                    <a:pt x="120240" y="404888"/>
                  </a:moveTo>
                  <a:lnTo>
                    <a:pt x="97476" y="404888"/>
                  </a:lnTo>
                  <a:lnTo>
                    <a:pt x="105757" y="406196"/>
                  </a:lnTo>
                  <a:lnTo>
                    <a:pt x="114024" y="406196"/>
                  </a:lnTo>
                  <a:lnTo>
                    <a:pt x="120240" y="404888"/>
                  </a:lnTo>
                  <a:close/>
                </a:path>
                <a:path w="426719" h="427354">
                  <a:moveTo>
                    <a:pt x="14786" y="260756"/>
                  </a:moveTo>
                  <a:lnTo>
                    <a:pt x="10875" y="262940"/>
                  </a:lnTo>
                  <a:lnTo>
                    <a:pt x="9567" y="266433"/>
                  </a:lnTo>
                  <a:lnTo>
                    <a:pt x="1731" y="285648"/>
                  </a:lnTo>
                  <a:lnTo>
                    <a:pt x="355" y="288761"/>
                  </a:lnTo>
                  <a:lnTo>
                    <a:pt x="0" y="289610"/>
                  </a:lnTo>
                  <a:lnTo>
                    <a:pt x="1299" y="293509"/>
                  </a:lnTo>
                  <a:lnTo>
                    <a:pt x="22622" y="307047"/>
                  </a:lnTo>
                  <a:lnTo>
                    <a:pt x="21327" y="314909"/>
                  </a:lnTo>
                  <a:lnTo>
                    <a:pt x="21691" y="321906"/>
                  </a:lnTo>
                  <a:lnTo>
                    <a:pt x="21759" y="323215"/>
                  </a:lnTo>
                  <a:lnTo>
                    <a:pt x="22622" y="331508"/>
                  </a:lnTo>
                  <a:lnTo>
                    <a:pt x="4779" y="342861"/>
                  </a:lnTo>
                  <a:lnTo>
                    <a:pt x="1731" y="344614"/>
                  </a:lnTo>
                  <a:lnTo>
                    <a:pt x="435" y="348983"/>
                  </a:lnTo>
                  <a:lnTo>
                    <a:pt x="2175" y="352475"/>
                  </a:lnTo>
                  <a:lnTo>
                    <a:pt x="10011" y="371690"/>
                  </a:lnTo>
                  <a:lnTo>
                    <a:pt x="11751" y="375196"/>
                  </a:lnTo>
                  <a:lnTo>
                    <a:pt x="15663" y="376936"/>
                  </a:lnTo>
                  <a:lnTo>
                    <a:pt x="19143" y="376059"/>
                  </a:lnTo>
                  <a:lnTo>
                    <a:pt x="39602" y="371259"/>
                  </a:lnTo>
                  <a:lnTo>
                    <a:pt x="178778" y="371259"/>
                  </a:lnTo>
                  <a:lnTo>
                    <a:pt x="179734" y="369950"/>
                  </a:lnTo>
                  <a:lnTo>
                    <a:pt x="209325" y="369950"/>
                  </a:lnTo>
                  <a:lnTo>
                    <a:pt x="213356" y="360066"/>
                  </a:lnTo>
                  <a:lnTo>
                    <a:pt x="108867" y="360066"/>
                  </a:lnTo>
                  <a:lnTo>
                    <a:pt x="93288" y="357062"/>
                  </a:lnTo>
                  <a:lnTo>
                    <a:pt x="79915" y="348488"/>
                  </a:lnTo>
                  <a:lnTo>
                    <a:pt x="70501" y="335000"/>
                  </a:lnTo>
                  <a:lnTo>
                    <a:pt x="67105" y="318670"/>
                  </a:lnTo>
                  <a:lnTo>
                    <a:pt x="70116" y="302953"/>
                  </a:lnTo>
                  <a:lnTo>
                    <a:pt x="78758" y="289610"/>
                  </a:lnTo>
                  <a:lnTo>
                    <a:pt x="92256" y="280403"/>
                  </a:lnTo>
                  <a:lnTo>
                    <a:pt x="108285" y="277187"/>
                  </a:lnTo>
                  <a:lnTo>
                    <a:pt x="213558" y="277187"/>
                  </a:lnTo>
                  <a:lnTo>
                    <a:pt x="209000" y="266001"/>
                  </a:lnTo>
                  <a:lnTo>
                    <a:pt x="39158" y="266001"/>
                  </a:lnTo>
                  <a:lnTo>
                    <a:pt x="14786" y="260756"/>
                  </a:lnTo>
                  <a:close/>
                </a:path>
                <a:path w="426719" h="427354">
                  <a:moveTo>
                    <a:pt x="209325" y="369950"/>
                  </a:moveTo>
                  <a:lnTo>
                    <a:pt x="179734" y="369950"/>
                  </a:lnTo>
                  <a:lnTo>
                    <a:pt x="200194" y="374751"/>
                  </a:lnTo>
                  <a:lnTo>
                    <a:pt x="204105" y="375627"/>
                  </a:lnTo>
                  <a:lnTo>
                    <a:pt x="208017" y="373443"/>
                  </a:lnTo>
                  <a:lnTo>
                    <a:pt x="209325" y="369950"/>
                  </a:lnTo>
                  <a:close/>
                </a:path>
                <a:path w="426719" h="427354">
                  <a:moveTo>
                    <a:pt x="213558" y="277187"/>
                  </a:moveTo>
                  <a:lnTo>
                    <a:pt x="108285" y="277187"/>
                  </a:lnTo>
                  <a:lnTo>
                    <a:pt x="123865" y="280190"/>
                  </a:lnTo>
                  <a:lnTo>
                    <a:pt x="137242" y="288761"/>
                  </a:lnTo>
                  <a:lnTo>
                    <a:pt x="146663" y="302247"/>
                  </a:lnTo>
                  <a:lnTo>
                    <a:pt x="149870" y="318334"/>
                  </a:lnTo>
                  <a:lnTo>
                    <a:pt x="146876" y="333970"/>
                  </a:lnTo>
                  <a:lnTo>
                    <a:pt x="138438" y="347230"/>
                  </a:lnTo>
                  <a:lnTo>
                    <a:pt x="138334" y="347394"/>
                  </a:lnTo>
                  <a:lnTo>
                    <a:pt x="124895" y="356844"/>
                  </a:lnTo>
                  <a:lnTo>
                    <a:pt x="108867" y="360066"/>
                  </a:lnTo>
                  <a:lnTo>
                    <a:pt x="213356" y="360066"/>
                  </a:lnTo>
                  <a:lnTo>
                    <a:pt x="217161" y="350735"/>
                  </a:lnTo>
                  <a:lnTo>
                    <a:pt x="218408" y="347394"/>
                  </a:lnTo>
                  <a:lnTo>
                    <a:pt x="218469" y="347230"/>
                  </a:lnTo>
                  <a:lnTo>
                    <a:pt x="217161" y="342861"/>
                  </a:lnTo>
                  <a:lnTo>
                    <a:pt x="214113" y="341122"/>
                  </a:lnTo>
                  <a:lnTo>
                    <a:pt x="195838" y="329768"/>
                  </a:lnTo>
                  <a:lnTo>
                    <a:pt x="196714" y="321906"/>
                  </a:lnTo>
                  <a:lnTo>
                    <a:pt x="196714" y="313601"/>
                  </a:lnTo>
                  <a:lnTo>
                    <a:pt x="195406" y="305308"/>
                  </a:lnTo>
                  <a:lnTo>
                    <a:pt x="216729" y="291769"/>
                  </a:lnTo>
                  <a:lnTo>
                    <a:pt x="218037" y="287832"/>
                  </a:lnTo>
                  <a:lnTo>
                    <a:pt x="216297" y="283908"/>
                  </a:lnTo>
                  <a:lnTo>
                    <a:pt x="213558" y="277187"/>
                  </a:lnTo>
                  <a:close/>
                </a:path>
                <a:path w="426719" h="427354">
                  <a:moveTo>
                    <a:pt x="345725" y="224028"/>
                  </a:moveTo>
                  <a:lnTo>
                    <a:pt x="240224" y="224028"/>
                  </a:lnTo>
                  <a:lnTo>
                    <a:pt x="246831" y="227466"/>
                  </a:lnTo>
                  <a:lnTo>
                    <a:pt x="253556" y="230489"/>
                  </a:lnTo>
                  <a:lnTo>
                    <a:pt x="260362" y="233011"/>
                  </a:lnTo>
                  <a:lnTo>
                    <a:pt x="267212" y="234950"/>
                  </a:lnTo>
                  <a:lnTo>
                    <a:pt x="271725" y="260756"/>
                  </a:lnTo>
                  <a:lnTo>
                    <a:pt x="272354" y="264248"/>
                  </a:lnTo>
                  <a:lnTo>
                    <a:pt x="272431" y="264680"/>
                  </a:lnTo>
                  <a:lnTo>
                    <a:pt x="276356" y="267741"/>
                  </a:lnTo>
                  <a:lnTo>
                    <a:pt x="311166" y="267741"/>
                  </a:lnTo>
                  <a:lnTo>
                    <a:pt x="315078" y="264248"/>
                  </a:lnTo>
                  <a:lnTo>
                    <a:pt x="315954" y="259880"/>
                  </a:lnTo>
                  <a:lnTo>
                    <a:pt x="320245" y="234950"/>
                  </a:lnTo>
                  <a:lnTo>
                    <a:pt x="320310" y="234569"/>
                  </a:lnTo>
                  <a:lnTo>
                    <a:pt x="327080" y="232630"/>
                  </a:lnTo>
                  <a:lnTo>
                    <a:pt x="333690" y="230108"/>
                  </a:lnTo>
                  <a:lnTo>
                    <a:pt x="340138" y="227085"/>
                  </a:lnTo>
                  <a:lnTo>
                    <a:pt x="345725" y="224028"/>
                  </a:lnTo>
                  <a:close/>
                </a:path>
                <a:path w="426719" h="427354">
                  <a:moveTo>
                    <a:pt x="78769" y="209169"/>
                  </a:moveTo>
                  <a:lnTo>
                    <a:pt x="75289" y="210947"/>
                  </a:lnTo>
                  <a:lnTo>
                    <a:pt x="56138" y="218821"/>
                  </a:lnTo>
                  <a:lnTo>
                    <a:pt x="52658" y="220090"/>
                  </a:lnTo>
                  <a:lnTo>
                    <a:pt x="50473" y="224028"/>
                  </a:lnTo>
                  <a:lnTo>
                    <a:pt x="56138" y="248526"/>
                  </a:lnTo>
                  <a:lnTo>
                    <a:pt x="49610" y="253771"/>
                  </a:lnTo>
                  <a:lnTo>
                    <a:pt x="43946" y="259448"/>
                  </a:lnTo>
                  <a:lnTo>
                    <a:pt x="39158" y="266001"/>
                  </a:lnTo>
                  <a:lnTo>
                    <a:pt x="209000" y="266001"/>
                  </a:lnTo>
                  <a:lnTo>
                    <a:pt x="208461" y="264680"/>
                  </a:lnTo>
                  <a:lnTo>
                    <a:pt x="178426" y="264680"/>
                  </a:lnTo>
                  <a:lnTo>
                    <a:pt x="173206" y="258127"/>
                  </a:lnTo>
                  <a:lnTo>
                    <a:pt x="167555" y="252450"/>
                  </a:lnTo>
                  <a:lnTo>
                    <a:pt x="161027" y="247650"/>
                  </a:lnTo>
                  <a:lnTo>
                    <a:pt x="164352" y="231902"/>
                  </a:lnTo>
                  <a:lnTo>
                    <a:pt x="96613" y="231902"/>
                  </a:lnTo>
                  <a:lnTo>
                    <a:pt x="83125" y="210565"/>
                  </a:lnTo>
                  <a:lnTo>
                    <a:pt x="78769" y="209169"/>
                  </a:lnTo>
                  <a:close/>
                </a:path>
                <a:path w="426719" h="427354">
                  <a:moveTo>
                    <a:pt x="203242" y="259003"/>
                  </a:moveTo>
                  <a:lnTo>
                    <a:pt x="178426" y="264680"/>
                  </a:lnTo>
                  <a:lnTo>
                    <a:pt x="208461" y="264680"/>
                  </a:lnTo>
                  <a:lnTo>
                    <a:pt x="207153" y="261188"/>
                  </a:lnTo>
                  <a:lnTo>
                    <a:pt x="203242" y="259003"/>
                  </a:lnTo>
                  <a:close/>
                </a:path>
                <a:path w="426719" h="427354">
                  <a:moveTo>
                    <a:pt x="214989" y="27559"/>
                  </a:moveTo>
                  <a:lnTo>
                    <a:pt x="209770" y="27940"/>
                  </a:lnTo>
                  <a:lnTo>
                    <a:pt x="186262" y="51562"/>
                  </a:lnTo>
                  <a:lnTo>
                    <a:pt x="185398" y="57277"/>
                  </a:lnTo>
                  <a:lnTo>
                    <a:pt x="188434" y="60706"/>
                  </a:lnTo>
                  <a:lnTo>
                    <a:pt x="203242" y="81661"/>
                  </a:lnTo>
                  <a:lnTo>
                    <a:pt x="199827" y="88298"/>
                  </a:lnTo>
                  <a:lnTo>
                    <a:pt x="196819" y="95043"/>
                  </a:lnTo>
                  <a:lnTo>
                    <a:pt x="194301" y="101859"/>
                  </a:lnTo>
                  <a:lnTo>
                    <a:pt x="192358" y="108712"/>
                  </a:lnTo>
                  <a:lnTo>
                    <a:pt x="162322" y="114046"/>
                  </a:lnTo>
                  <a:lnTo>
                    <a:pt x="159274" y="117983"/>
                  </a:lnTo>
                  <a:lnTo>
                    <a:pt x="159274" y="152908"/>
                  </a:lnTo>
                  <a:lnTo>
                    <a:pt x="162767" y="156845"/>
                  </a:lnTo>
                  <a:lnTo>
                    <a:pt x="167110" y="157734"/>
                  </a:lnTo>
                  <a:lnTo>
                    <a:pt x="192358" y="162052"/>
                  </a:lnTo>
                  <a:lnTo>
                    <a:pt x="194490" y="168898"/>
                  </a:lnTo>
                  <a:lnTo>
                    <a:pt x="197035" y="175672"/>
                  </a:lnTo>
                  <a:lnTo>
                    <a:pt x="200070" y="182304"/>
                  </a:lnTo>
                  <a:lnTo>
                    <a:pt x="203674" y="188722"/>
                  </a:lnTo>
                  <a:lnTo>
                    <a:pt x="189310" y="209169"/>
                  </a:lnTo>
                  <a:lnTo>
                    <a:pt x="186262" y="212217"/>
                  </a:lnTo>
                  <a:lnTo>
                    <a:pt x="186653" y="217043"/>
                  </a:lnTo>
                  <a:lnTo>
                    <a:pt x="186694" y="217550"/>
                  </a:lnTo>
                  <a:lnTo>
                    <a:pt x="210201" y="241096"/>
                  </a:lnTo>
                  <a:lnTo>
                    <a:pt x="215853" y="241973"/>
                  </a:lnTo>
                  <a:lnTo>
                    <a:pt x="219333" y="238912"/>
                  </a:lnTo>
                  <a:lnTo>
                    <a:pt x="240224" y="224028"/>
                  </a:lnTo>
                  <a:lnTo>
                    <a:pt x="345725" y="224028"/>
                  </a:lnTo>
                  <a:lnTo>
                    <a:pt x="346422" y="223647"/>
                  </a:lnTo>
                  <a:lnTo>
                    <a:pt x="392939" y="223647"/>
                  </a:lnTo>
                  <a:lnTo>
                    <a:pt x="399508" y="217043"/>
                  </a:lnTo>
                  <a:lnTo>
                    <a:pt x="400264" y="212217"/>
                  </a:lnTo>
                  <a:lnTo>
                    <a:pt x="400384" y="211455"/>
                  </a:lnTo>
                  <a:lnTo>
                    <a:pt x="397336" y="207899"/>
                  </a:lnTo>
                  <a:lnTo>
                    <a:pt x="382540" y="187325"/>
                  </a:lnTo>
                  <a:lnTo>
                    <a:pt x="386143" y="180812"/>
                  </a:lnTo>
                  <a:lnTo>
                    <a:pt x="387752" y="177292"/>
                  </a:lnTo>
                  <a:lnTo>
                    <a:pt x="279391" y="177292"/>
                  </a:lnTo>
                  <a:lnTo>
                    <a:pt x="240224" y="138049"/>
                  </a:lnTo>
                  <a:lnTo>
                    <a:pt x="260252" y="117983"/>
                  </a:lnTo>
                  <a:lnTo>
                    <a:pt x="298670" y="117983"/>
                  </a:lnTo>
                  <a:lnTo>
                    <a:pt x="325098" y="91693"/>
                  </a:lnTo>
                  <a:lnTo>
                    <a:pt x="388662" y="91693"/>
                  </a:lnTo>
                  <a:lnTo>
                    <a:pt x="386205" y="86469"/>
                  </a:lnTo>
                  <a:lnTo>
                    <a:pt x="382540" y="79883"/>
                  </a:lnTo>
                  <a:lnTo>
                    <a:pt x="397336" y="59436"/>
                  </a:lnTo>
                  <a:lnTo>
                    <a:pt x="399952" y="55499"/>
                  </a:lnTo>
                  <a:lnTo>
                    <a:pt x="399616" y="51562"/>
                  </a:lnTo>
                  <a:lnTo>
                    <a:pt x="399508" y="50292"/>
                  </a:lnTo>
                  <a:lnTo>
                    <a:pt x="396472" y="47117"/>
                  </a:lnTo>
                  <a:lnTo>
                    <a:pt x="393910" y="44577"/>
                  </a:lnTo>
                  <a:lnTo>
                    <a:pt x="238484" y="44577"/>
                  </a:lnTo>
                  <a:lnTo>
                    <a:pt x="218901" y="30099"/>
                  </a:lnTo>
                  <a:lnTo>
                    <a:pt x="214989" y="27559"/>
                  </a:lnTo>
                  <a:close/>
                </a:path>
                <a:path w="426719" h="427354">
                  <a:moveTo>
                    <a:pt x="392939" y="223647"/>
                  </a:moveTo>
                  <a:lnTo>
                    <a:pt x="346422" y="223647"/>
                  </a:lnTo>
                  <a:lnTo>
                    <a:pt x="366869" y="238480"/>
                  </a:lnTo>
                  <a:lnTo>
                    <a:pt x="370793" y="241096"/>
                  </a:lnTo>
                  <a:lnTo>
                    <a:pt x="376013" y="240665"/>
                  </a:lnTo>
                  <a:lnTo>
                    <a:pt x="392939" y="223647"/>
                  </a:lnTo>
                  <a:close/>
                </a:path>
                <a:path w="426719" h="427354">
                  <a:moveTo>
                    <a:pt x="112716" y="230631"/>
                  </a:moveTo>
                  <a:lnTo>
                    <a:pt x="104880" y="230631"/>
                  </a:lnTo>
                  <a:lnTo>
                    <a:pt x="96613" y="231902"/>
                  </a:lnTo>
                  <a:lnTo>
                    <a:pt x="164352" y="231902"/>
                  </a:lnTo>
                  <a:lnTo>
                    <a:pt x="164432" y="231521"/>
                  </a:lnTo>
                  <a:lnTo>
                    <a:pt x="120552" y="231521"/>
                  </a:lnTo>
                  <a:lnTo>
                    <a:pt x="112716" y="230631"/>
                  </a:lnTo>
                  <a:close/>
                </a:path>
                <a:path w="426719" h="427354">
                  <a:moveTo>
                    <a:pt x="137951" y="208787"/>
                  </a:moveTo>
                  <a:lnTo>
                    <a:pt x="133608" y="210058"/>
                  </a:lnTo>
                  <a:lnTo>
                    <a:pt x="131868" y="213106"/>
                  </a:lnTo>
                  <a:lnTo>
                    <a:pt x="120552" y="231521"/>
                  </a:lnTo>
                  <a:lnTo>
                    <a:pt x="164432" y="231521"/>
                  </a:lnTo>
                  <a:lnTo>
                    <a:pt x="165183" y="227965"/>
                  </a:lnTo>
                  <a:lnTo>
                    <a:pt x="166049" y="224028"/>
                  </a:lnTo>
                  <a:lnTo>
                    <a:pt x="166134" y="223647"/>
                  </a:lnTo>
                  <a:lnTo>
                    <a:pt x="166247" y="223139"/>
                  </a:lnTo>
                  <a:lnTo>
                    <a:pt x="164062" y="219202"/>
                  </a:lnTo>
                  <a:lnTo>
                    <a:pt x="160582" y="217931"/>
                  </a:lnTo>
                  <a:lnTo>
                    <a:pt x="141431" y="210058"/>
                  </a:lnTo>
                  <a:lnTo>
                    <a:pt x="137951" y="208787"/>
                  </a:lnTo>
                  <a:close/>
                </a:path>
                <a:path w="426719" h="427354">
                  <a:moveTo>
                    <a:pt x="388662" y="91693"/>
                  </a:moveTo>
                  <a:lnTo>
                    <a:pt x="325098" y="91693"/>
                  </a:lnTo>
                  <a:lnTo>
                    <a:pt x="345113" y="111759"/>
                  </a:lnTo>
                  <a:lnTo>
                    <a:pt x="279391" y="177292"/>
                  </a:lnTo>
                  <a:lnTo>
                    <a:pt x="387752" y="177292"/>
                  </a:lnTo>
                  <a:lnTo>
                    <a:pt x="389175" y="174180"/>
                  </a:lnTo>
                  <a:lnTo>
                    <a:pt x="391718" y="167358"/>
                  </a:lnTo>
                  <a:lnTo>
                    <a:pt x="393856" y="160274"/>
                  </a:lnTo>
                  <a:lnTo>
                    <a:pt x="418659" y="155956"/>
                  </a:lnTo>
                  <a:lnTo>
                    <a:pt x="423447" y="155067"/>
                  </a:lnTo>
                  <a:lnTo>
                    <a:pt x="426495" y="151130"/>
                  </a:lnTo>
                  <a:lnTo>
                    <a:pt x="426495" y="116205"/>
                  </a:lnTo>
                  <a:lnTo>
                    <a:pt x="423015" y="112268"/>
                  </a:lnTo>
                  <a:lnTo>
                    <a:pt x="418659" y="111378"/>
                  </a:lnTo>
                  <a:lnTo>
                    <a:pt x="393856" y="107061"/>
                  </a:lnTo>
                  <a:lnTo>
                    <a:pt x="391906" y="99974"/>
                  </a:lnTo>
                  <a:lnTo>
                    <a:pt x="389341" y="93138"/>
                  </a:lnTo>
                  <a:lnTo>
                    <a:pt x="388662" y="91693"/>
                  </a:lnTo>
                  <a:close/>
                </a:path>
                <a:path w="426719" h="427354">
                  <a:moveTo>
                    <a:pt x="298670" y="117983"/>
                  </a:moveTo>
                  <a:lnTo>
                    <a:pt x="260252" y="117983"/>
                  </a:lnTo>
                  <a:lnTo>
                    <a:pt x="279391" y="137159"/>
                  </a:lnTo>
                  <a:lnTo>
                    <a:pt x="298670" y="117983"/>
                  </a:lnTo>
                  <a:close/>
                </a:path>
                <a:path w="426719" h="427354">
                  <a:moveTo>
                    <a:pt x="309858" y="0"/>
                  </a:moveTo>
                  <a:lnTo>
                    <a:pt x="275048" y="0"/>
                  </a:lnTo>
                  <a:lnTo>
                    <a:pt x="271123" y="3556"/>
                  </a:lnTo>
                  <a:lnTo>
                    <a:pt x="270361" y="7365"/>
                  </a:lnTo>
                  <a:lnTo>
                    <a:pt x="265992" y="32258"/>
                  </a:lnTo>
                  <a:lnTo>
                    <a:pt x="265904" y="32765"/>
                  </a:lnTo>
                  <a:lnTo>
                    <a:pt x="258805" y="34718"/>
                  </a:lnTo>
                  <a:lnTo>
                    <a:pt x="251870" y="37337"/>
                  </a:lnTo>
                  <a:lnTo>
                    <a:pt x="245097" y="40624"/>
                  </a:lnTo>
                  <a:lnTo>
                    <a:pt x="238484" y="44577"/>
                  </a:lnTo>
                  <a:lnTo>
                    <a:pt x="393910" y="44577"/>
                  </a:lnTo>
                  <a:lnTo>
                    <a:pt x="393013" y="43687"/>
                  </a:lnTo>
                  <a:lnTo>
                    <a:pt x="346422" y="43687"/>
                  </a:lnTo>
                  <a:lnTo>
                    <a:pt x="339876" y="40080"/>
                  </a:lnTo>
                  <a:lnTo>
                    <a:pt x="333252" y="37020"/>
                  </a:lnTo>
                  <a:lnTo>
                    <a:pt x="326466" y="34436"/>
                  </a:lnTo>
                  <a:lnTo>
                    <a:pt x="319434" y="32258"/>
                  </a:lnTo>
                  <a:lnTo>
                    <a:pt x="315167" y="7874"/>
                  </a:lnTo>
                  <a:lnTo>
                    <a:pt x="315078" y="7365"/>
                  </a:lnTo>
                  <a:lnTo>
                    <a:pt x="313783" y="3556"/>
                  </a:lnTo>
                  <a:lnTo>
                    <a:pt x="309858" y="0"/>
                  </a:lnTo>
                  <a:close/>
                </a:path>
                <a:path w="426719" h="427354">
                  <a:moveTo>
                    <a:pt x="370348" y="26162"/>
                  </a:moveTo>
                  <a:lnTo>
                    <a:pt x="366869" y="28828"/>
                  </a:lnTo>
                  <a:lnTo>
                    <a:pt x="346422" y="43687"/>
                  </a:lnTo>
                  <a:lnTo>
                    <a:pt x="393013" y="43687"/>
                  </a:lnTo>
                  <a:lnTo>
                    <a:pt x="387760" y="38481"/>
                  </a:lnTo>
                  <a:lnTo>
                    <a:pt x="379061" y="29718"/>
                  </a:lnTo>
                  <a:lnTo>
                    <a:pt x="375581" y="26670"/>
                  </a:lnTo>
                  <a:lnTo>
                    <a:pt x="370348" y="26162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87879" y="5964123"/>
            <a:ext cx="1146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Target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97964" y="5827776"/>
            <a:ext cx="504825" cy="504825"/>
            <a:chOff x="1997964" y="5827776"/>
            <a:chExt cx="504825" cy="504825"/>
          </a:xfrm>
        </p:grpSpPr>
        <p:sp>
          <p:nvSpPr>
            <p:cNvPr id="28" name="object 28"/>
            <p:cNvSpPr/>
            <p:nvPr/>
          </p:nvSpPr>
          <p:spPr>
            <a:xfrm>
              <a:off x="2143633" y="5847219"/>
              <a:ext cx="217170" cy="46355"/>
            </a:xfrm>
            <a:custGeom>
              <a:avLst/>
              <a:gdLst/>
              <a:ahLst/>
              <a:cxnLst/>
              <a:rect l="l" t="t" r="r" b="b"/>
              <a:pathLst>
                <a:path w="217169" h="46354">
                  <a:moveTo>
                    <a:pt x="107823" y="0"/>
                  </a:moveTo>
                  <a:lnTo>
                    <a:pt x="55229" y="5219"/>
                  </a:lnTo>
                  <a:lnTo>
                    <a:pt x="6350" y="20193"/>
                  </a:lnTo>
                  <a:lnTo>
                    <a:pt x="0" y="23545"/>
                  </a:lnTo>
                  <a:lnTo>
                    <a:pt x="9271" y="44957"/>
                  </a:lnTo>
                  <a:lnTo>
                    <a:pt x="15493" y="41643"/>
                  </a:lnTo>
                  <a:lnTo>
                    <a:pt x="37260" y="33780"/>
                  </a:lnTo>
                  <a:lnTo>
                    <a:pt x="59991" y="28022"/>
                  </a:lnTo>
                  <a:lnTo>
                    <a:pt x="83556" y="24484"/>
                  </a:lnTo>
                  <a:lnTo>
                    <a:pt x="107823" y="23279"/>
                  </a:lnTo>
                  <a:lnTo>
                    <a:pt x="132016" y="24484"/>
                  </a:lnTo>
                  <a:lnTo>
                    <a:pt x="155543" y="28022"/>
                  </a:lnTo>
                  <a:lnTo>
                    <a:pt x="178260" y="33780"/>
                  </a:lnTo>
                  <a:lnTo>
                    <a:pt x="200025" y="41643"/>
                  </a:lnTo>
                  <a:lnTo>
                    <a:pt x="208787" y="46329"/>
                  </a:lnTo>
                  <a:lnTo>
                    <a:pt x="217043" y="24384"/>
                  </a:lnTo>
                  <a:lnTo>
                    <a:pt x="209169" y="20193"/>
                  </a:lnTo>
                  <a:lnTo>
                    <a:pt x="185261" y="11551"/>
                  </a:lnTo>
                  <a:lnTo>
                    <a:pt x="160305" y="5219"/>
                  </a:lnTo>
                  <a:lnTo>
                    <a:pt x="134445" y="1326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7964" y="5827776"/>
              <a:ext cx="504469" cy="50446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67052" y="5896749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39" h="370839">
                  <a:moveTo>
                    <a:pt x="185293" y="0"/>
                  </a:moveTo>
                  <a:lnTo>
                    <a:pt x="136025" y="6617"/>
                  </a:lnTo>
                  <a:lnTo>
                    <a:pt x="91759" y="25293"/>
                  </a:lnTo>
                  <a:lnTo>
                    <a:pt x="54260" y="54262"/>
                  </a:lnTo>
                  <a:lnTo>
                    <a:pt x="25291" y="91757"/>
                  </a:lnTo>
                  <a:lnTo>
                    <a:pt x="6616" y="136014"/>
                  </a:lnTo>
                  <a:lnTo>
                    <a:pt x="0" y="185267"/>
                  </a:lnTo>
                  <a:lnTo>
                    <a:pt x="6616" y="234520"/>
                  </a:lnTo>
                  <a:lnTo>
                    <a:pt x="25291" y="278777"/>
                  </a:lnTo>
                  <a:lnTo>
                    <a:pt x="54260" y="316272"/>
                  </a:lnTo>
                  <a:lnTo>
                    <a:pt x="91759" y="345241"/>
                  </a:lnTo>
                  <a:lnTo>
                    <a:pt x="136025" y="363917"/>
                  </a:lnTo>
                  <a:lnTo>
                    <a:pt x="185293" y="370535"/>
                  </a:lnTo>
                  <a:lnTo>
                    <a:pt x="234516" y="363917"/>
                  </a:lnTo>
                  <a:lnTo>
                    <a:pt x="278769" y="345241"/>
                  </a:lnTo>
                  <a:lnTo>
                    <a:pt x="316277" y="316272"/>
                  </a:lnTo>
                  <a:lnTo>
                    <a:pt x="345265" y="278777"/>
                  </a:lnTo>
                  <a:lnTo>
                    <a:pt x="363960" y="234520"/>
                  </a:lnTo>
                  <a:lnTo>
                    <a:pt x="370586" y="185267"/>
                  </a:lnTo>
                  <a:lnTo>
                    <a:pt x="363960" y="136014"/>
                  </a:lnTo>
                  <a:lnTo>
                    <a:pt x="345265" y="91757"/>
                  </a:lnTo>
                  <a:lnTo>
                    <a:pt x="316277" y="54262"/>
                  </a:lnTo>
                  <a:lnTo>
                    <a:pt x="278769" y="25293"/>
                  </a:lnTo>
                  <a:lnTo>
                    <a:pt x="234516" y="6617"/>
                  </a:lnTo>
                  <a:lnTo>
                    <a:pt x="185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25980" y="5955792"/>
              <a:ext cx="252983" cy="25146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217921" y="5964123"/>
            <a:ext cx="1604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Issues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were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facing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8388" y="5827776"/>
            <a:ext cx="504825" cy="504825"/>
            <a:chOff x="4628388" y="5827776"/>
            <a:chExt cx="504825" cy="504825"/>
          </a:xfrm>
        </p:grpSpPr>
        <p:sp>
          <p:nvSpPr>
            <p:cNvPr id="34" name="object 34"/>
            <p:cNvSpPr/>
            <p:nvPr/>
          </p:nvSpPr>
          <p:spPr>
            <a:xfrm>
              <a:off x="4773549" y="5847219"/>
              <a:ext cx="217170" cy="46355"/>
            </a:xfrm>
            <a:custGeom>
              <a:avLst/>
              <a:gdLst/>
              <a:ahLst/>
              <a:cxnLst/>
              <a:rect l="l" t="t" r="r" b="b"/>
              <a:pathLst>
                <a:path w="217170" h="46354">
                  <a:moveTo>
                    <a:pt x="107696" y="0"/>
                  </a:moveTo>
                  <a:lnTo>
                    <a:pt x="55197" y="5219"/>
                  </a:lnTo>
                  <a:lnTo>
                    <a:pt x="6223" y="20193"/>
                  </a:lnTo>
                  <a:lnTo>
                    <a:pt x="0" y="23545"/>
                  </a:lnTo>
                  <a:lnTo>
                    <a:pt x="9271" y="44957"/>
                  </a:lnTo>
                  <a:lnTo>
                    <a:pt x="15366" y="41643"/>
                  </a:lnTo>
                  <a:lnTo>
                    <a:pt x="37187" y="33780"/>
                  </a:lnTo>
                  <a:lnTo>
                    <a:pt x="59912" y="28022"/>
                  </a:lnTo>
                  <a:lnTo>
                    <a:pt x="83446" y="24484"/>
                  </a:lnTo>
                  <a:lnTo>
                    <a:pt x="107696" y="23279"/>
                  </a:lnTo>
                  <a:lnTo>
                    <a:pt x="131943" y="24484"/>
                  </a:lnTo>
                  <a:lnTo>
                    <a:pt x="155463" y="28022"/>
                  </a:lnTo>
                  <a:lnTo>
                    <a:pt x="178151" y="33780"/>
                  </a:lnTo>
                  <a:lnTo>
                    <a:pt x="199898" y="41643"/>
                  </a:lnTo>
                  <a:lnTo>
                    <a:pt x="208661" y="46329"/>
                  </a:lnTo>
                  <a:lnTo>
                    <a:pt x="216915" y="24384"/>
                  </a:lnTo>
                  <a:lnTo>
                    <a:pt x="209168" y="20193"/>
                  </a:lnTo>
                  <a:lnTo>
                    <a:pt x="185187" y="11551"/>
                  </a:lnTo>
                  <a:lnTo>
                    <a:pt x="160194" y="5219"/>
                  </a:lnTo>
                  <a:lnTo>
                    <a:pt x="134320" y="1326"/>
                  </a:lnTo>
                  <a:lnTo>
                    <a:pt x="1076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28388" y="5827776"/>
              <a:ext cx="504469" cy="50446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96841" y="5896749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39" h="370839">
                  <a:moveTo>
                    <a:pt x="185293" y="0"/>
                  </a:moveTo>
                  <a:lnTo>
                    <a:pt x="136069" y="6617"/>
                  </a:lnTo>
                  <a:lnTo>
                    <a:pt x="91816" y="25293"/>
                  </a:lnTo>
                  <a:lnTo>
                    <a:pt x="54308" y="54262"/>
                  </a:lnTo>
                  <a:lnTo>
                    <a:pt x="25320" y="91757"/>
                  </a:lnTo>
                  <a:lnTo>
                    <a:pt x="6625" y="136014"/>
                  </a:lnTo>
                  <a:lnTo>
                    <a:pt x="0" y="185267"/>
                  </a:lnTo>
                  <a:lnTo>
                    <a:pt x="6625" y="234520"/>
                  </a:lnTo>
                  <a:lnTo>
                    <a:pt x="25320" y="278777"/>
                  </a:lnTo>
                  <a:lnTo>
                    <a:pt x="54308" y="316272"/>
                  </a:lnTo>
                  <a:lnTo>
                    <a:pt x="91816" y="345241"/>
                  </a:lnTo>
                  <a:lnTo>
                    <a:pt x="136069" y="363917"/>
                  </a:lnTo>
                  <a:lnTo>
                    <a:pt x="185293" y="370535"/>
                  </a:lnTo>
                  <a:lnTo>
                    <a:pt x="234560" y="363917"/>
                  </a:lnTo>
                  <a:lnTo>
                    <a:pt x="278826" y="345241"/>
                  </a:lnTo>
                  <a:lnTo>
                    <a:pt x="316325" y="316272"/>
                  </a:lnTo>
                  <a:lnTo>
                    <a:pt x="345294" y="278777"/>
                  </a:lnTo>
                  <a:lnTo>
                    <a:pt x="363969" y="234520"/>
                  </a:lnTo>
                  <a:lnTo>
                    <a:pt x="370586" y="185267"/>
                  </a:lnTo>
                  <a:lnTo>
                    <a:pt x="363969" y="136014"/>
                  </a:lnTo>
                  <a:lnTo>
                    <a:pt x="345294" y="91757"/>
                  </a:lnTo>
                  <a:lnTo>
                    <a:pt x="316325" y="54262"/>
                  </a:lnTo>
                  <a:lnTo>
                    <a:pt x="278826" y="25293"/>
                  </a:lnTo>
                  <a:lnTo>
                    <a:pt x="234560" y="6617"/>
                  </a:lnTo>
                  <a:lnTo>
                    <a:pt x="185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0119" y="5971032"/>
              <a:ext cx="224028" cy="222504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559625" y="3727196"/>
            <a:ext cx="774700" cy="784860"/>
            <a:chOff x="559625" y="3727196"/>
            <a:chExt cx="774700" cy="784860"/>
          </a:xfrm>
        </p:grpSpPr>
        <p:sp>
          <p:nvSpPr>
            <p:cNvPr id="39" name="object 39"/>
            <p:cNvSpPr/>
            <p:nvPr/>
          </p:nvSpPr>
          <p:spPr>
            <a:xfrm>
              <a:off x="765517" y="3727196"/>
              <a:ext cx="363220" cy="77470"/>
            </a:xfrm>
            <a:custGeom>
              <a:avLst/>
              <a:gdLst/>
              <a:ahLst/>
              <a:cxnLst/>
              <a:rect l="l" t="t" r="r" b="b"/>
              <a:pathLst>
                <a:path w="363219" h="77470">
                  <a:moveTo>
                    <a:pt x="180060" y="0"/>
                  </a:moveTo>
                  <a:lnTo>
                    <a:pt x="135520" y="2204"/>
                  </a:lnTo>
                  <a:lnTo>
                    <a:pt x="92265" y="8683"/>
                  </a:lnTo>
                  <a:lnTo>
                    <a:pt x="50515" y="19234"/>
                  </a:lnTo>
                  <a:lnTo>
                    <a:pt x="10490" y="33654"/>
                  </a:lnTo>
                  <a:lnTo>
                    <a:pt x="0" y="39369"/>
                  </a:lnTo>
                  <a:lnTo>
                    <a:pt x="15493" y="75056"/>
                  </a:lnTo>
                  <a:lnTo>
                    <a:pt x="25844" y="69595"/>
                  </a:lnTo>
                  <a:lnTo>
                    <a:pt x="62249" y="56435"/>
                  </a:lnTo>
                  <a:lnTo>
                    <a:pt x="100218" y="46799"/>
                  </a:lnTo>
                  <a:lnTo>
                    <a:pt x="139555" y="40878"/>
                  </a:lnTo>
                  <a:lnTo>
                    <a:pt x="180060" y="38861"/>
                  </a:lnTo>
                  <a:lnTo>
                    <a:pt x="220567" y="40878"/>
                  </a:lnTo>
                  <a:lnTo>
                    <a:pt x="259907" y="46799"/>
                  </a:lnTo>
                  <a:lnTo>
                    <a:pt x="297877" y="56435"/>
                  </a:lnTo>
                  <a:lnTo>
                    <a:pt x="334276" y="69595"/>
                  </a:lnTo>
                  <a:lnTo>
                    <a:pt x="348932" y="77469"/>
                  </a:lnTo>
                  <a:lnTo>
                    <a:pt x="362712" y="40766"/>
                  </a:lnTo>
                  <a:lnTo>
                    <a:pt x="349631" y="33654"/>
                  </a:lnTo>
                  <a:lnTo>
                    <a:pt x="309612" y="19234"/>
                  </a:lnTo>
                  <a:lnTo>
                    <a:pt x="267865" y="8683"/>
                  </a:lnTo>
                  <a:lnTo>
                    <a:pt x="224608" y="2204"/>
                  </a:lnTo>
                  <a:lnTo>
                    <a:pt x="1800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9625" y="3737864"/>
              <a:ext cx="774128" cy="77419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37438" y="3810000"/>
              <a:ext cx="619760" cy="619760"/>
            </a:xfrm>
            <a:custGeom>
              <a:avLst/>
              <a:gdLst/>
              <a:ahLst/>
              <a:cxnLst/>
              <a:rect l="l" t="t" r="r" b="b"/>
              <a:pathLst>
                <a:path w="619760" h="619760">
                  <a:moveTo>
                    <a:pt x="309676" y="0"/>
                  </a:moveTo>
                  <a:lnTo>
                    <a:pt x="263914" y="3355"/>
                  </a:lnTo>
                  <a:lnTo>
                    <a:pt x="220237" y="13103"/>
                  </a:lnTo>
                  <a:lnTo>
                    <a:pt x="179124" y="28766"/>
                  </a:lnTo>
                  <a:lnTo>
                    <a:pt x="141054" y="49865"/>
                  </a:lnTo>
                  <a:lnTo>
                    <a:pt x="106505" y="75923"/>
                  </a:lnTo>
                  <a:lnTo>
                    <a:pt x="75958" y="106461"/>
                  </a:lnTo>
                  <a:lnTo>
                    <a:pt x="49890" y="141001"/>
                  </a:lnTo>
                  <a:lnTo>
                    <a:pt x="28781" y="179066"/>
                  </a:lnTo>
                  <a:lnTo>
                    <a:pt x="13111" y="220177"/>
                  </a:lnTo>
                  <a:lnTo>
                    <a:pt x="3357" y="263856"/>
                  </a:lnTo>
                  <a:lnTo>
                    <a:pt x="0" y="309625"/>
                  </a:lnTo>
                  <a:lnTo>
                    <a:pt x="3357" y="355395"/>
                  </a:lnTo>
                  <a:lnTo>
                    <a:pt x="13111" y="399074"/>
                  </a:lnTo>
                  <a:lnTo>
                    <a:pt x="28781" y="440185"/>
                  </a:lnTo>
                  <a:lnTo>
                    <a:pt x="49890" y="478250"/>
                  </a:lnTo>
                  <a:lnTo>
                    <a:pt x="75958" y="512790"/>
                  </a:lnTo>
                  <a:lnTo>
                    <a:pt x="106505" y="543328"/>
                  </a:lnTo>
                  <a:lnTo>
                    <a:pt x="141054" y="569386"/>
                  </a:lnTo>
                  <a:lnTo>
                    <a:pt x="179124" y="590485"/>
                  </a:lnTo>
                  <a:lnTo>
                    <a:pt x="220237" y="606148"/>
                  </a:lnTo>
                  <a:lnTo>
                    <a:pt x="263914" y="615896"/>
                  </a:lnTo>
                  <a:lnTo>
                    <a:pt x="309676" y="619251"/>
                  </a:lnTo>
                  <a:lnTo>
                    <a:pt x="355438" y="615896"/>
                  </a:lnTo>
                  <a:lnTo>
                    <a:pt x="399115" y="606148"/>
                  </a:lnTo>
                  <a:lnTo>
                    <a:pt x="440229" y="590485"/>
                  </a:lnTo>
                  <a:lnTo>
                    <a:pt x="478299" y="569386"/>
                  </a:lnTo>
                  <a:lnTo>
                    <a:pt x="512847" y="543328"/>
                  </a:lnTo>
                  <a:lnTo>
                    <a:pt x="543395" y="512790"/>
                  </a:lnTo>
                  <a:lnTo>
                    <a:pt x="569463" y="478250"/>
                  </a:lnTo>
                  <a:lnTo>
                    <a:pt x="590571" y="440185"/>
                  </a:lnTo>
                  <a:lnTo>
                    <a:pt x="606242" y="399074"/>
                  </a:lnTo>
                  <a:lnTo>
                    <a:pt x="615995" y="355395"/>
                  </a:lnTo>
                  <a:lnTo>
                    <a:pt x="619353" y="309625"/>
                  </a:lnTo>
                  <a:lnTo>
                    <a:pt x="615995" y="263856"/>
                  </a:lnTo>
                  <a:lnTo>
                    <a:pt x="606242" y="220177"/>
                  </a:lnTo>
                  <a:lnTo>
                    <a:pt x="590571" y="179066"/>
                  </a:lnTo>
                  <a:lnTo>
                    <a:pt x="569463" y="141001"/>
                  </a:lnTo>
                  <a:lnTo>
                    <a:pt x="543395" y="106461"/>
                  </a:lnTo>
                  <a:lnTo>
                    <a:pt x="512847" y="75923"/>
                  </a:lnTo>
                  <a:lnTo>
                    <a:pt x="478299" y="49865"/>
                  </a:lnTo>
                  <a:lnTo>
                    <a:pt x="440229" y="28766"/>
                  </a:lnTo>
                  <a:lnTo>
                    <a:pt x="399115" y="13103"/>
                  </a:lnTo>
                  <a:lnTo>
                    <a:pt x="355438" y="3355"/>
                  </a:lnTo>
                  <a:lnTo>
                    <a:pt x="309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36091" y="3959352"/>
              <a:ext cx="421005" cy="321945"/>
            </a:xfrm>
            <a:custGeom>
              <a:avLst/>
              <a:gdLst/>
              <a:ahLst/>
              <a:cxnLst/>
              <a:rect l="l" t="t" r="r" b="b"/>
              <a:pathLst>
                <a:path w="421005" h="321945">
                  <a:moveTo>
                    <a:pt x="372249" y="0"/>
                  </a:moveTo>
                  <a:lnTo>
                    <a:pt x="48374" y="0"/>
                  </a:lnTo>
                  <a:lnTo>
                    <a:pt x="42379" y="5080"/>
                  </a:lnTo>
                  <a:lnTo>
                    <a:pt x="42379" y="205994"/>
                  </a:lnTo>
                  <a:lnTo>
                    <a:pt x="0" y="308229"/>
                  </a:lnTo>
                  <a:lnTo>
                    <a:pt x="0" y="315975"/>
                  </a:lnTo>
                  <a:lnTo>
                    <a:pt x="5524" y="321564"/>
                  </a:lnTo>
                  <a:lnTo>
                    <a:pt x="415099" y="321564"/>
                  </a:lnTo>
                  <a:lnTo>
                    <a:pt x="420623" y="315975"/>
                  </a:lnTo>
                  <a:lnTo>
                    <a:pt x="420623" y="308229"/>
                  </a:lnTo>
                  <a:lnTo>
                    <a:pt x="413937" y="292100"/>
                  </a:lnTo>
                  <a:lnTo>
                    <a:pt x="137286" y="292100"/>
                  </a:lnTo>
                  <a:lnTo>
                    <a:pt x="130378" y="287528"/>
                  </a:lnTo>
                  <a:lnTo>
                    <a:pt x="132219" y="280543"/>
                  </a:lnTo>
                  <a:lnTo>
                    <a:pt x="140970" y="258953"/>
                  </a:lnTo>
                  <a:lnTo>
                    <a:pt x="141897" y="254254"/>
                  </a:lnTo>
                  <a:lnTo>
                    <a:pt x="146049" y="250571"/>
                  </a:lnTo>
                  <a:lnTo>
                    <a:pt x="396722" y="250571"/>
                  </a:lnTo>
                  <a:lnTo>
                    <a:pt x="378244" y="205994"/>
                  </a:lnTo>
                  <a:lnTo>
                    <a:pt x="378244" y="199517"/>
                  </a:lnTo>
                  <a:lnTo>
                    <a:pt x="58966" y="199517"/>
                  </a:lnTo>
                  <a:lnTo>
                    <a:pt x="58966" y="15621"/>
                  </a:lnTo>
                  <a:lnTo>
                    <a:pt x="378244" y="15621"/>
                  </a:lnTo>
                  <a:lnTo>
                    <a:pt x="378244" y="5080"/>
                  </a:lnTo>
                  <a:lnTo>
                    <a:pt x="372249" y="0"/>
                  </a:lnTo>
                  <a:close/>
                </a:path>
                <a:path w="421005" h="321945">
                  <a:moveTo>
                    <a:pt x="396722" y="250571"/>
                  </a:moveTo>
                  <a:lnTo>
                    <a:pt x="267665" y="250571"/>
                  </a:lnTo>
                  <a:lnTo>
                    <a:pt x="271818" y="254254"/>
                  </a:lnTo>
                  <a:lnTo>
                    <a:pt x="272732" y="258953"/>
                  </a:lnTo>
                  <a:lnTo>
                    <a:pt x="281495" y="280543"/>
                  </a:lnTo>
                  <a:lnTo>
                    <a:pt x="281495" y="287020"/>
                  </a:lnTo>
                  <a:lnTo>
                    <a:pt x="276428" y="291592"/>
                  </a:lnTo>
                  <a:lnTo>
                    <a:pt x="270891" y="292100"/>
                  </a:lnTo>
                  <a:lnTo>
                    <a:pt x="413937" y="292100"/>
                  </a:lnTo>
                  <a:lnTo>
                    <a:pt x="396722" y="250571"/>
                  </a:lnTo>
                  <a:close/>
                </a:path>
                <a:path w="421005" h="321945">
                  <a:moveTo>
                    <a:pt x="260756" y="263525"/>
                  </a:moveTo>
                  <a:lnTo>
                    <a:pt x="152958" y="263525"/>
                  </a:lnTo>
                  <a:lnTo>
                    <a:pt x="146507" y="279654"/>
                  </a:lnTo>
                  <a:lnTo>
                    <a:pt x="267208" y="279654"/>
                  </a:lnTo>
                  <a:lnTo>
                    <a:pt x="260756" y="263525"/>
                  </a:lnTo>
                  <a:close/>
                </a:path>
                <a:path w="421005" h="321945">
                  <a:moveTo>
                    <a:pt x="378244" y="15621"/>
                  </a:moveTo>
                  <a:lnTo>
                    <a:pt x="361188" y="15621"/>
                  </a:lnTo>
                  <a:lnTo>
                    <a:pt x="361188" y="199517"/>
                  </a:lnTo>
                  <a:lnTo>
                    <a:pt x="378244" y="199517"/>
                  </a:lnTo>
                  <a:lnTo>
                    <a:pt x="378244" y="15621"/>
                  </a:lnTo>
                  <a:close/>
                </a:path>
                <a:path w="421005" h="321945">
                  <a:moveTo>
                    <a:pt x="102742" y="41402"/>
                  </a:moveTo>
                  <a:lnTo>
                    <a:pt x="80619" y="41402"/>
                  </a:lnTo>
                  <a:lnTo>
                    <a:pt x="80619" y="178689"/>
                  </a:lnTo>
                  <a:lnTo>
                    <a:pt x="340004" y="178689"/>
                  </a:lnTo>
                  <a:lnTo>
                    <a:pt x="340004" y="168656"/>
                  </a:lnTo>
                  <a:lnTo>
                    <a:pt x="90754" y="168656"/>
                  </a:lnTo>
                  <a:lnTo>
                    <a:pt x="90754" y="154305"/>
                  </a:lnTo>
                  <a:lnTo>
                    <a:pt x="102742" y="154305"/>
                  </a:lnTo>
                  <a:lnTo>
                    <a:pt x="102742" y="144145"/>
                  </a:lnTo>
                  <a:lnTo>
                    <a:pt x="90754" y="144145"/>
                  </a:lnTo>
                  <a:lnTo>
                    <a:pt x="90754" y="133604"/>
                  </a:lnTo>
                  <a:lnTo>
                    <a:pt x="102742" y="133604"/>
                  </a:lnTo>
                  <a:lnTo>
                    <a:pt x="102742" y="123952"/>
                  </a:lnTo>
                  <a:lnTo>
                    <a:pt x="90754" y="123952"/>
                  </a:lnTo>
                  <a:lnTo>
                    <a:pt x="90754" y="113284"/>
                  </a:lnTo>
                  <a:lnTo>
                    <a:pt x="102742" y="113284"/>
                  </a:lnTo>
                  <a:lnTo>
                    <a:pt x="102742" y="103250"/>
                  </a:lnTo>
                  <a:lnTo>
                    <a:pt x="90754" y="103250"/>
                  </a:lnTo>
                  <a:lnTo>
                    <a:pt x="90754" y="92583"/>
                  </a:lnTo>
                  <a:lnTo>
                    <a:pt x="102742" y="92583"/>
                  </a:lnTo>
                  <a:lnTo>
                    <a:pt x="102742" y="82423"/>
                  </a:lnTo>
                  <a:lnTo>
                    <a:pt x="90754" y="82423"/>
                  </a:lnTo>
                  <a:lnTo>
                    <a:pt x="90754" y="71881"/>
                  </a:lnTo>
                  <a:lnTo>
                    <a:pt x="102742" y="71881"/>
                  </a:lnTo>
                  <a:lnTo>
                    <a:pt x="102742" y="62230"/>
                  </a:lnTo>
                  <a:lnTo>
                    <a:pt x="90754" y="62230"/>
                  </a:lnTo>
                  <a:lnTo>
                    <a:pt x="90754" y="51181"/>
                  </a:lnTo>
                  <a:lnTo>
                    <a:pt x="102742" y="51181"/>
                  </a:lnTo>
                  <a:lnTo>
                    <a:pt x="102742" y="41402"/>
                  </a:lnTo>
                  <a:close/>
                </a:path>
                <a:path w="421005" h="321945">
                  <a:moveTo>
                    <a:pt x="115176" y="156210"/>
                  </a:moveTo>
                  <a:lnTo>
                    <a:pt x="105041" y="156210"/>
                  </a:lnTo>
                  <a:lnTo>
                    <a:pt x="105041" y="168656"/>
                  </a:lnTo>
                  <a:lnTo>
                    <a:pt x="135445" y="168656"/>
                  </a:lnTo>
                  <a:lnTo>
                    <a:pt x="135445" y="168148"/>
                  </a:lnTo>
                  <a:lnTo>
                    <a:pt x="115176" y="168148"/>
                  </a:lnTo>
                  <a:lnTo>
                    <a:pt x="115176" y="156210"/>
                  </a:lnTo>
                  <a:close/>
                </a:path>
                <a:path w="421005" h="321945">
                  <a:moveTo>
                    <a:pt x="155714" y="156210"/>
                  </a:moveTo>
                  <a:lnTo>
                    <a:pt x="145580" y="156210"/>
                  </a:lnTo>
                  <a:lnTo>
                    <a:pt x="145580" y="168656"/>
                  </a:lnTo>
                  <a:lnTo>
                    <a:pt x="176453" y="168656"/>
                  </a:lnTo>
                  <a:lnTo>
                    <a:pt x="176453" y="168148"/>
                  </a:lnTo>
                  <a:lnTo>
                    <a:pt x="155714" y="168148"/>
                  </a:lnTo>
                  <a:lnTo>
                    <a:pt x="155714" y="156210"/>
                  </a:lnTo>
                  <a:close/>
                </a:path>
                <a:path w="421005" h="321945">
                  <a:moveTo>
                    <a:pt x="196723" y="156210"/>
                  </a:moveTo>
                  <a:lnTo>
                    <a:pt x="186588" y="156210"/>
                  </a:lnTo>
                  <a:lnTo>
                    <a:pt x="186588" y="168656"/>
                  </a:lnTo>
                  <a:lnTo>
                    <a:pt x="196723" y="168656"/>
                  </a:lnTo>
                  <a:lnTo>
                    <a:pt x="196723" y="156210"/>
                  </a:lnTo>
                  <a:close/>
                </a:path>
                <a:path w="421005" h="321945">
                  <a:moveTo>
                    <a:pt x="216992" y="156210"/>
                  </a:moveTo>
                  <a:lnTo>
                    <a:pt x="207314" y="156210"/>
                  </a:lnTo>
                  <a:lnTo>
                    <a:pt x="207314" y="168656"/>
                  </a:lnTo>
                  <a:lnTo>
                    <a:pt x="216992" y="168656"/>
                  </a:lnTo>
                  <a:lnTo>
                    <a:pt x="216992" y="156210"/>
                  </a:lnTo>
                  <a:close/>
                </a:path>
                <a:path w="421005" h="321945">
                  <a:moveTo>
                    <a:pt x="237261" y="156210"/>
                  </a:moveTo>
                  <a:lnTo>
                    <a:pt x="227583" y="156210"/>
                  </a:lnTo>
                  <a:lnTo>
                    <a:pt x="227583" y="168656"/>
                  </a:lnTo>
                  <a:lnTo>
                    <a:pt x="248323" y="168656"/>
                  </a:lnTo>
                  <a:lnTo>
                    <a:pt x="237261" y="168148"/>
                  </a:lnTo>
                  <a:lnTo>
                    <a:pt x="237261" y="156210"/>
                  </a:lnTo>
                  <a:close/>
                </a:path>
                <a:path w="421005" h="321945">
                  <a:moveTo>
                    <a:pt x="258000" y="156210"/>
                  </a:moveTo>
                  <a:lnTo>
                    <a:pt x="248323" y="156210"/>
                  </a:lnTo>
                  <a:lnTo>
                    <a:pt x="248323" y="168656"/>
                  </a:lnTo>
                  <a:lnTo>
                    <a:pt x="258000" y="168656"/>
                  </a:lnTo>
                  <a:lnTo>
                    <a:pt x="258000" y="156210"/>
                  </a:lnTo>
                  <a:close/>
                </a:path>
                <a:path w="421005" h="321945">
                  <a:moveTo>
                    <a:pt x="278726" y="156210"/>
                  </a:moveTo>
                  <a:lnTo>
                    <a:pt x="268592" y="156210"/>
                  </a:lnTo>
                  <a:lnTo>
                    <a:pt x="268592" y="168656"/>
                  </a:lnTo>
                  <a:lnTo>
                    <a:pt x="278726" y="168656"/>
                  </a:lnTo>
                  <a:lnTo>
                    <a:pt x="278726" y="156210"/>
                  </a:lnTo>
                  <a:close/>
                </a:path>
                <a:path w="421005" h="321945">
                  <a:moveTo>
                    <a:pt x="298996" y="156210"/>
                  </a:moveTo>
                  <a:lnTo>
                    <a:pt x="288861" y="156210"/>
                  </a:lnTo>
                  <a:lnTo>
                    <a:pt x="288861" y="168656"/>
                  </a:lnTo>
                  <a:lnTo>
                    <a:pt x="309600" y="168656"/>
                  </a:lnTo>
                  <a:lnTo>
                    <a:pt x="298996" y="168148"/>
                  </a:lnTo>
                  <a:lnTo>
                    <a:pt x="298996" y="156210"/>
                  </a:lnTo>
                  <a:close/>
                </a:path>
                <a:path w="421005" h="321945">
                  <a:moveTo>
                    <a:pt x="319265" y="156210"/>
                  </a:moveTo>
                  <a:lnTo>
                    <a:pt x="309600" y="156210"/>
                  </a:lnTo>
                  <a:lnTo>
                    <a:pt x="309600" y="168656"/>
                  </a:lnTo>
                  <a:lnTo>
                    <a:pt x="319265" y="168656"/>
                  </a:lnTo>
                  <a:lnTo>
                    <a:pt x="319265" y="156210"/>
                  </a:lnTo>
                  <a:close/>
                </a:path>
                <a:path w="421005" h="321945">
                  <a:moveTo>
                    <a:pt x="340004" y="156210"/>
                  </a:moveTo>
                  <a:lnTo>
                    <a:pt x="330327" y="156210"/>
                  </a:lnTo>
                  <a:lnTo>
                    <a:pt x="330327" y="168656"/>
                  </a:lnTo>
                  <a:lnTo>
                    <a:pt x="340004" y="168656"/>
                  </a:lnTo>
                  <a:lnTo>
                    <a:pt x="340004" y="156210"/>
                  </a:lnTo>
                  <a:close/>
                </a:path>
                <a:path w="421005" h="321945">
                  <a:moveTo>
                    <a:pt x="135445" y="156210"/>
                  </a:moveTo>
                  <a:lnTo>
                    <a:pt x="125310" y="156210"/>
                  </a:lnTo>
                  <a:lnTo>
                    <a:pt x="125310" y="168148"/>
                  </a:lnTo>
                  <a:lnTo>
                    <a:pt x="135445" y="168148"/>
                  </a:lnTo>
                  <a:lnTo>
                    <a:pt x="135445" y="156210"/>
                  </a:lnTo>
                  <a:close/>
                </a:path>
                <a:path w="421005" h="321945">
                  <a:moveTo>
                    <a:pt x="176453" y="156210"/>
                  </a:moveTo>
                  <a:lnTo>
                    <a:pt x="166319" y="156210"/>
                  </a:lnTo>
                  <a:lnTo>
                    <a:pt x="166319" y="168148"/>
                  </a:lnTo>
                  <a:lnTo>
                    <a:pt x="176453" y="168148"/>
                  </a:lnTo>
                  <a:lnTo>
                    <a:pt x="176453" y="156210"/>
                  </a:lnTo>
                  <a:close/>
                </a:path>
                <a:path w="421005" h="321945">
                  <a:moveTo>
                    <a:pt x="165024" y="78359"/>
                  </a:moveTo>
                  <a:lnTo>
                    <a:pt x="148805" y="78359"/>
                  </a:lnTo>
                  <a:lnTo>
                    <a:pt x="150190" y="79756"/>
                  </a:lnTo>
                  <a:lnTo>
                    <a:pt x="164934" y="95885"/>
                  </a:lnTo>
                  <a:lnTo>
                    <a:pt x="150190" y="115697"/>
                  </a:lnTo>
                  <a:lnTo>
                    <a:pt x="146964" y="115697"/>
                  </a:lnTo>
                  <a:lnTo>
                    <a:pt x="140970" y="116586"/>
                  </a:lnTo>
                  <a:lnTo>
                    <a:pt x="136829" y="122555"/>
                  </a:lnTo>
                  <a:lnTo>
                    <a:pt x="137756" y="128524"/>
                  </a:lnTo>
                  <a:lnTo>
                    <a:pt x="138146" y="133604"/>
                  </a:lnTo>
                  <a:lnTo>
                    <a:pt x="138214" y="134493"/>
                  </a:lnTo>
                  <a:lnTo>
                    <a:pt x="144195" y="138684"/>
                  </a:lnTo>
                  <a:lnTo>
                    <a:pt x="150190" y="137795"/>
                  </a:lnTo>
                  <a:lnTo>
                    <a:pt x="156184" y="137287"/>
                  </a:lnTo>
                  <a:lnTo>
                    <a:pt x="160324" y="131318"/>
                  </a:lnTo>
                  <a:lnTo>
                    <a:pt x="159468" y="125730"/>
                  </a:lnTo>
                  <a:lnTo>
                    <a:pt x="159410" y="125349"/>
                  </a:lnTo>
                  <a:lnTo>
                    <a:pt x="158940" y="124333"/>
                  </a:lnTo>
                  <a:lnTo>
                    <a:pt x="158940" y="123952"/>
                  </a:lnTo>
                  <a:lnTo>
                    <a:pt x="158483" y="123062"/>
                  </a:lnTo>
                  <a:lnTo>
                    <a:pt x="172770" y="104521"/>
                  </a:lnTo>
                  <a:lnTo>
                    <a:pt x="187678" y="104521"/>
                  </a:lnTo>
                  <a:lnTo>
                    <a:pt x="179679" y="95885"/>
                  </a:lnTo>
                  <a:lnTo>
                    <a:pt x="186936" y="86106"/>
                  </a:lnTo>
                  <a:lnTo>
                    <a:pt x="172300" y="86106"/>
                  </a:lnTo>
                  <a:lnTo>
                    <a:pt x="165024" y="78359"/>
                  </a:lnTo>
                  <a:close/>
                </a:path>
                <a:path w="421005" h="321945">
                  <a:moveTo>
                    <a:pt x="187678" y="104521"/>
                  </a:moveTo>
                  <a:lnTo>
                    <a:pt x="172770" y="104521"/>
                  </a:lnTo>
                  <a:lnTo>
                    <a:pt x="187045" y="120650"/>
                  </a:lnTo>
                  <a:lnTo>
                    <a:pt x="186588" y="122047"/>
                  </a:lnTo>
                  <a:lnTo>
                    <a:pt x="186466" y="122555"/>
                  </a:lnTo>
                  <a:lnTo>
                    <a:pt x="186344" y="123062"/>
                  </a:lnTo>
                  <a:lnTo>
                    <a:pt x="186229" y="124333"/>
                  </a:lnTo>
                  <a:lnTo>
                    <a:pt x="186490" y="125349"/>
                  </a:lnTo>
                  <a:lnTo>
                    <a:pt x="186588" y="125730"/>
                  </a:lnTo>
                  <a:lnTo>
                    <a:pt x="186695" y="127127"/>
                  </a:lnTo>
                  <a:lnTo>
                    <a:pt x="186802" y="128524"/>
                  </a:lnTo>
                  <a:lnTo>
                    <a:pt x="186870" y="129412"/>
                  </a:lnTo>
                  <a:lnTo>
                    <a:pt x="186977" y="130810"/>
                  </a:lnTo>
                  <a:lnTo>
                    <a:pt x="187045" y="131699"/>
                  </a:lnTo>
                  <a:lnTo>
                    <a:pt x="193039" y="135890"/>
                  </a:lnTo>
                  <a:lnTo>
                    <a:pt x="199021" y="135000"/>
                  </a:lnTo>
                  <a:lnTo>
                    <a:pt x="203631" y="134493"/>
                  </a:lnTo>
                  <a:lnTo>
                    <a:pt x="207314" y="130810"/>
                  </a:lnTo>
                  <a:lnTo>
                    <a:pt x="208154" y="127127"/>
                  </a:lnTo>
                  <a:lnTo>
                    <a:pt x="208241" y="126746"/>
                  </a:lnTo>
                  <a:lnTo>
                    <a:pt x="242785" y="116586"/>
                  </a:lnTo>
                  <a:lnTo>
                    <a:pt x="299853" y="116586"/>
                  </a:lnTo>
                  <a:lnTo>
                    <a:pt x="299813" y="116078"/>
                  </a:lnTo>
                  <a:lnTo>
                    <a:pt x="205473" y="116078"/>
                  </a:lnTo>
                  <a:lnTo>
                    <a:pt x="203174" y="114300"/>
                  </a:lnTo>
                  <a:lnTo>
                    <a:pt x="200496" y="113284"/>
                  </a:lnTo>
                  <a:lnTo>
                    <a:pt x="195795" y="113284"/>
                  </a:lnTo>
                  <a:lnTo>
                    <a:pt x="187678" y="104521"/>
                  </a:lnTo>
                  <a:close/>
                </a:path>
                <a:path w="421005" h="321945">
                  <a:moveTo>
                    <a:pt x="299853" y="116586"/>
                  </a:moveTo>
                  <a:lnTo>
                    <a:pt x="258000" y="116586"/>
                  </a:lnTo>
                  <a:lnTo>
                    <a:pt x="278269" y="122047"/>
                  </a:lnTo>
                  <a:lnTo>
                    <a:pt x="279550" y="126746"/>
                  </a:lnTo>
                  <a:lnTo>
                    <a:pt x="279654" y="127127"/>
                  </a:lnTo>
                  <a:lnTo>
                    <a:pt x="285178" y="130810"/>
                  </a:lnTo>
                  <a:lnTo>
                    <a:pt x="290702" y="129921"/>
                  </a:lnTo>
                  <a:lnTo>
                    <a:pt x="296697" y="129412"/>
                  </a:lnTo>
                  <a:lnTo>
                    <a:pt x="300837" y="123443"/>
                  </a:lnTo>
                  <a:lnTo>
                    <a:pt x="300001" y="117983"/>
                  </a:lnTo>
                  <a:lnTo>
                    <a:pt x="299923" y="117475"/>
                  </a:lnTo>
                  <a:lnTo>
                    <a:pt x="299853" y="116586"/>
                  </a:lnTo>
                  <a:close/>
                </a:path>
                <a:path w="421005" h="321945">
                  <a:moveTo>
                    <a:pt x="258000" y="116586"/>
                  </a:moveTo>
                  <a:lnTo>
                    <a:pt x="242785" y="116586"/>
                  </a:lnTo>
                  <a:lnTo>
                    <a:pt x="245554" y="118872"/>
                  </a:lnTo>
                  <a:lnTo>
                    <a:pt x="249237" y="119761"/>
                  </a:lnTo>
                  <a:lnTo>
                    <a:pt x="252463" y="119761"/>
                  </a:lnTo>
                  <a:lnTo>
                    <a:pt x="254774" y="119380"/>
                  </a:lnTo>
                  <a:lnTo>
                    <a:pt x="256616" y="117983"/>
                  </a:lnTo>
                  <a:lnTo>
                    <a:pt x="258000" y="116586"/>
                  </a:lnTo>
                  <a:close/>
                </a:path>
                <a:path w="421005" h="321945">
                  <a:moveTo>
                    <a:pt x="256146" y="97662"/>
                  </a:moveTo>
                  <a:lnTo>
                    <a:pt x="249237" y="97662"/>
                  </a:lnTo>
                  <a:lnTo>
                    <a:pt x="244640" y="98171"/>
                  </a:lnTo>
                  <a:lnTo>
                    <a:pt x="240944" y="101854"/>
                  </a:lnTo>
                  <a:lnTo>
                    <a:pt x="240029" y="105918"/>
                  </a:lnTo>
                  <a:lnTo>
                    <a:pt x="205473" y="116078"/>
                  </a:lnTo>
                  <a:lnTo>
                    <a:pt x="299813" y="116078"/>
                  </a:lnTo>
                  <a:lnTo>
                    <a:pt x="299783" y="115697"/>
                  </a:lnTo>
                  <a:lnTo>
                    <a:pt x="299673" y="114300"/>
                  </a:lnTo>
                  <a:lnTo>
                    <a:pt x="299563" y="112903"/>
                  </a:lnTo>
                  <a:lnTo>
                    <a:pt x="299453" y="111506"/>
                  </a:lnTo>
                  <a:lnTo>
                    <a:pt x="281952" y="111506"/>
                  </a:lnTo>
                  <a:lnTo>
                    <a:pt x="261683" y="105918"/>
                  </a:lnTo>
                  <a:lnTo>
                    <a:pt x="260859" y="101854"/>
                  </a:lnTo>
                  <a:lnTo>
                    <a:pt x="260756" y="101346"/>
                  </a:lnTo>
                  <a:lnTo>
                    <a:pt x="256146" y="97662"/>
                  </a:lnTo>
                  <a:close/>
                </a:path>
                <a:path w="421005" h="321945">
                  <a:moveTo>
                    <a:pt x="199491" y="112903"/>
                  </a:moveTo>
                  <a:lnTo>
                    <a:pt x="196265" y="113284"/>
                  </a:lnTo>
                  <a:lnTo>
                    <a:pt x="200496" y="113284"/>
                  </a:lnTo>
                  <a:lnTo>
                    <a:pt x="199491" y="112903"/>
                  </a:lnTo>
                  <a:close/>
                </a:path>
                <a:path w="421005" h="321945">
                  <a:moveTo>
                    <a:pt x="293471" y="107315"/>
                  </a:moveTo>
                  <a:lnTo>
                    <a:pt x="287477" y="108204"/>
                  </a:lnTo>
                  <a:lnTo>
                    <a:pt x="285178" y="108712"/>
                  </a:lnTo>
                  <a:lnTo>
                    <a:pt x="283336" y="110109"/>
                  </a:lnTo>
                  <a:lnTo>
                    <a:pt x="281952" y="111506"/>
                  </a:lnTo>
                  <a:lnTo>
                    <a:pt x="299453" y="111506"/>
                  </a:lnTo>
                  <a:lnTo>
                    <a:pt x="293471" y="107315"/>
                  </a:lnTo>
                  <a:close/>
                </a:path>
                <a:path w="421005" h="321945">
                  <a:moveTo>
                    <a:pt x="192112" y="61214"/>
                  </a:moveTo>
                  <a:lnTo>
                    <a:pt x="187502" y="62230"/>
                  </a:lnTo>
                  <a:lnTo>
                    <a:pt x="181521" y="62611"/>
                  </a:lnTo>
                  <a:lnTo>
                    <a:pt x="177368" y="68706"/>
                  </a:lnTo>
                  <a:lnTo>
                    <a:pt x="178295" y="74675"/>
                  </a:lnTo>
                  <a:lnTo>
                    <a:pt x="178752" y="75565"/>
                  </a:lnTo>
                  <a:lnTo>
                    <a:pt x="178752" y="76073"/>
                  </a:lnTo>
                  <a:lnTo>
                    <a:pt x="179209" y="76962"/>
                  </a:lnTo>
                  <a:lnTo>
                    <a:pt x="172300" y="86106"/>
                  </a:lnTo>
                  <a:lnTo>
                    <a:pt x="186936" y="86106"/>
                  </a:lnTo>
                  <a:lnTo>
                    <a:pt x="187972" y="84709"/>
                  </a:lnTo>
                  <a:lnTo>
                    <a:pt x="191198" y="84709"/>
                  </a:lnTo>
                  <a:lnTo>
                    <a:pt x="194424" y="83820"/>
                  </a:lnTo>
                  <a:lnTo>
                    <a:pt x="197637" y="82042"/>
                  </a:lnTo>
                  <a:lnTo>
                    <a:pt x="199021" y="79248"/>
                  </a:lnTo>
                  <a:lnTo>
                    <a:pt x="258803" y="79248"/>
                  </a:lnTo>
                  <a:lnTo>
                    <a:pt x="259842" y="77850"/>
                  </a:lnTo>
                  <a:lnTo>
                    <a:pt x="258914" y="72390"/>
                  </a:lnTo>
                  <a:lnTo>
                    <a:pt x="264051" y="67691"/>
                  </a:lnTo>
                  <a:lnTo>
                    <a:pt x="199021" y="67691"/>
                  </a:lnTo>
                  <a:lnTo>
                    <a:pt x="196723" y="63627"/>
                  </a:lnTo>
                  <a:lnTo>
                    <a:pt x="192112" y="61214"/>
                  </a:lnTo>
                  <a:close/>
                </a:path>
                <a:path w="421005" h="321945">
                  <a:moveTo>
                    <a:pt x="258803" y="79248"/>
                  </a:moveTo>
                  <a:lnTo>
                    <a:pt x="237718" y="79248"/>
                  </a:lnTo>
                  <a:lnTo>
                    <a:pt x="239560" y="82423"/>
                  </a:lnTo>
                  <a:lnTo>
                    <a:pt x="243713" y="84709"/>
                  </a:lnTo>
                  <a:lnTo>
                    <a:pt x="249237" y="84709"/>
                  </a:lnTo>
                  <a:lnTo>
                    <a:pt x="255689" y="83439"/>
                  </a:lnTo>
                  <a:lnTo>
                    <a:pt x="258803" y="79248"/>
                  </a:lnTo>
                  <a:close/>
                </a:path>
                <a:path w="421005" h="321945">
                  <a:moveTo>
                    <a:pt x="152958" y="55245"/>
                  </a:moveTo>
                  <a:lnTo>
                    <a:pt x="146964" y="56261"/>
                  </a:lnTo>
                  <a:lnTo>
                    <a:pt x="140970" y="56642"/>
                  </a:lnTo>
                  <a:lnTo>
                    <a:pt x="136829" y="62611"/>
                  </a:lnTo>
                  <a:lnTo>
                    <a:pt x="137210" y="67691"/>
                  </a:lnTo>
                  <a:lnTo>
                    <a:pt x="137286" y="68706"/>
                  </a:lnTo>
                  <a:lnTo>
                    <a:pt x="138214" y="74675"/>
                  </a:lnTo>
                  <a:lnTo>
                    <a:pt x="143281" y="78740"/>
                  </a:lnTo>
                  <a:lnTo>
                    <a:pt x="148805" y="78359"/>
                  </a:lnTo>
                  <a:lnTo>
                    <a:pt x="165024" y="78359"/>
                  </a:lnTo>
                  <a:lnTo>
                    <a:pt x="158940" y="71881"/>
                  </a:lnTo>
                  <a:lnTo>
                    <a:pt x="159867" y="69977"/>
                  </a:lnTo>
                  <a:lnTo>
                    <a:pt x="160324" y="67691"/>
                  </a:lnTo>
                  <a:lnTo>
                    <a:pt x="159867" y="65405"/>
                  </a:lnTo>
                  <a:lnTo>
                    <a:pt x="158940" y="59436"/>
                  </a:lnTo>
                  <a:lnTo>
                    <a:pt x="152958" y="55245"/>
                  </a:lnTo>
                  <a:close/>
                </a:path>
                <a:path w="421005" h="321945">
                  <a:moveTo>
                    <a:pt x="247853" y="61722"/>
                  </a:moveTo>
                  <a:lnTo>
                    <a:pt x="245554" y="62230"/>
                  </a:lnTo>
                  <a:lnTo>
                    <a:pt x="242328" y="62611"/>
                  </a:lnTo>
                  <a:lnTo>
                    <a:pt x="239102" y="64897"/>
                  </a:lnTo>
                  <a:lnTo>
                    <a:pt x="237718" y="67691"/>
                  </a:lnTo>
                  <a:lnTo>
                    <a:pt x="264051" y="67691"/>
                  </a:lnTo>
                  <a:lnTo>
                    <a:pt x="269049" y="63118"/>
                  </a:lnTo>
                  <a:lnTo>
                    <a:pt x="251548" y="63118"/>
                  </a:lnTo>
                  <a:lnTo>
                    <a:pt x="249707" y="62230"/>
                  </a:lnTo>
                  <a:lnTo>
                    <a:pt x="247853" y="61722"/>
                  </a:lnTo>
                  <a:close/>
                </a:path>
                <a:path w="421005" h="321945">
                  <a:moveTo>
                    <a:pt x="286092" y="31368"/>
                  </a:moveTo>
                  <a:lnTo>
                    <a:pt x="280111" y="32258"/>
                  </a:lnTo>
                  <a:lnTo>
                    <a:pt x="274116" y="32766"/>
                  </a:lnTo>
                  <a:lnTo>
                    <a:pt x="269976" y="38735"/>
                  </a:lnTo>
                  <a:lnTo>
                    <a:pt x="270891" y="44704"/>
                  </a:lnTo>
                  <a:lnTo>
                    <a:pt x="271360" y="44704"/>
                  </a:lnTo>
                  <a:lnTo>
                    <a:pt x="271360" y="45593"/>
                  </a:lnTo>
                  <a:lnTo>
                    <a:pt x="251548" y="63118"/>
                  </a:lnTo>
                  <a:lnTo>
                    <a:pt x="269049" y="63118"/>
                  </a:lnTo>
                  <a:lnTo>
                    <a:pt x="279184" y="53848"/>
                  </a:lnTo>
                  <a:lnTo>
                    <a:pt x="283336" y="53848"/>
                  </a:lnTo>
                  <a:lnTo>
                    <a:pt x="289318" y="53467"/>
                  </a:lnTo>
                  <a:lnTo>
                    <a:pt x="293471" y="47498"/>
                  </a:lnTo>
                  <a:lnTo>
                    <a:pt x="292544" y="41402"/>
                  </a:lnTo>
                  <a:lnTo>
                    <a:pt x="292087" y="35433"/>
                  </a:lnTo>
                  <a:lnTo>
                    <a:pt x="286092" y="31368"/>
                  </a:lnTo>
                  <a:close/>
                </a:path>
                <a:path w="421005" h="321945">
                  <a:moveTo>
                    <a:pt x="283336" y="53848"/>
                  </a:moveTo>
                  <a:lnTo>
                    <a:pt x="280111" y="53848"/>
                  </a:lnTo>
                  <a:lnTo>
                    <a:pt x="281952" y="54356"/>
                  </a:lnTo>
                  <a:lnTo>
                    <a:pt x="283336" y="53848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43"/>
          <p:cNvSpPr/>
          <p:nvPr/>
        </p:nvSpPr>
        <p:spPr>
          <a:xfrm>
            <a:off x="1889760" y="4361688"/>
            <a:ext cx="0" cy="735330"/>
          </a:xfrm>
          <a:custGeom>
            <a:avLst/>
            <a:gdLst/>
            <a:ahLst/>
            <a:cxnLst/>
            <a:rect l="l" t="t" r="r" b="b"/>
            <a:pathLst>
              <a:path h="735329">
                <a:moveTo>
                  <a:pt x="0" y="0"/>
                </a:moveTo>
                <a:lnTo>
                  <a:pt x="0" y="73533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53183" y="4433315"/>
            <a:ext cx="74676" cy="7467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53183" y="4683252"/>
            <a:ext cx="74676" cy="7467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53183" y="4933188"/>
            <a:ext cx="74676" cy="74675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852" y="3429000"/>
            <a:ext cx="5522976" cy="3060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Investment</a:t>
            </a:r>
            <a:r>
              <a:rPr sz="2600" spc="-75" dirty="0"/>
              <a:t> </a:t>
            </a:r>
            <a:r>
              <a:rPr sz="2600" dirty="0"/>
              <a:t>Opportunity</a:t>
            </a:r>
            <a:r>
              <a:rPr sz="2600" spc="-45" dirty="0"/>
              <a:t> </a:t>
            </a:r>
            <a:r>
              <a:rPr sz="2600" dirty="0"/>
              <a:t>for</a:t>
            </a:r>
            <a:r>
              <a:rPr sz="2600" spc="-45" dirty="0"/>
              <a:t> </a:t>
            </a:r>
            <a:r>
              <a:rPr sz="2600" dirty="0"/>
              <a:t>Business</a:t>
            </a:r>
            <a:r>
              <a:rPr sz="2600" spc="-30" dirty="0"/>
              <a:t> </a:t>
            </a:r>
            <a:r>
              <a:rPr sz="2600" dirty="0"/>
              <a:t>Concept</a:t>
            </a:r>
            <a:r>
              <a:rPr sz="2600" spc="-80" dirty="0"/>
              <a:t> </a:t>
            </a:r>
            <a:r>
              <a:rPr sz="2600" spc="-10" dirty="0"/>
              <a:t>Funding</a:t>
            </a:r>
            <a:endParaRPr sz="2600" dirty="0"/>
          </a:p>
        </p:txBody>
      </p:sp>
      <p:sp>
        <p:nvSpPr>
          <p:cNvPr id="4" name="object 4"/>
          <p:cNvSpPr/>
          <p:nvPr/>
        </p:nvSpPr>
        <p:spPr>
          <a:xfrm>
            <a:off x="618744" y="1027175"/>
            <a:ext cx="4150360" cy="347980"/>
          </a:xfrm>
          <a:custGeom>
            <a:avLst/>
            <a:gdLst/>
            <a:ahLst/>
            <a:cxnLst/>
            <a:rect l="l" t="t" r="r" b="b"/>
            <a:pathLst>
              <a:path w="4150360" h="347980">
                <a:moveTo>
                  <a:pt x="3976116" y="0"/>
                </a:moveTo>
                <a:lnTo>
                  <a:pt x="0" y="0"/>
                </a:lnTo>
                <a:lnTo>
                  <a:pt x="0" y="347472"/>
                </a:lnTo>
                <a:lnTo>
                  <a:pt x="3976116" y="347472"/>
                </a:lnTo>
                <a:lnTo>
                  <a:pt x="4149852" y="173736"/>
                </a:lnTo>
                <a:lnTo>
                  <a:pt x="39761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5"/>
          <p:cNvGrpSpPr/>
          <p:nvPr/>
        </p:nvGrpSpPr>
        <p:grpSpPr>
          <a:xfrm>
            <a:off x="591312" y="5167896"/>
            <a:ext cx="5085715" cy="401955"/>
            <a:chOff x="591312" y="5167896"/>
            <a:chExt cx="5085715" cy="401955"/>
          </a:xfrm>
        </p:grpSpPr>
        <p:sp>
          <p:nvSpPr>
            <p:cNvPr id="6" name="object 6"/>
            <p:cNvSpPr/>
            <p:nvPr/>
          </p:nvSpPr>
          <p:spPr>
            <a:xfrm>
              <a:off x="591312" y="5190743"/>
              <a:ext cx="5085715" cy="287020"/>
            </a:xfrm>
            <a:custGeom>
              <a:avLst/>
              <a:gdLst/>
              <a:ahLst/>
              <a:cxnLst/>
              <a:rect l="l" t="t" r="r" b="b"/>
              <a:pathLst>
                <a:path w="5085715" h="287020">
                  <a:moveTo>
                    <a:pt x="5085588" y="0"/>
                  </a:moveTo>
                  <a:lnTo>
                    <a:pt x="0" y="0"/>
                  </a:lnTo>
                  <a:lnTo>
                    <a:pt x="0" y="286511"/>
                  </a:lnTo>
                  <a:lnTo>
                    <a:pt x="5085588" y="286511"/>
                  </a:lnTo>
                  <a:lnTo>
                    <a:pt x="5085588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9508" y="5167896"/>
              <a:ext cx="1963673" cy="40156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62913" y="5210378"/>
            <a:ext cx="3669029" cy="10470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99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Benefits</a:t>
            </a:r>
            <a:r>
              <a:rPr sz="140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sz="14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investors</a:t>
            </a:r>
            <a:endParaRPr sz="1400" dirty="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50"/>
              </a:spcBef>
            </a:pPr>
            <a:r>
              <a:rPr sz="1200" b="1" spc="-10" dirty="0">
                <a:latin typeface="Century Gothic"/>
                <a:cs typeface="Century Gothic"/>
              </a:rPr>
              <a:t>Identifying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three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four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key</a:t>
            </a:r>
            <a:r>
              <a:rPr sz="1200" b="1" spc="-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factors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that</a:t>
            </a:r>
            <a:r>
              <a:rPr sz="1200" b="1" spc="-20" dirty="0">
                <a:latin typeface="Century Gothic"/>
                <a:cs typeface="Century Gothic"/>
              </a:rPr>
              <a:t> make </a:t>
            </a:r>
            <a:r>
              <a:rPr sz="1200" b="1" dirty="0">
                <a:latin typeface="Century Gothic"/>
                <a:cs typeface="Century Gothic"/>
              </a:rPr>
              <a:t>company</a:t>
            </a:r>
            <a:r>
              <a:rPr sz="1200" b="1" spc="-4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great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opportunity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 </a:t>
            </a:r>
            <a:r>
              <a:rPr sz="1200" b="1" spc="-10" dirty="0">
                <a:latin typeface="Century Gothic"/>
                <a:cs typeface="Century Gothic"/>
              </a:rPr>
              <a:t>investors</a:t>
            </a:r>
            <a:endParaRPr sz="12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194945" algn="l"/>
              </a:tabLst>
            </a:pPr>
            <a:endParaRPr sz="10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4068" y="2616720"/>
            <a:ext cx="527685" cy="1973580"/>
            <a:chOff x="544068" y="2616720"/>
            <a:chExt cx="527685" cy="1973580"/>
          </a:xfrm>
        </p:grpSpPr>
        <p:sp>
          <p:nvSpPr>
            <p:cNvPr id="10" name="object 10"/>
            <p:cNvSpPr/>
            <p:nvPr/>
          </p:nvSpPr>
          <p:spPr>
            <a:xfrm>
              <a:off x="809243" y="3131819"/>
              <a:ext cx="635" cy="1455420"/>
            </a:xfrm>
            <a:custGeom>
              <a:avLst/>
              <a:gdLst/>
              <a:ahLst/>
              <a:cxnLst/>
              <a:rect l="l" t="t" r="r" b="b"/>
              <a:pathLst>
                <a:path w="634" h="1455420">
                  <a:moveTo>
                    <a:pt x="215" y="0"/>
                  </a:moveTo>
                  <a:lnTo>
                    <a:pt x="0" y="156844"/>
                  </a:lnTo>
                </a:path>
                <a:path w="634" h="1455420">
                  <a:moveTo>
                    <a:pt x="215" y="649223"/>
                  </a:moveTo>
                  <a:lnTo>
                    <a:pt x="0" y="806068"/>
                  </a:lnTo>
                </a:path>
                <a:path w="634" h="1455420">
                  <a:moveTo>
                    <a:pt x="215" y="1298447"/>
                  </a:moveTo>
                  <a:lnTo>
                    <a:pt x="0" y="1455292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131" y="2632964"/>
              <a:ext cx="231140" cy="49530"/>
            </a:xfrm>
            <a:custGeom>
              <a:avLst/>
              <a:gdLst/>
              <a:ahLst/>
              <a:cxnLst/>
              <a:rect l="l" t="t" r="r" b="b"/>
              <a:pathLst>
                <a:path w="231140" h="49530">
                  <a:moveTo>
                    <a:pt x="114439" y="0"/>
                  </a:moveTo>
                  <a:lnTo>
                    <a:pt x="58639" y="5540"/>
                  </a:lnTo>
                  <a:lnTo>
                    <a:pt x="6667" y="21462"/>
                  </a:lnTo>
                  <a:lnTo>
                    <a:pt x="0" y="25019"/>
                  </a:lnTo>
                  <a:lnTo>
                    <a:pt x="9842" y="47751"/>
                  </a:lnTo>
                  <a:lnTo>
                    <a:pt x="16421" y="44196"/>
                  </a:lnTo>
                  <a:lnTo>
                    <a:pt x="39555" y="35855"/>
                  </a:lnTo>
                  <a:lnTo>
                    <a:pt x="63687" y="29765"/>
                  </a:lnTo>
                  <a:lnTo>
                    <a:pt x="88690" y="26033"/>
                  </a:lnTo>
                  <a:lnTo>
                    <a:pt x="114439" y="24764"/>
                  </a:lnTo>
                  <a:lnTo>
                    <a:pt x="140181" y="26033"/>
                  </a:lnTo>
                  <a:lnTo>
                    <a:pt x="165182" y="29765"/>
                  </a:lnTo>
                  <a:lnTo>
                    <a:pt x="189316" y="35855"/>
                  </a:lnTo>
                  <a:lnTo>
                    <a:pt x="212458" y="44196"/>
                  </a:lnTo>
                  <a:lnTo>
                    <a:pt x="221767" y="49149"/>
                  </a:lnTo>
                  <a:lnTo>
                    <a:pt x="230530" y="25908"/>
                  </a:lnTo>
                  <a:lnTo>
                    <a:pt x="222211" y="21462"/>
                  </a:lnTo>
                  <a:lnTo>
                    <a:pt x="196774" y="12269"/>
                  </a:lnTo>
                  <a:lnTo>
                    <a:pt x="170240" y="5540"/>
                  </a:lnTo>
                  <a:lnTo>
                    <a:pt x="142748" y="1406"/>
                  </a:lnTo>
                  <a:lnTo>
                    <a:pt x="1144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068" y="2616720"/>
              <a:ext cx="527291" cy="5272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2724" y="2685542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24" y="0"/>
                  </a:moveTo>
                  <a:lnTo>
                    <a:pt x="151695" y="5199"/>
                  </a:lnTo>
                  <a:lnTo>
                    <a:pt x="110267" y="20008"/>
                  </a:lnTo>
                  <a:lnTo>
                    <a:pt x="73722" y="43247"/>
                  </a:lnTo>
                  <a:lnTo>
                    <a:pt x="43241" y="73732"/>
                  </a:lnTo>
                  <a:lnTo>
                    <a:pt x="20006" y="110282"/>
                  </a:lnTo>
                  <a:lnTo>
                    <a:pt x="5198" y="151715"/>
                  </a:lnTo>
                  <a:lnTo>
                    <a:pt x="0" y="196850"/>
                  </a:lnTo>
                  <a:lnTo>
                    <a:pt x="5198" y="241984"/>
                  </a:lnTo>
                  <a:lnTo>
                    <a:pt x="20006" y="283417"/>
                  </a:lnTo>
                  <a:lnTo>
                    <a:pt x="43241" y="319967"/>
                  </a:lnTo>
                  <a:lnTo>
                    <a:pt x="73722" y="350452"/>
                  </a:lnTo>
                  <a:lnTo>
                    <a:pt x="110267" y="373691"/>
                  </a:lnTo>
                  <a:lnTo>
                    <a:pt x="151695" y="388500"/>
                  </a:lnTo>
                  <a:lnTo>
                    <a:pt x="196824" y="393700"/>
                  </a:lnTo>
                  <a:lnTo>
                    <a:pt x="241952" y="388500"/>
                  </a:lnTo>
                  <a:lnTo>
                    <a:pt x="283378" y="373691"/>
                  </a:lnTo>
                  <a:lnTo>
                    <a:pt x="319921" y="350452"/>
                  </a:lnTo>
                  <a:lnTo>
                    <a:pt x="350400" y="319967"/>
                  </a:lnTo>
                  <a:lnTo>
                    <a:pt x="373632" y="283417"/>
                  </a:lnTo>
                  <a:lnTo>
                    <a:pt x="388438" y="241984"/>
                  </a:lnTo>
                  <a:lnTo>
                    <a:pt x="393636" y="196850"/>
                  </a:lnTo>
                  <a:lnTo>
                    <a:pt x="388438" y="151715"/>
                  </a:lnTo>
                  <a:lnTo>
                    <a:pt x="373632" y="110282"/>
                  </a:lnTo>
                  <a:lnTo>
                    <a:pt x="350400" y="73732"/>
                  </a:lnTo>
                  <a:lnTo>
                    <a:pt x="319921" y="43247"/>
                  </a:lnTo>
                  <a:lnTo>
                    <a:pt x="283378" y="20008"/>
                  </a:lnTo>
                  <a:lnTo>
                    <a:pt x="241952" y="5199"/>
                  </a:lnTo>
                  <a:lnTo>
                    <a:pt x="196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81228" y="2769107"/>
              <a:ext cx="256540" cy="227329"/>
            </a:xfrm>
            <a:custGeom>
              <a:avLst/>
              <a:gdLst/>
              <a:ahLst/>
              <a:cxnLst/>
              <a:rect l="l" t="t" r="r" b="b"/>
              <a:pathLst>
                <a:path w="256540" h="227330">
                  <a:moveTo>
                    <a:pt x="256247" y="0"/>
                  </a:moveTo>
                  <a:lnTo>
                    <a:pt x="70307" y="0"/>
                  </a:lnTo>
                  <a:lnTo>
                    <a:pt x="70307" y="116712"/>
                  </a:lnTo>
                  <a:lnTo>
                    <a:pt x="256247" y="116712"/>
                  </a:lnTo>
                  <a:lnTo>
                    <a:pt x="256247" y="106044"/>
                  </a:lnTo>
                  <a:lnTo>
                    <a:pt x="80987" y="106044"/>
                  </a:lnTo>
                  <a:lnTo>
                    <a:pt x="80987" y="86232"/>
                  </a:lnTo>
                  <a:lnTo>
                    <a:pt x="147835" y="86232"/>
                  </a:lnTo>
                  <a:lnTo>
                    <a:pt x="140357" y="81200"/>
                  </a:lnTo>
                  <a:lnTo>
                    <a:pt x="133408" y="70907"/>
                  </a:lnTo>
                  <a:lnTo>
                    <a:pt x="130860" y="58292"/>
                  </a:lnTo>
                  <a:lnTo>
                    <a:pt x="133408" y="45731"/>
                  </a:lnTo>
                  <a:lnTo>
                    <a:pt x="140357" y="35433"/>
                  </a:lnTo>
                  <a:lnTo>
                    <a:pt x="147873" y="30352"/>
                  </a:lnTo>
                  <a:lnTo>
                    <a:pt x="80987" y="30352"/>
                  </a:lnTo>
                  <a:lnTo>
                    <a:pt x="80987" y="10667"/>
                  </a:lnTo>
                  <a:lnTo>
                    <a:pt x="256247" y="10667"/>
                  </a:lnTo>
                  <a:lnTo>
                    <a:pt x="256247" y="0"/>
                  </a:lnTo>
                  <a:close/>
                </a:path>
                <a:path w="256540" h="227330">
                  <a:moveTo>
                    <a:pt x="147835" y="86232"/>
                  </a:moveTo>
                  <a:lnTo>
                    <a:pt x="80987" y="86232"/>
                  </a:lnTo>
                  <a:lnTo>
                    <a:pt x="87719" y="88614"/>
                  </a:lnTo>
                  <a:lnTo>
                    <a:pt x="93187" y="92995"/>
                  </a:lnTo>
                  <a:lnTo>
                    <a:pt x="96963" y="98948"/>
                  </a:lnTo>
                  <a:lnTo>
                    <a:pt x="98615" y="106044"/>
                  </a:lnTo>
                  <a:lnTo>
                    <a:pt x="227939" y="106044"/>
                  </a:lnTo>
                  <a:lnTo>
                    <a:pt x="229591" y="98948"/>
                  </a:lnTo>
                  <a:lnTo>
                    <a:pt x="233367" y="92995"/>
                  </a:lnTo>
                  <a:lnTo>
                    <a:pt x="236259" y="90677"/>
                  </a:lnTo>
                  <a:lnTo>
                    <a:pt x="163283" y="90677"/>
                  </a:lnTo>
                  <a:lnTo>
                    <a:pt x="150663" y="88136"/>
                  </a:lnTo>
                  <a:lnTo>
                    <a:pt x="147835" y="86232"/>
                  </a:lnTo>
                  <a:close/>
                </a:path>
                <a:path w="256540" h="227330">
                  <a:moveTo>
                    <a:pt x="256247" y="86232"/>
                  </a:moveTo>
                  <a:lnTo>
                    <a:pt x="245567" y="86232"/>
                  </a:lnTo>
                  <a:lnTo>
                    <a:pt x="245567" y="106044"/>
                  </a:lnTo>
                  <a:lnTo>
                    <a:pt x="256247" y="106044"/>
                  </a:lnTo>
                  <a:lnTo>
                    <a:pt x="256247" y="86232"/>
                  </a:lnTo>
                  <a:close/>
                </a:path>
                <a:path w="256540" h="227330">
                  <a:moveTo>
                    <a:pt x="236249" y="25907"/>
                  </a:moveTo>
                  <a:lnTo>
                    <a:pt x="163283" y="25907"/>
                  </a:lnTo>
                  <a:lnTo>
                    <a:pt x="175897" y="28467"/>
                  </a:lnTo>
                  <a:lnTo>
                    <a:pt x="186199" y="35433"/>
                  </a:lnTo>
                  <a:lnTo>
                    <a:pt x="193146" y="45731"/>
                  </a:lnTo>
                  <a:lnTo>
                    <a:pt x="195694" y="58292"/>
                  </a:lnTo>
                  <a:lnTo>
                    <a:pt x="193146" y="70907"/>
                  </a:lnTo>
                  <a:lnTo>
                    <a:pt x="186199" y="81200"/>
                  </a:lnTo>
                  <a:lnTo>
                    <a:pt x="175897" y="88136"/>
                  </a:lnTo>
                  <a:lnTo>
                    <a:pt x="163283" y="90677"/>
                  </a:lnTo>
                  <a:lnTo>
                    <a:pt x="236259" y="90677"/>
                  </a:lnTo>
                  <a:lnTo>
                    <a:pt x="238835" y="88614"/>
                  </a:lnTo>
                  <a:lnTo>
                    <a:pt x="245567" y="86232"/>
                  </a:lnTo>
                  <a:lnTo>
                    <a:pt x="256247" y="86232"/>
                  </a:lnTo>
                  <a:lnTo>
                    <a:pt x="256247" y="30352"/>
                  </a:lnTo>
                  <a:lnTo>
                    <a:pt x="245567" y="30352"/>
                  </a:lnTo>
                  <a:lnTo>
                    <a:pt x="238835" y="27973"/>
                  </a:lnTo>
                  <a:lnTo>
                    <a:pt x="236249" y="25907"/>
                  </a:lnTo>
                  <a:close/>
                </a:path>
                <a:path w="256540" h="227330">
                  <a:moveTo>
                    <a:pt x="227939" y="10667"/>
                  </a:moveTo>
                  <a:lnTo>
                    <a:pt x="98615" y="10667"/>
                  </a:lnTo>
                  <a:lnTo>
                    <a:pt x="96963" y="17690"/>
                  </a:lnTo>
                  <a:lnTo>
                    <a:pt x="93187" y="23606"/>
                  </a:lnTo>
                  <a:lnTo>
                    <a:pt x="87719" y="27973"/>
                  </a:lnTo>
                  <a:lnTo>
                    <a:pt x="80987" y="30352"/>
                  </a:lnTo>
                  <a:lnTo>
                    <a:pt x="147873" y="30352"/>
                  </a:lnTo>
                  <a:lnTo>
                    <a:pt x="150663" y="28467"/>
                  </a:lnTo>
                  <a:lnTo>
                    <a:pt x="163283" y="25907"/>
                  </a:lnTo>
                  <a:lnTo>
                    <a:pt x="236249" y="25907"/>
                  </a:lnTo>
                  <a:lnTo>
                    <a:pt x="233367" y="23606"/>
                  </a:lnTo>
                  <a:lnTo>
                    <a:pt x="229591" y="17690"/>
                  </a:lnTo>
                  <a:lnTo>
                    <a:pt x="227939" y="10667"/>
                  </a:lnTo>
                  <a:close/>
                </a:path>
                <a:path w="256540" h="227330">
                  <a:moveTo>
                    <a:pt x="256247" y="10667"/>
                  </a:moveTo>
                  <a:lnTo>
                    <a:pt x="245567" y="10667"/>
                  </a:lnTo>
                  <a:lnTo>
                    <a:pt x="245567" y="30352"/>
                  </a:lnTo>
                  <a:lnTo>
                    <a:pt x="256247" y="30352"/>
                  </a:lnTo>
                  <a:lnTo>
                    <a:pt x="256247" y="10667"/>
                  </a:lnTo>
                  <a:close/>
                </a:path>
                <a:path w="256540" h="227330">
                  <a:moveTo>
                    <a:pt x="63258" y="114934"/>
                  </a:moveTo>
                  <a:lnTo>
                    <a:pt x="0" y="114934"/>
                  </a:lnTo>
                  <a:lnTo>
                    <a:pt x="0" y="227202"/>
                  </a:lnTo>
                  <a:lnTo>
                    <a:pt x="63258" y="227202"/>
                  </a:lnTo>
                  <a:lnTo>
                    <a:pt x="63258" y="158241"/>
                  </a:lnTo>
                  <a:lnTo>
                    <a:pt x="23952" y="158241"/>
                  </a:lnTo>
                  <a:lnTo>
                    <a:pt x="17729" y="152018"/>
                  </a:lnTo>
                  <a:lnTo>
                    <a:pt x="17729" y="136651"/>
                  </a:lnTo>
                  <a:lnTo>
                    <a:pt x="23952" y="130428"/>
                  </a:lnTo>
                  <a:lnTo>
                    <a:pt x="63258" y="130428"/>
                  </a:lnTo>
                  <a:lnTo>
                    <a:pt x="63258" y="114934"/>
                  </a:lnTo>
                  <a:close/>
                </a:path>
                <a:path w="256540" h="227330">
                  <a:moveTo>
                    <a:pt x="63258" y="130428"/>
                  </a:moveTo>
                  <a:lnTo>
                    <a:pt x="39306" y="130428"/>
                  </a:lnTo>
                  <a:lnTo>
                    <a:pt x="45542" y="136651"/>
                  </a:lnTo>
                  <a:lnTo>
                    <a:pt x="45542" y="152018"/>
                  </a:lnTo>
                  <a:lnTo>
                    <a:pt x="39306" y="158241"/>
                  </a:lnTo>
                  <a:lnTo>
                    <a:pt x="63258" y="158241"/>
                  </a:lnTo>
                  <a:lnTo>
                    <a:pt x="63258" y="130428"/>
                  </a:lnTo>
                  <a:close/>
                </a:path>
                <a:path w="256540" h="227330">
                  <a:moveTo>
                    <a:pt x="72428" y="138302"/>
                  </a:moveTo>
                  <a:lnTo>
                    <a:pt x="69468" y="138302"/>
                  </a:lnTo>
                  <a:lnTo>
                    <a:pt x="67068" y="140588"/>
                  </a:lnTo>
                  <a:lnTo>
                    <a:pt x="67043" y="192404"/>
                  </a:lnTo>
                  <a:lnTo>
                    <a:pt x="69430" y="194817"/>
                  </a:lnTo>
                  <a:lnTo>
                    <a:pt x="150583" y="194817"/>
                  </a:lnTo>
                  <a:lnTo>
                    <a:pt x="151625" y="194437"/>
                  </a:lnTo>
                  <a:lnTo>
                    <a:pt x="152476" y="193801"/>
                  </a:lnTo>
                  <a:lnTo>
                    <a:pt x="248793" y="139064"/>
                  </a:lnTo>
                  <a:lnTo>
                    <a:pt x="170101" y="139064"/>
                  </a:lnTo>
                  <a:lnTo>
                    <a:pt x="72428" y="138302"/>
                  </a:lnTo>
                  <a:close/>
                </a:path>
                <a:path w="256540" h="227330">
                  <a:moveTo>
                    <a:pt x="248056" y="118999"/>
                  </a:moveTo>
                  <a:lnTo>
                    <a:pt x="244665" y="120014"/>
                  </a:lnTo>
                  <a:lnTo>
                    <a:pt x="153212" y="139064"/>
                  </a:lnTo>
                  <a:lnTo>
                    <a:pt x="248793" y="139064"/>
                  </a:lnTo>
                  <a:lnTo>
                    <a:pt x="250520" y="138049"/>
                  </a:lnTo>
                  <a:lnTo>
                    <a:pt x="251498" y="136270"/>
                  </a:lnTo>
                  <a:lnTo>
                    <a:pt x="251510" y="121538"/>
                  </a:lnTo>
                  <a:lnTo>
                    <a:pt x="248056" y="118999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131" y="3281806"/>
              <a:ext cx="231140" cy="49530"/>
            </a:xfrm>
            <a:custGeom>
              <a:avLst/>
              <a:gdLst/>
              <a:ahLst/>
              <a:cxnLst/>
              <a:rect l="l" t="t" r="r" b="b"/>
              <a:pathLst>
                <a:path w="231140" h="49529">
                  <a:moveTo>
                    <a:pt x="114439" y="0"/>
                  </a:moveTo>
                  <a:lnTo>
                    <a:pt x="58639" y="5587"/>
                  </a:lnTo>
                  <a:lnTo>
                    <a:pt x="6667" y="21462"/>
                  </a:lnTo>
                  <a:lnTo>
                    <a:pt x="0" y="25018"/>
                  </a:lnTo>
                  <a:lnTo>
                    <a:pt x="9842" y="47878"/>
                  </a:lnTo>
                  <a:lnTo>
                    <a:pt x="16421" y="44322"/>
                  </a:lnTo>
                  <a:lnTo>
                    <a:pt x="39555" y="35962"/>
                  </a:lnTo>
                  <a:lnTo>
                    <a:pt x="63687" y="29829"/>
                  </a:lnTo>
                  <a:lnTo>
                    <a:pt x="88690" y="26052"/>
                  </a:lnTo>
                  <a:lnTo>
                    <a:pt x="114439" y="24764"/>
                  </a:lnTo>
                  <a:lnTo>
                    <a:pt x="140181" y="26052"/>
                  </a:lnTo>
                  <a:lnTo>
                    <a:pt x="165182" y="29829"/>
                  </a:lnTo>
                  <a:lnTo>
                    <a:pt x="189316" y="35962"/>
                  </a:lnTo>
                  <a:lnTo>
                    <a:pt x="212458" y="44322"/>
                  </a:lnTo>
                  <a:lnTo>
                    <a:pt x="221767" y="49275"/>
                  </a:lnTo>
                  <a:lnTo>
                    <a:pt x="230530" y="25907"/>
                  </a:lnTo>
                  <a:lnTo>
                    <a:pt x="222211" y="21462"/>
                  </a:lnTo>
                  <a:lnTo>
                    <a:pt x="196774" y="12322"/>
                  </a:lnTo>
                  <a:lnTo>
                    <a:pt x="170240" y="5587"/>
                  </a:lnTo>
                  <a:lnTo>
                    <a:pt x="142748" y="1424"/>
                  </a:lnTo>
                  <a:lnTo>
                    <a:pt x="1144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264433"/>
              <a:ext cx="527291" cy="5288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2724" y="3334512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24" y="0"/>
                  </a:moveTo>
                  <a:lnTo>
                    <a:pt x="151695" y="5199"/>
                  </a:lnTo>
                  <a:lnTo>
                    <a:pt x="110267" y="20008"/>
                  </a:lnTo>
                  <a:lnTo>
                    <a:pt x="73722" y="43247"/>
                  </a:lnTo>
                  <a:lnTo>
                    <a:pt x="43241" y="73732"/>
                  </a:lnTo>
                  <a:lnTo>
                    <a:pt x="20006" y="110282"/>
                  </a:lnTo>
                  <a:lnTo>
                    <a:pt x="5198" y="151715"/>
                  </a:lnTo>
                  <a:lnTo>
                    <a:pt x="0" y="196850"/>
                  </a:lnTo>
                  <a:lnTo>
                    <a:pt x="5198" y="241977"/>
                  </a:lnTo>
                  <a:lnTo>
                    <a:pt x="20006" y="283392"/>
                  </a:lnTo>
                  <a:lnTo>
                    <a:pt x="43241" y="319917"/>
                  </a:lnTo>
                  <a:lnTo>
                    <a:pt x="73722" y="350375"/>
                  </a:lnTo>
                  <a:lnTo>
                    <a:pt x="110267" y="373589"/>
                  </a:lnTo>
                  <a:lnTo>
                    <a:pt x="151695" y="388380"/>
                  </a:lnTo>
                  <a:lnTo>
                    <a:pt x="196824" y="393573"/>
                  </a:lnTo>
                  <a:lnTo>
                    <a:pt x="241952" y="388380"/>
                  </a:lnTo>
                  <a:lnTo>
                    <a:pt x="283378" y="373589"/>
                  </a:lnTo>
                  <a:lnTo>
                    <a:pt x="319921" y="350375"/>
                  </a:lnTo>
                  <a:lnTo>
                    <a:pt x="350400" y="319917"/>
                  </a:lnTo>
                  <a:lnTo>
                    <a:pt x="373632" y="283392"/>
                  </a:lnTo>
                  <a:lnTo>
                    <a:pt x="388438" y="241977"/>
                  </a:lnTo>
                  <a:lnTo>
                    <a:pt x="393636" y="196850"/>
                  </a:lnTo>
                  <a:lnTo>
                    <a:pt x="388438" y="151715"/>
                  </a:lnTo>
                  <a:lnTo>
                    <a:pt x="373632" y="110282"/>
                  </a:lnTo>
                  <a:lnTo>
                    <a:pt x="350400" y="73732"/>
                  </a:lnTo>
                  <a:lnTo>
                    <a:pt x="319921" y="43247"/>
                  </a:lnTo>
                  <a:lnTo>
                    <a:pt x="283378" y="20008"/>
                  </a:lnTo>
                  <a:lnTo>
                    <a:pt x="241952" y="5199"/>
                  </a:lnTo>
                  <a:lnTo>
                    <a:pt x="196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944" y="3407663"/>
              <a:ext cx="228600" cy="2468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94131" y="3930777"/>
              <a:ext cx="231140" cy="49530"/>
            </a:xfrm>
            <a:custGeom>
              <a:avLst/>
              <a:gdLst/>
              <a:ahLst/>
              <a:cxnLst/>
              <a:rect l="l" t="t" r="r" b="b"/>
              <a:pathLst>
                <a:path w="231140" h="49529">
                  <a:moveTo>
                    <a:pt x="114439" y="0"/>
                  </a:moveTo>
                  <a:lnTo>
                    <a:pt x="58639" y="5540"/>
                  </a:lnTo>
                  <a:lnTo>
                    <a:pt x="6667" y="21462"/>
                  </a:lnTo>
                  <a:lnTo>
                    <a:pt x="0" y="25018"/>
                  </a:lnTo>
                  <a:lnTo>
                    <a:pt x="9842" y="47752"/>
                  </a:lnTo>
                  <a:lnTo>
                    <a:pt x="16421" y="44196"/>
                  </a:lnTo>
                  <a:lnTo>
                    <a:pt x="39555" y="35855"/>
                  </a:lnTo>
                  <a:lnTo>
                    <a:pt x="63687" y="29765"/>
                  </a:lnTo>
                  <a:lnTo>
                    <a:pt x="88690" y="26033"/>
                  </a:lnTo>
                  <a:lnTo>
                    <a:pt x="114439" y="24765"/>
                  </a:lnTo>
                  <a:lnTo>
                    <a:pt x="140181" y="26033"/>
                  </a:lnTo>
                  <a:lnTo>
                    <a:pt x="165182" y="29765"/>
                  </a:lnTo>
                  <a:lnTo>
                    <a:pt x="189316" y="35855"/>
                  </a:lnTo>
                  <a:lnTo>
                    <a:pt x="212458" y="44196"/>
                  </a:lnTo>
                  <a:lnTo>
                    <a:pt x="221767" y="49275"/>
                  </a:lnTo>
                  <a:lnTo>
                    <a:pt x="230530" y="25908"/>
                  </a:lnTo>
                  <a:lnTo>
                    <a:pt x="222211" y="21462"/>
                  </a:lnTo>
                  <a:lnTo>
                    <a:pt x="196774" y="12269"/>
                  </a:lnTo>
                  <a:lnTo>
                    <a:pt x="170240" y="5540"/>
                  </a:lnTo>
                  <a:lnTo>
                    <a:pt x="142748" y="1406"/>
                  </a:lnTo>
                  <a:lnTo>
                    <a:pt x="1144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4068" y="3913657"/>
              <a:ext cx="527291" cy="52880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12724" y="3983355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24" y="0"/>
                  </a:moveTo>
                  <a:lnTo>
                    <a:pt x="151695" y="5199"/>
                  </a:lnTo>
                  <a:lnTo>
                    <a:pt x="110267" y="20008"/>
                  </a:lnTo>
                  <a:lnTo>
                    <a:pt x="73722" y="43247"/>
                  </a:lnTo>
                  <a:lnTo>
                    <a:pt x="43241" y="73732"/>
                  </a:lnTo>
                  <a:lnTo>
                    <a:pt x="20006" y="110282"/>
                  </a:lnTo>
                  <a:lnTo>
                    <a:pt x="5198" y="151715"/>
                  </a:lnTo>
                  <a:lnTo>
                    <a:pt x="0" y="196850"/>
                  </a:lnTo>
                  <a:lnTo>
                    <a:pt x="5198" y="241984"/>
                  </a:lnTo>
                  <a:lnTo>
                    <a:pt x="20006" y="283417"/>
                  </a:lnTo>
                  <a:lnTo>
                    <a:pt x="43241" y="319967"/>
                  </a:lnTo>
                  <a:lnTo>
                    <a:pt x="73722" y="350452"/>
                  </a:lnTo>
                  <a:lnTo>
                    <a:pt x="110267" y="373691"/>
                  </a:lnTo>
                  <a:lnTo>
                    <a:pt x="151695" y="388500"/>
                  </a:lnTo>
                  <a:lnTo>
                    <a:pt x="196824" y="393700"/>
                  </a:lnTo>
                  <a:lnTo>
                    <a:pt x="241952" y="388500"/>
                  </a:lnTo>
                  <a:lnTo>
                    <a:pt x="283378" y="373691"/>
                  </a:lnTo>
                  <a:lnTo>
                    <a:pt x="319921" y="350452"/>
                  </a:lnTo>
                  <a:lnTo>
                    <a:pt x="350400" y="319967"/>
                  </a:lnTo>
                  <a:lnTo>
                    <a:pt x="373632" y="283417"/>
                  </a:lnTo>
                  <a:lnTo>
                    <a:pt x="388438" y="241984"/>
                  </a:lnTo>
                  <a:lnTo>
                    <a:pt x="393636" y="196850"/>
                  </a:lnTo>
                  <a:lnTo>
                    <a:pt x="388438" y="151715"/>
                  </a:lnTo>
                  <a:lnTo>
                    <a:pt x="373632" y="110282"/>
                  </a:lnTo>
                  <a:lnTo>
                    <a:pt x="350400" y="73732"/>
                  </a:lnTo>
                  <a:lnTo>
                    <a:pt x="319921" y="43247"/>
                  </a:lnTo>
                  <a:lnTo>
                    <a:pt x="283378" y="20008"/>
                  </a:lnTo>
                  <a:lnTo>
                    <a:pt x="241952" y="5199"/>
                  </a:lnTo>
                  <a:lnTo>
                    <a:pt x="196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94944" y="4047744"/>
              <a:ext cx="229870" cy="266700"/>
            </a:xfrm>
            <a:custGeom>
              <a:avLst/>
              <a:gdLst/>
              <a:ahLst/>
              <a:cxnLst/>
              <a:rect l="l" t="t" r="r" b="b"/>
              <a:pathLst>
                <a:path w="229869" h="266700">
                  <a:moveTo>
                    <a:pt x="48577" y="0"/>
                  </a:moveTo>
                  <a:lnTo>
                    <a:pt x="38021" y="2141"/>
                  </a:lnTo>
                  <a:lnTo>
                    <a:pt x="29415" y="7985"/>
                  </a:lnTo>
                  <a:lnTo>
                    <a:pt x="23616" y="16662"/>
                  </a:lnTo>
                  <a:lnTo>
                    <a:pt x="21526" y="27304"/>
                  </a:lnTo>
                  <a:lnTo>
                    <a:pt x="23659" y="37873"/>
                  </a:lnTo>
                  <a:lnTo>
                    <a:pt x="29436" y="46513"/>
                  </a:lnTo>
                  <a:lnTo>
                    <a:pt x="38012" y="52343"/>
                  </a:lnTo>
                  <a:lnTo>
                    <a:pt x="48526" y="54482"/>
                  </a:lnTo>
                  <a:lnTo>
                    <a:pt x="59061" y="52343"/>
                  </a:lnTo>
                  <a:lnTo>
                    <a:pt x="67667" y="46513"/>
                  </a:lnTo>
                  <a:lnTo>
                    <a:pt x="73474" y="37873"/>
                  </a:lnTo>
                  <a:lnTo>
                    <a:pt x="75615" y="27304"/>
                  </a:lnTo>
                  <a:lnTo>
                    <a:pt x="73498" y="16662"/>
                  </a:lnTo>
                  <a:lnTo>
                    <a:pt x="67706" y="7985"/>
                  </a:lnTo>
                  <a:lnTo>
                    <a:pt x="59110" y="2141"/>
                  </a:lnTo>
                  <a:lnTo>
                    <a:pt x="48577" y="0"/>
                  </a:lnTo>
                  <a:close/>
                </a:path>
                <a:path w="229869" h="266700">
                  <a:moveTo>
                    <a:pt x="168338" y="108203"/>
                  </a:moveTo>
                  <a:lnTo>
                    <a:pt x="161023" y="108203"/>
                  </a:lnTo>
                  <a:lnTo>
                    <a:pt x="124505" y="121533"/>
                  </a:lnTo>
                  <a:lnTo>
                    <a:pt x="104738" y="148796"/>
                  </a:lnTo>
                  <a:lnTo>
                    <a:pt x="102984" y="151256"/>
                  </a:lnTo>
                  <a:lnTo>
                    <a:pt x="99767" y="188053"/>
                  </a:lnTo>
                  <a:lnTo>
                    <a:pt x="118135" y="222884"/>
                  </a:lnTo>
                  <a:lnTo>
                    <a:pt x="156222" y="261619"/>
                  </a:lnTo>
                  <a:lnTo>
                    <a:pt x="160959" y="266318"/>
                  </a:lnTo>
                  <a:lnTo>
                    <a:pt x="168579" y="266318"/>
                  </a:lnTo>
                  <a:lnTo>
                    <a:pt x="173266" y="261619"/>
                  </a:lnTo>
                  <a:lnTo>
                    <a:pt x="211404" y="222884"/>
                  </a:lnTo>
                  <a:lnTo>
                    <a:pt x="212139" y="221487"/>
                  </a:lnTo>
                  <a:lnTo>
                    <a:pt x="165798" y="221487"/>
                  </a:lnTo>
                  <a:lnTo>
                    <a:pt x="162890" y="220979"/>
                  </a:lnTo>
                  <a:lnTo>
                    <a:pt x="159981" y="220344"/>
                  </a:lnTo>
                  <a:lnTo>
                    <a:pt x="158089" y="217423"/>
                  </a:lnTo>
                  <a:lnTo>
                    <a:pt x="158686" y="214502"/>
                  </a:lnTo>
                  <a:lnTo>
                    <a:pt x="158686" y="209549"/>
                  </a:lnTo>
                  <a:lnTo>
                    <a:pt x="155037" y="209549"/>
                  </a:lnTo>
                  <a:lnTo>
                    <a:pt x="151439" y="208914"/>
                  </a:lnTo>
                  <a:lnTo>
                    <a:pt x="150761" y="208914"/>
                  </a:lnTo>
                  <a:lnTo>
                    <a:pt x="142760" y="206247"/>
                  </a:lnTo>
                  <a:lnTo>
                    <a:pt x="141020" y="202945"/>
                  </a:lnTo>
                  <a:lnTo>
                    <a:pt x="141820" y="199770"/>
                  </a:lnTo>
                  <a:lnTo>
                    <a:pt x="141820" y="199262"/>
                  </a:lnTo>
                  <a:lnTo>
                    <a:pt x="142396" y="197103"/>
                  </a:lnTo>
                  <a:lnTo>
                    <a:pt x="142430" y="196976"/>
                  </a:lnTo>
                  <a:lnTo>
                    <a:pt x="142532" y="196595"/>
                  </a:lnTo>
                  <a:lnTo>
                    <a:pt x="144819" y="194817"/>
                  </a:lnTo>
                  <a:lnTo>
                    <a:pt x="171018" y="194817"/>
                  </a:lnTo>
                  <a:lnTo>
                    <a:pt x="171780" y="194309"/>
                  </a:lnTo>
                  <a:lnTo>
                    <a:pt x="171780" y="186308"/>
                  </a:lnTo>
                  <a:lnTo>
                    <a:pt x="168452" y="183641"/>
                  </a:lnTo>
                  <a:lnTo>
                    <a:pt x="160375" y="180974"/>
                  </a:lnTo>
                  <a:lnTo>
                    <a:pt x="152497" y="177682"/>
                  </a:lnTo>
                  <a:lnTo>
                    <a:pt x="146383" y="173497"/>
                  </a:lnTo>
                  <a:lnTo>
                    <a:pt x="142426" y="168098"/>
                  </a:lnTo>
                  <a:lnTo>
                    <a:pt x="141020" y="161162"/>
                  </a:lnTo>
                  <a:lnTo>
                    <a:pt x="142199" y="154685"/>
                  </a:lnTo>
                  <a:lnTo>
                    <a:pt x="142222" y="154558"/>
                  </a:lnTo>
                  <a:lnTo>
                    <a:pt x="142652" y="153796"/>
                  </a:lnTo>
                  <a:lnTo>
                    <a:pt x="145792" y="148796"/>
                  </a:lnTo>
                  <a:lnTo>
                    <a:pt x="151500" y="144500"/>
                  </a:lnTo>
                  <a:lnTo>
                    <a:pt x="159194" y="141858"/>
                  </a:lnTo>
                  <a:lnTo>
                    <a:pt x="159194" y="136905"/>
                  </a:lnTo>
                  <a:lnTo>
                    <a:pt x="159626" y="134746"/>
                  </a:lnTo>
                  <a:lnTo>
                    <a:pt x="161277" y="133095"/>
                  </a:lnTo>
                  <a:lnTo>
                    <a:pt x="163398" y="132587"/>
                  </a:lnTo>
                  <a:lnTo>
                    <a:pt x="166306" y="132079"/>
                  </a:lnTo>
                  <a:lnTo>
                    <a:pt x="212600" y="132079"/>
                  </a:lnTo>
                  <a:lnTo>
                    <a:pt x="204937" y="121533"/>
                  </a:lnTo>
                  <a:lnTo>
                    <a:pt x="168338" y="108203"/>
                  </a:lnTo>
                  <a:close/>
                </a:path>
                <a:path w="229869" h="266700">
                  <a:moveTo>
                    <a:pt x="31546" y="61594"/>
                  </a:moveTo>
                  <a:lnTo>
                    <a:pt x="22898" y="61594"/>
                  </a:lnTo>
                  <a:lnTo>
                    <a:pt x="13991" y="63400"/>
                  </a:lnTo>
                  <a:lnTo>
                    <a:pt x="6715" y="68325"/>
                  </a:lnTo>
                  <a:lnTo>
                    <a:pt x="1806" y="75632"/>
                  </a:lnTo>
                  <a:lnTo>
                    <a:pt x="0" y="84581"/>
                  </a:lnTo>
                  <a:lnTo>
                    <a:pt x="21" y="85343"/>
                  </a:lnTo>
                  <a:lnTo>
                    <a:pt x="139" y="87248"/>
                  </a:lnTo>
                  <a:lnTo>
                    <a:pt x="6718" y="136905"/>
                  </a:lnTo>
                  <a:lnTo>
                    <a:pt x="6819" y="137667"/>
                  </a:lnTo>
                  <a:lnTo>
                    <a:pt x="7562" y="144500"/>
                  </a:lnTo>
                  <a:lnTo>
                    <a:pt x="7620" y="145033"/>
                  </a:lnTo>
                  <a:lnTo>
                    <a:pt x="12522" y="151256"/>
                  </a:lnTo>
                  <a:lnTo>
                    <a:pt x="19456" y="153796"/>
                  </a:lnTo>
                  <a:lnTo>
                    <a:pt x="30670" y="257301"/>
                  </a:lnTo>
                  <a:lnTo>
                    <a:pt x="31186" y="261619"/>
                  </a:lnTo>
                  <a:lnTo>
                    <a:pt x="31216" y="261873"/>
                  </a:lnTo>
                  <a:lnTo>
                    <a:pt x="35001" y="265175"/>
                  </a:lnTo>
                  <a:lnTo>
                    <a:pt x="61760" y="265175"/>
                  </a:lnTo>
                  <a:lnTo>
                    <a:pt x="72563" y="197103"/>
                  </a:lnTo>
                  <a:lnTo>
                    <a:pt x="83870" y="90550"/>
                  </a:lnTo>
                  <a:lnTo>
                    <a:pt x="83934" y="90042"/>
                  </a:lnTo>
                  <a:lnTo>
                    <a:pt x="84404" y="89534"/>
                  </a:lnTo>
                  <a:lnTo>
                    <a:pt x="85001" y="89534"/>
                  </a:lnTo>
                  <a:lnTo>
                    <a:pt x="148653" y="85343"/>
                  </a:lnTo>
                  <a:lnTo>
                    <a:pt x="153213" y="85343"/>
                  </a:lnTo>
                  <a:lnTo>
                    <a:pt x="157238" y="81660"/>
                  </a:lnTo>
                  <a:lnTo>
                    <a:pt x="157311" y="81152"/>
                  </a:lnTo>
                  <a:lnTo>
                    <a:pt x="47980" y="81152"/>
                  </a:lnTo>
                  <a:lnTo>
                    <a:pt x="46786" y="80263"/>
                  </a:lnTo>
                  <a:lnTo>
                    <a:pt x="46570" y="80009"/>
                  </a:lnTo>
                  <a:lnTo>
                    <a:pt x="46380" y="79882"/>
                  </a:lnTo>
                  <a:lnTo>
                    <a:pt x="46215" y="79628"/>
                  </a:lnTo>
                  <a:lnTo>
                    <a:pt x="32067" y="62102"/>
                  </a:lnTo>
                  <a:lnTo>
                    <a:pt x="31932" y="61848"/>
                  </a:lnTo>
                  <a:lnTo>
                    <a:pt x="32181" y="61848"/>
                  </a:lnTo>
                  <a:lnTo>
                    <a:pt x="31546" y="61594"/>
                  </a:lnTo>
                  <a:close/>
                </a:path>
                <a:path w="229869" h="266700">
                  <a:moveTo>
                    <a:pt x="169951" y="153161"/>
                  </a:moveTo>
                  <a:lnTo>
                    <a:pt x="159740" y="153161"/>
                  </a:lnTo>
                  <a:lnTo>
                    <a:pt x="157480" y="156209"/>
                  </a:lnTo>
                  <a:lnTo>
                    <a:pt x="157480" y="162813"/>
                  </a:lnTo>
                  <a:lnTo>
                    <a:pt x="161239" y="165099"/>
                  </a:lnTo>
                  <a:lnTo>
                    <a:pt x="170383" y="168528"/>
                  </a:lnTo>
                  <a:lnTo>
                    <a:pt x="178591" y="172257"/>
                  </a:lnTo>
                  <a:lnTo>
                    <a:pt x="184169" y="176736"/>
                  </a:lnTo>
                  <a:lnTo>
                    <a:pt x="187346" y="182191"/>
                  </a:lnTo>
                  <a:lnTo>
                    <a:pt x="188233" y="188053"/>
                  </a:lnTo>
                  <a:lnTo>
                    <a:pt x="188353" y="188848"/>
                  </a:lnTo>
                  <a:lnTo>
                    <a:pt x="187352" y="194309"/>
                  </a:lnTo>
                  <a:lnTo>
                    <a:pt x="187259" y="194817"/>
                  </a:lnTo>
                  <a:lnTo>
                    <a:pt x="187212" y="195071"/>
                  </a:lnTo>
                  <a:lnTo>
                    <a:pt x="187101" y="195679"/>
                  </a:lnTo>
                  <a:lnTo>
                    <a:pt x="183419" y="201580"/>
                  </a:lnTo>
                  <a:lnTo>
                    <a:pt x="177423" y="206101"/>
                  </a:lnTo>
                  <a:lnTo>
                    <a:pt x="168840" y="208914"/>
                  </a:lnTo>
                  <a:lnTo>
                    <a:pt x="169227" y="208914"/>
                  </a:lnTo>
                  <a:lnTo>
                    <a:pt x="169227" y="214502"/>
                  </a:lnTo>
                  <a:lnTo>
                    <a:pt x="169367" y="215264"/>
                  </a:lnTo>
                  <a:lnTo>
                    <a:pt x="169367" y="216026"/>
                  </a:lnTo>
                  <a:lnTo>
                    <a:pt x="168643" y="219582"/>
                  </a:lnTo>
                  <a:lnTo>
                    <a:pt x="165798" y="221487"/>
                  </a:lnTo>
                  <a:lnTo>
                    <a:pt x="212139" y="221487"/>
                  </a:lnTo>
                  <a:lnTo>
                    <a:pt x="229747" y="188053"/>
                  </a:lnTo>
                  <a:lnTo>
                    <a:pt x="226806" y="154685"/>
                  </a:lnTo>
                  <a:lnTo>
                    <a:pt x="176809" y="154685"/>
                  </a:lnTo>
                  <a:lnTo>
                    <a:pt x="176250" y="154558"/>
                  </a:lnTo>
                  <a:lnTo>
                    <a:pt x="173164" y="153669"/>
                  </a:lnTo>
                  <a:lnTo>
                    <a:pt x="169951" y="153161"/>
                  </a:lnTo>
                  <a:close/>
                </a:path>
                <a:path w="229869" h="266700">
                  <a:moveTo>
                    <a:pt x="171018" y="194817"/>
                  </a:moveTo>
                  <a:lnTo>
                    <a:pt x="149174" y="194817"/>
                  </a:lnTo>
                  <a:lnTo>
                    <a:pt x="149834" y="195071"/>
                  </a:lnTo>
                  <a:lnTo>
                    <a:pt x="153581" y="196341"/>
                  </a:lnTo>
                  <a:lnTo>
                    <a:pt x="157505" y="196976"/>
                  </a:lnTo>
                  <a:lnTo>
                    <a:pt x="161455" y="197103"/>
                  </a:lnTo>
                  <a:lnTo>
                    <a:pt x="167589" y="197103"/>
                  </a:lnTo>
                  <a:lnTo>
                    <a:pt x="171018" y="194817"/>
                  </a:lnTo>
                  <a:close/>
                </a:path>
                <a:path w="229869" h="266700">
                  <a:moveTo>
                    <a:pt x="212600" y="132079"/>
                  </a:moveTo>
                  <a:lnTo>
                    <a:pt x="166306" y="132079"/>
                  </a:lnTo>
                  <a:lnTo>
                    <a:pt x="169151" y="133984"/>
                  </a:lnTo>
                  <a:lnTo>
                    <a:pt x="169735" y="136905"/>
                  </a:lnTo>
                  <a:lnTo>
                    <a:pt x="169735" y="141223"/>
                  </a:lnTo>
                  <a:lnTo>
                    <a:pt x="173050" y="141223"/>
                  </a:lnTo>
                  <a:lnTo>
                    <a:pt x="176339" y="141604"/>
                  </a:lnTo>
                  <a:lnTo>
                    <a:pt x="179552" y="142493"/>
                  </a:lnTo>
                  <a:lnTo>
                    <a:pt x="182194" y="143255"/>
                  </a:lnTo>
                  <a:lnTo>
                    <a:pt x="184022" y="145668"/>
                  </a:lnTo>
                  <a:lnTo>
                    <a:pt x="184073" y="148335"/>
                  </a:lnTo>
                  <a:lnTo>
                    <a:pt x="184150" y="151891"/>
                  </a:lnTo>
                  <a:lnTo>
                    <a:pt x="181543" y="154558"/>
                  </a:lnTo>
                  <a:lnTo>
                    <a:pt x="181419" y="154685"/>
                  </a:lnTo>
                  <a:lnTo>
                    <a:pt x="226806" y="154685"/>
                  </a:lnTo>
                  <a:lnTo>
                    <a:pt x="226716" y="153669"/>
                  </a:lnTo>
                  <a:lnTo>
                    <a:pt x="226671" y="153161"/>
                  </a:lnTo>
                  <a:lnTo>
                    <a:pt x="226559" y="151891"/>
                  </a:lnTo>
                  <a:lnTo>
                    <a:pt x="226503" y="151256"/>
                  </a:lnTo>
                  <a:lnTo>
                    <a:pt x="224746" y="148796"/>
                  </a:lnTo>
                  <a:lnTo>
                    <a:pt x="212600" y="132079"/>
                  </a:lnTo>
                  <a:close/>
                </a:path>
                <a:path w="229869" h="266700">
                  <a:moveTo>
                    <a:pt x="65443" y="61594"/>
                  </a:moveTo>
                  <a:lnTo>
                    <a:pt x="65112" y="61594"/>
                  </a:lnTo>
                  <a:lnTo>
                    <a:pt x="64477" y="61848"/>
                  </a:lnTo>
                  <a:lnTo>
                    <a:pt x="64723" y="61848"/>
                  </a:lnTo>
                  <a:lnTo>
                    <a:pt x="64579" y="62102"/>
                  </a:lnTo>
                  <a:lnTo>
                    <a:pt x="50546" y="79628"/>
                  </a:lnTo>
                  <a:lnTo>
                    <a:pt x="49669" y="80898"/>
                  </a:lnTo>
                  <a:lnTo>
                    <a:pt x="47980" y="81152"/>
                  </a:lnTo>
                  <a:lnTo>
                    <a:pt x="157311" y="81152"/>
                  </a:lnTo>
                  <a:lnTo>
                    <a:pt x="157911" y="76961"/>
                  </a:lnTo>
                  <a:lnTo>
                    <a:pt x="158483" y="71754"/>
                  </a:lnTo>
                  <a:lnTo>
                    <a:pt x="154774" y="67182"/>
                  </a:lnTo>
                  <a:lnTo>
                    <a:pt x="149618" y="66547"/>
                  </a:lnTo>
                  <a:lnTo>
                    <a:pt x="149199" y="66547"/>
                  </a:lnTo>
                  <a:lnTo>
                    <a:pt x="77330" y="61848"/>
                  </a:lnTo>
                  <a:lnTo>
                    <a:pt x="65443" y="61594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7392" y="1061973"/>
            <a:ext cx="5210175" cy="39452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entury Gothic"/>
                <a:cs typeface="Century Gothic"/>
              </a:rPr>
              <a:t>Informing</a:t>
            </a:r>
            <a:r>
              <a:rPr sz="1600" b="1" spc="-50" dirty="0">
                <a:latin typeface="Century Gothic"/>
                <a:cs typeface="Century Gothic"/>
              </a:rPr>
              <a:t> </a:t>
            </a:r>
            <a:r>
              <a:rPr sz="1600" b="1" dirty="0">
                <a:latin typeface="Century Gothic"/>
                <a:cs typeface="Century Gothic"/>
              </a:rPr>
              <a:t>investors</a:t>
            </a:r>
            <a:r>
              <a:rPr sz="1600" b="1" spc="-70" dirty="0">
                <a:latin typeface="Century Gothic"/>
                <a:cs typeface="Century Gothic"/>
              </a:rPr>
              <a:t> </a:t>
            </a:r>
            <a:r>
              <a:rPr sz="1600" b="1" spc="-10" dirty="0">
                <a:latin typeface="Century Gothic"/>
                <a:cs typeface="Century Gothic"/>
              </a:rPr>
              <a:t>about</a:t>
            </a:r>
            <a:endParaRPr sz="16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1570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What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goals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?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spcBef>
                <a:spcPts val="5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Why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crucial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helping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achieving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those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goals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?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What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benefits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getting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after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associating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?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This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activity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includes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400" dirty="0">
              <a:latin typeface="Arial"/>
              <a:cs typeface="Arial"/>
            </a:endParaRPr>
          </a:p>
          <a:p>
            <a:pPr marL="667385">
              <a:lnSpc>
                <a:spcPts val="1440"/>
              </a:lnSpc>
            </a:pPr>
            <a:r>
              <a:rPr sz="1200" b="1" dirty="0">
                <a:latin typeface="Century Gothic"/>
                <a:cs typeface="Century Gothic"/>
              </a:rPr>
              <a:t>Funding</a:t>
            </a:r>
            <a:r>
              <a:rPr sz="1200" b="1" spc="-80" dirty="0">
                <a:latin typeface="Century Gothic"/>
                <a:cs typeface="Century Gothic"/>
              </a:rPr>
              <a:t> </a:t>
            </a:r>
            <a:r>
              <a:rPr sz="1200" b="1" spc="-20" dirty="0">
                <a:latin typeface="Century Gothic"/>
                <a:cs typeface="Century Gothic"/>
              </a:rPr>
              <a:t>Goal</a:t>
            </a:r>
            <a:endParaRPr sz="1200" dirty="0">
              <a:latin typeface="Century Gothic"/>
              <a:cs typeface="Century Gothic"/>
            </a:endParaRPr>
          </a:p>
          <a:p>
            <a:pPr marL="850265" lvl="1" indent="-182880">
              <a:lnSpc>
                <a:spcPts val="1200"/>
              </a:lnSpc>
              <a:buChar char="•"/>
              <a:tabLst>
                <a:tab pos="850265" algn="l"/>
              </a:tabLst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How</a:t>
            </a:r>
            <a:r>
              <a:rPr sz="10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much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money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needed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move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forward?</a:t>
            </a: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marL="667385">
              <a:lnSpc>
                <a:spcPts val="1440"/>
              </a:lnSpc>
              <a:spcBef>
                <a:spcPts val="5"/>
              </a:spcBef>
            </a:pPr>
            <a:r>
              <a:rPr sz="1200" b="1" spc="-10" dirty="0">
                <a:latin typeface="Century Gothic"/>
                <a:cs typeface="Century Gothic"/>
              </a:rPr>
              <a:t>Terms</a:t>
            </a:r>
            <a:endParaRPr sz="1200" dirty="0">
              <a:latin typeface="Century Gothic"/>
              <a:cs typeface="Century Gothic"/>
            </a:endParaRPr>
          </a:p>
          <a:p>
            <a:pPr marL="850265" lvl="1" indent="-182880">
              <a:lnSpc>
                <a:spcPts val="1200"/>
              </a:lnSpc>
              <a:buChar char="•"/>
              <a:tabLst>
                <a:tab pos="850265" algn="l"/>
              </a:tabLst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What</a:t>
            </a:r>
            <a:r>
              <a:rPr sz="10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will investors</a:t>
            </a:r>
            <a:r>
              <a:rPr sz="10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get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exchange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their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investment?</a:t>
            </a: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70"/>
              </a:spcBef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marL="667385">
              <a:lnSpc>
                <a:spcPts val="1440"/>
              </a:lnSpc>
            </a:pPr>
            <a:r>
              <a:rPr sz="1200" b="1" dirty="0">
                <a:latin typeface="Century Gothic"/>
                <a:cs typeface="Century Gothic"/>
              </a:rPr>
              <a:t>Use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of</a:t>
            </a:r>
            <a:r>
              <a:rPr sz="1200" b="1" spc="-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Funds</a:t>
            </a:r>
            <a:endParaRPr sz="1200" dirty="0">
              <a:latin typeface="Century Gothic"/>
              <a:cs typeface="Century Gothic"/>
            </a:endParaRPr>
          </a:p>
          <a:p>
            <a:pPr marL="850265" lvl="1" indent="-182880">
              <a:lnSpc>
                <a:spcPts val="1200"/>
              </a:lnSpc>
              <a:buChar char="•"/>
              <a:tabLst>
                <a:tab pos="850265" algn="l"/>
              </a:tabLst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How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0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has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planned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use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those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funds?</a:t>
            </a: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Clr>
                <a:srgbClr val="2C2C2C"/>
              </a:buClr>
              <a:buFont typeface="Arial"/>
              <a:buChar char="•"/>
            </a:pPr>
            <a:endParaRPr sz="1000" dirty="0">
              <a:latin typeface="Arial"/>
              <a:cs typeface="Arial"/>
            </a:endParaRPr>
          </a:p>
          <a:p>
            <a:pPr marL="668020">
              <a:lnSpc>
                <a:spcPts val="1440"/>
              </a:lnSpc>
            </a:pPr>
            <a:r>
              <a:rPr sz="1200" b="1" spc="-10" dirty="0">
                <a:latin typeface="Century Gothic"/>
                <a:cs typeface="Century Gothic"/>
              </a:rPr>
              <a:t>Milestones</a:t>
            </a:r>
            <a:endParaRPr sz="1200" dirty="0">
              <a:latin typeface="Century Gothic"/>
              <a:cs typeface="Century Gothic"/>
            </a:endParaRPr>
          </a:p>
          <a:p>
            <a:pPr marL="850900" lvl="1" indent="-182880">
              <a:lnSpc>
                <a:spcPct val="100000"/>
              </a:lnSpc>
              <a:buChar char="•"/>
              <a:tabLst>
                <a:tab pos="850900" algn="l"/>
              </a:tabLst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What</a:t>
            </a:r>
            <a:r>
              <a:rPr sz="10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will can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be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achieved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their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investment?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4068" y="4562868"/>
            <a:ext cx="527685" cy="527685"/>
            <a:chOff x="544068" y="4562868"/>
            <a:chExt cx="527685" cy="527685"/>
          </a:xfrm>
        </p:grpSpPr>
        <p:sp>
          <p:nvSpPr>
            <p:cNvPr id="25" name="object 25"/>
            <p:cNvSpPr/>
            <p:nvPr/>
          </p:nvSpPr>
          <p:spPr>
            <a:xfrm>
              <a:off x="694131" y="4579747"/>
              <a:ext cx="231140" cy="49530"/>
            </a:xfrm>
            <a:custGeom>
              <a:avLst/>
              <a:gdLst/>
              <a:ahLst/>
              <a:cxnLst/>
              <a:rect l="l" t="t" r="r" b="b"/>
              <a:pathLst>
                <a:path w="231140" h="49529">
                  <a:moveTo>
                    <a:pt x="114439" y="0"/>
                  </a:moveTo>
                  <a:lnTo>
                    <a:pt x="58639" y="5540"/>
                  </a:lnTo>
                  <a:lnTo>
                    <a:pt x="6667" y="21462"/>
                  </a:lnTo>
                  <a:lnTo>
                    <a:pt x="0" y="25018"/>
                  </a:lnTo>
                  <a:lnTo>
                    <a:pt x="9842" y="47751"/>
                  </a:lnTo>
                  <a:lnTo>
                    <a:pt x="16421" y="44195"/>
                  </a:lnTo>
                  <a:lnTo>
                    <a:pt x="39555" y="35835"/>
                  </a:lnTo>
                  <a:lnTo>
                    <a:pt x="63687" y="29702"/>
                  </a:lnTo>
                  <a:lnTo>
                    <a:pt x="88690" y="25925"/>
                  </a:lnTo>
                  <a:lnTo>
                    <a:pt x="114439" y="24637"/>
                  </a:lnTo>
                  <a:lnTo>
                    <a:pt x="140181" y="25925"/>
                  </a:lnTo>
                  <a:lnTo>
                    <a:pt x="165182" y="29702"/>
                  </a:lnTo>
                  <a:lnTo>
                    <a:pt x="189316" y="35835"/>
                  </a:lnTo>
                  <a:lnTo>
                    <a:pt x="212458" y="44195"/>
                  </a:lnTo>
                  <a:lnTo>
                    <a:pt x="221767" y="49148"/>
                  </a:lnTo>
                  <a:lnTo>
                    <a:pt x="230530" y="25907"/>
                  </a:lnTo>
                  <a:lnTo>
                    <a:pt x="222211" y="21462"/>
                  </a:lnTo>
                  <a:lnTo>
                    <a:pt x="196774" y="12269"/>
                  </a:lnTo>
                  <a:lnTo>
                    <a:pt x="170240" y="5540"/>
                  </a:lnTo>
                  <a:lnTo>
                    <a:pt x="142748" y="1406"/>
                  </a:lnTo>
                  <a:lnTo>
                    <a:pt x="1144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4068" y="4562868"/>
              <a:ext cx="527291" cy="5272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2724" y="4632325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6824" y="0"/>
                  </a:moveTo>
                  <a:lnTo>
                    <a:pt x="151695" y="5199"/>
                  </a:lnTo>
                  <a:lnTo>
                    <a:pt x="110267" y="20008"/>
                  </a:lnTo>
                  <a:lnTo>
                    <a:pt x="73722" y="43247"/>
                  </a:lnTo>
                  <a:lnTo>
                    <a:pt x="43241" y="73732"/>
                  </a:lnTo>
                  <a:lnTo>
                    <a:pt x="20006" y="110282"/>
                  </a:lnTo>
                  <a:lnTo>
                    <a:pt x="5198" y="151715"/>
                  </a:lnTo>
                  <a:lnTo>
                    <a:pt x="0" y="196850"/>
                  </a:lnTo>
                  <a:lnTo>
                    <a:pt x="5198" y="241984"/>
                  </a:lnTo>
                  <a:lnTo>
                    <a:pt x="20006" y="283417"/>
                  </a:lnTo>
                  <a:lnTo>
                    <a:pt x="43241" y="319967"/>
                  </a:lnTo>
                  <a:lnTo>
                    <a:pt x="73722" y="350452"/>
                  </a:lnTo>
                  <a:lnTo>
                    <a:pt x="110267" y="373691"/>
                  </a:lnTo>
                  <a:lnTo>
                    <a:pt x="151695" y="388500"/>
                  </a:lnTo>
                  <a:lnTo>
                    <a:pt x="196824" y="393700"/>
                  </a:lnTo>
                  <a:lnTo>
                    <a:pt x="241952" y="388500"/>
                  </a:lnTo>
                  <a:lnTo>
                    <a:pt x="283378" y="373691"/>
                  </a:lnTo>
                  <a:lnTo>
                    <a:pt x="319921" y="350452"/>
                  </a:lnTo>
                  <a:lnTo>
                    <a:pt x="350400" y="319967"/>
                  </a:lnTo>
                  <a:lnTo>
                    <a:pt x="373632" y="283417"/>
                  </a:lnTo>
                  <a:lnTo>
                    <a:pt x="388438" y="241984"/>
                  </a:lnTo>
                  <a:lnTo>
                    <a:pt x="393636" y="196850"/>
                  </a:lnTo>
                  <a:lnTo>
                    <a:pt x="388438" y="151715"/>
                  </a:lnTo>
                  <a:lnTo>
                    <a:pt x="373632" y="110282"/>
                  </a:lnTo>
                  <a:lnTo>
                    <a:pt x="350400" y="73732"/>
                  </a:lnTo>
                  <a:lnTo>
                    <a:pt x="319921" y="43247"/>
                  </a:lnTo>
                  <a:lnTo>
                    <a:pt x="283378" y="20008"/>
                  </a:lnTo>
                  <a:lnTo>
                    <a:pt x="241952" y="5199"/>
                  </a:lnTo>
                  <a:lnTo>
                    <a:pt x="196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719328" y="4689348"/>
              <a:ext cx="181610" cy="281940"/>
            </a:xfrm>
            <a:custGeom>
              <a:avLst/>
              <a:gdLst/>
              <a:ahLst/>
              <a:cxnLst/>
              <a:rect l="l" t="t" r="r" b="b"/>
              <a:pathLst>
                <a:path w="181609" h="281939">
                  <a:moveTo>
                    <a:pt x="29413" y="128143"/>
                  </a:moveTo>
                  <a:lnTo>
                    <a:pt x="12" y="128143"/>
                  </a:lnTo>
                  <a:lnTo>
                    <a:pt x="0" y="276606"/>
                  </a:lnTo>
                  <a:lnTo>
                    <a:pt x="5295" y="281939"/>
                  </a:lnTo>
                  <a:lnTo>
                    <a:pt x="24117" y="281939"/>
                  </a:lnTo>
                  <a:lnTo>
                    <a:pt x="29413" y="276606"/>
                  </a:lnTo>
                  <a:lnTo>
                    <a:pt x="29413" y="128143"/>
                  </a:lnTo>
                  <a:close/>
                </a:path>
                <a:path w="181609" h="281939">
                  <a:moveTo>
                    <a:pt x="179781" y="75691"/>
                  </a:moveTo>
                  <a:lnTo>
                    <a:pt x="111048" y="75691"/>
                  </a:lnTo>
                  <a:lnTo>
                    <a:pt x="111048" y="124587"/>
                  </a:lnTo>
                  <a:lnTo>
                    <a:pt x="107429" y="128143"/>
                  </a:lnTo>
                  <a:lnTo>
                    <a:pt x="76695" y="128143"/>
                  </a:lnTo>
                  <a:lnTo>
                    <a:pt x="76695" y="156082"/>
                  </a:lnTo>
                  <a:lnTo>
                    <a:pt x="179781" y="156082"/>
                  </a:lnTo>
                  <a:lnTo>
                    <a:pt x="180771" y="155575"/>
                  </a:lnTo>
                  <a:lnTo>
                    <a:pt x="181216" y="154558"/>
                  </a:lnTo>
                  <a:lnTo>
                    <a:pt x="181356" y="154304"/>
                  </a:lnTo>
                  <a:lnTo>
                    <a:pt x="157695" y="116585"/>
                  </a:lnTo>
                  <a:lnTo>
                    <a:pt x="157695" y="115188"/>
                  </a:lnTo>
                  <a:lnTo>
                    <a:pt x="181356" y="77469"/>
                  </a:lnTo>
                  <a:lnTo>
                    <a:pt x="181216" y="77215"/>
                  </a:lnTo>
                  <a:lnTo>
                    <a:pt x="180771" y="76200"/>
                  </a:lnTo>
                  <a:lnTo>
                    <a:pt x="179781" y="75691"/>
                  </a:lnTo>
                  <a:close/>
                </a:path>
                <a:path w="181609" h="281939">
                  <a:moveTo>
                    <a:pt x="103962" y="41401"/>
                  </a:moveTo>
                  <a:lnTo>
                    <a:pt x="0" y="41401"/>
                  </a:lnTo>
                  <a:lnTo>
                    <a:pt x="0" y="121919"/>
                  </a:lnTo>
                  <a:lnTo>
                    <a:pt x="103962" y="121919"/>
                  </a:lnTo>
                  <a:lnTo>
                    <a:pt x="104762" y="121031"/>
                  </a:lnTo>
                  <a:lnTo>
                    <a:pt x="104762" y="106806"/>
                  </a:lnTo>
                  <a:lnTo>
                    <a:pt x="29400" y="106806"/>
                  </a:lnTo>
                  <a:lnTo>
                    <a:pt x="29400" y="56514"/>
                  </a:lnTo>
                  <a:lnTo>
                    <a:pt x="104762" y="56514"/>
                  </a:lnTo>
                  <a:lnTo>
                    <a:pt x="104762" y="42163"/>
                  </a:lnTo>
                  <a:lnTo>
                    <a:pt x="103962" y="41401"/>
                  </a:lnTo>
                  <a:close/>
                </a:path>
                <a:path w="181609" h="281939">
                  <a:moveTo>
                    <a:pt x="104762" y="56514"/>
                  </a:moveTo>
                  <a:lnTo>
                    <a:pt x="35687" y="56514"/>
                  </a:lnTo>
                  <a:lnTo>
                    <a:pt x="35687" y="106806"/>
                  </a:lnTo>
                  <a:lnTo>
                    <a:pt x="104762" y="106806"/>
                  </a:lnTo>
                  <a:lnTo>
                    <a:pt x="104762" y="56514"/>
                  </a:lnTo>
                  <a:close/>
                </a:path>
                <a:path w="181609" h="281939">
                  <a:moveTo>
                    <a:pt x="24104" y="0"/>
                  </a:moveTo>
                  <a:lnTo>
                    <a:pt x="5295" y="0"/>
                  </a:lnTo>
                  <a:lnTo>
                    <a:pt x="0" y="5333"/>
                  </a:lnTo>
                  <a:lnTo>
                    <a:pt x="0" y="35051"/>
                  </a:lnTo>
                  <a:lnTo>
                    <a:pt x="29400" y="35051"/>
                  </a:lnTo>
                  <a:lnTo>
                    <a:pt x="29400" y="5333"/>
                  </a:lnTo>
                  <a:lnTo>
                    <a:pt x="24104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539495" y="5568696"/>
            <a:ext cx="501650" cy="500380"/>
            <a:chOff x="539495" y="5568696"/>
            <a:chExt cx="501650" cy="500380"/>
          </a:xfrm>
        </p:grpSpPr>
        <p:sp>
          <p:nvSpPr>
            <p:cNvPr id="30" name="object 30"/>
            <p:cNvSpPr/>
            <p:nvPr/>
          </p:nvSpPr>
          <p:spPr>
            <a:xfrm>
              <a:off x="685076" y="5588838"/>
              <a:ext cx="214629" cy="46355"/>
            </a:xfrm>
            <a:custGeom>
              <a:avLst/>
              <a:gdLst/>
              <a:ahLst/>
              <a:cxnLst/>
              <a:rect l="l" t="t" r="r" b="b"/>
              <a:pathLst>
                <a:path w="214630" h="46354">
                  <a:moveTo>
                    <a:pt x="106527" y="0"/>
                  </a:moveTo>
                  <a:lnTo>
                    <a:pt x="54587" y="5164"/>
                  </a:lnTo>
                  <a:lnTo>
                    <a:pt x="6210" y="19977"/>
                  </a:lnTo>
                  <a:lnTo>
                    <a:pt x="0" y="23291"/>
                  </a:lnTo>
                  <a:lnTo>
                    <a:pt x="9169" y="44462"/>
                  </a:lnTo>
                  <a:lnTo>
                    <a:pt x="15290" y="41186"/>
                  </a:lnTo>
                  <a:lnTo>
                    <a:pt x="36826" y="33413"/>
                  </a:lnTo>
                  <a:lnTo>
                    <a:pt x="59289" y="27719"/>
                  </a:lnTo>
                  <a:lnTo>
                    <a:pt x="82563" y="24217"/>
                  </a:lnTo>
                  <a:lnTo>
                    <a:pt x="106527" y="23025"/>
                  </a:lnTo>
                  <a:lnTo>
                    <a:pt x="130491" y="24217"/>
                  </a:lnTo>
                  <a:lnTo>
                    <a:pt x="153765" y="27719"/>
                  </a:lnTo>
                  <a:lnTo>
                    <a:pt x="176229" y="33413"/>
                  </a:lnTo>
                  <a:lnTo>
                    <a:pt x="197764" y="41186"/>
                  </a:lnTo>
                  <a:lnTo>
                    <a:pt x="206425" y="45821"/>
                  </a:lnTo>
                  <a:lnTo>
                    <a:pt x="214579" y="24117"/>
                  </a:lnTo>
                  <a:lnTo>
                    <a:pt x="206844" y="19977"/>
                  </a:lnTo>
                  <a:lnTo>
                    <a:pt x="183165" y="11428"/>
                  </a:lnTo>
                  <a:lnTo>
                    <a:pt x="158467" y="5164"/>
                  </a:lnTo>
                  <a:lnTo>
                    <a:pt x="132878" y="1312"/>
                  </a:lnTo>
                  <a:lnTo>
                    <a:pt x="10652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5" y="5568696"/>
              <a:ext cx="501370" cy="49985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9307" y="5637822"/>
              <a:ext cx="367030" cy="367030"/>
            </a:xfrm>
            <a:custGeom>
              <a:avLst/>
              <a:gdLst/>
              <a:ahLst/>
              <a:cxnLst/>
              <a:rect l="l" t="t" r="r" b="b"/>
              <a:pathLst>
                <a:path w="367030" h="367029">
                  <a:moveTo>
                    <a:pt x="183210" y="0"/>
                  </a:moveTo>
                  <a:lnTo>
                    <a:pt x="134506" y="6544"/>
                  </a:lnTo>
                  <a:lnTo>
                    <a:pt x="90741" y="25014"/>
                  </a:lnTo>
                  <a:lnTo>
                    <a:pt x="53662" y="53662"/>
                  </a:lnTo>
                  <a:lnTo>
                    <a:pt x="25014" y="90741"/>
                  </a:lnTo>
                  <a:lnTo>
                    <a:pt x="6544" y="134506"/>
                  </a:lnTo>
                  <a:lnTo>
                    <a:pt x="0" y="183210"/>
                  </a:lnTo>
                  <a:lnTo>
                    <a:pt x="6544" y="231912"/>
                  </a:lnTo>
                  <a:lnTo>
                    <a:pt x="25014" y="275675"/>
                  </a:lnTo>
                  <a:lnTo>
                    <a:pt x="53662" y="312751"/>
                  </a:lnTo>
                  <a:lnTo>
                    <a:pt x="90741" y="341396"/>
                  </a:lnTo>
                  <a:lnTo>
                    <a:pt x="134506" y="359863"/>
                  </a:lnTo>
                  <a:lnTo>
                    <a:pt x="183210" y="366407"/>
                  </a:lnTo>
                  <a:lnTo>
                    <a:pt x="231908" y="359863"/>
                  </a:lnTo>
                  <a:lnTo>
                    <a:pt x="275669" y="341396"/>
                  </a:lnTo>
                  <a:lnTo>
                    <a:pt x="312747" y="312751"/>
                  </a:lnTo>
                  <a:lnTo>
                    <a:pt x="341393" y="275675"/>
                  </a:lnTo>
                  <a:lnTo>
                    <a:pt x="359863" y="231912"/>
                  </a:lnTo>
                  <a:lnTo>
                    <a:pt x="366407" y="183210"/>
                  </a:lnTo>
                  <a:lnTo>
                    <a:pt x="359863" y="134506"/>
                  </a:lnTo>
                  <a:lnTo>
                    <a:pt x="341393" y="90741"/>
                  </a:lnTo>
                  <a:lnTo>
                    <a:pt x="312747" y="53662"/>
                  </a:lnTo>
                  <a:lnTo>
                    <a:pt x="275669" y="25014"/>
                  </a:lnTo>
                  <a:lnTo>
                    <a:pt x="231908" y="6544"/>
                  </a:lnTo>
                  <a:lnTo>
                    <a:pt x="1832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0372" y="5705855"/>
            <a:ext cx="205333" cy="230136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9555480" y="0"/>
            <a:ext cx="741045" cy="3321050"/>
          </a:xfrm>
          <a:custGeom>
            <a:avLst/>
            <a:gdLst/>
            <a:ahLst/>
            <a:cxnLst/>
            <a:rect l="l" t="t" r="r" b="b"/>
            <a:pathLst>
              <a:path w="741045" h="3321050">
                <a:moveTo>
                  <a:pt x="740664" y="0"/>
                </a:moveTo>
                <a:lnTo>
                  <a:pt x="0" y="0"/>
                </a:lnTo>
                <a:lnTo>
                  <a:pt x="0" y="3320796"/>
                </a:lnTo>
                <a:lnTo>
                  <a:pt x="740664" y="3320796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9555480" y="6597395"/>
            <a:ext cx="741045" cy="260985"/>
          </a:xfrm>
          <a:custGeom>
            <a:avLst/>
            <a:gdLst/>
            <a:ahLst/>
            <a:cxnLst/>
            <a:rect l="l" t="t" r="r" b="b"/>
            <a:pathLst>
              <a:path w="741045" h="260984">
                <a:moveTo>
                  <a:pt x="740664" y="0"/>
                </a:moveTo>
                <a:lnTo>
                  <a:pt x="0" y="0"/>
                </a:lnTo>
                <a:lnTo>
                  <a:pt x="0" y="260603"/>
                </a:lnTo>
                <a:lnTo>
                  <a:pt x="740664" y="260603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635" y="4265676"/>
            <a:ext cx="7632192" cy="22235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SWOT</a:t>
            </a:r>
            <a:r>
              <a:rPr spc="-40" dirty="0"/>
              <a:t> </a:t>
            </a:r>
            <a:r>
              <a:rPr dirty="0"/>
              <a:t>Analysis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25" dirty="0"/>
              <a:t> </a:t>
            </a:r>
            <a:r>
              <a:rPr dirty="0"/>
              <a:t>Concept</a:t>
            </a:r>
            <a:r>
              <a:rPr spc="-35" dirty="0"/>
              <a:t> </a:t>
            </a:r>
            <a:r>
              <a:rPr spc="-10" dirty="0"/>
              <a:t>Funding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4224" y="2325446"/>
            <a:ext cx="2320925" cy="843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sz="4400" b="1" spc="-10" dirty="0">
                <a:latin typeface="Century Gothic"/>
                <a:cs typeface="Century Gothic"/>
              </a:rPr>
              <a:t>S</a:t>
            </a:r>
            <a:r>
              <a:rPr sz="2000" b="1" spc="-10" dirty="0">
                <a:latin typeface="Century Gothic"/>
                <a:cs typeface="Century Gothic"/>
              </a:rPr>
              <a:t>trengths</a:t>
            </a:r>
            <a:endParaRPr sz="2000" dirty="0">
              <a:latin typeface="Century Gothic"/>
              <a:cs typeface="Century Gothic"/>
            </a:endParaRPr>
          </a:p>
          <a:p>
            <a:pPr marL="197485" indent="-182880">
              <a:lnSpc>
                <a:spcPts val="1235"/>
              </a:lnSpc>
              <a:buChar char="•"/>
              <a:tabLst>
                <a:tab pos="197485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offerings</a:t>
            </a:r>
            <a:r>
              <a:rPr sz="11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delivers</a:t>
            </a:r>
            <a:r>
              <a:rPr sz="1100" spc="28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high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quality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98194" y="1348739"/>
            <a:ext cx="1010919" cy="1024255"/>
            <a:chOff x="1198194" y="1348739"/>
            <a:chExt cx="1010919" cy="1024255"/>
          </a:xfrm>
        </p:grpSpPr>
        <p:sp>
          <p:nvSpPr>
            <p:cNvPr id="7" name="object 7"/>
            <p:cNvSpPr/>
            <p:nvPr/>
          </p:nvSpPr>
          <p:spPr>
            <a:xfrm>
              <a:off x="1466850" y="1348739"/>
              <a:ext cx="473709" cy="101600"/>
            </a:xfrm>
            <a:custGeom>
              <a:avLst/>
              <a:gdLst/>
              <a:ahLst/>
              <a:cxnLst/>
              <a:rect l="l" t="t" r="r" b="b"/>
              <a:pathLst>
                <a:path w="473710" h="101600">
                  <a:moveTo>
                    <a:pt x="234950" y="0"/>
                  </a:moveTo>
                  <a:lnTo>
                    <a:pt x="176843" y="2885"/>
                  </a:lnTo>
                  <a:lnTo>
                    <a:pt x="120427" y="11366"/>
                  </a:lnTo>
                  <a:lnTo>
                    <a:pt x="65964" y="25181"/>
                  </a:lnTo>
                  <a:lnTo>
                    <a:pt x="13715" y="44069"/>
                  </a:lnTo>
                  <a:lnTo>
                    <a:pt x="0" y="51308"/>
                  </a:lnTo>
                  <a:lnTo>
                    <a:pt x="20193" y="98044"/>
                  </a:lnTo>
                  <a:lnTo>
                    <a:pt x="33781" y="90805"/>
                  </a:lnTo>
                  <a:lnTo>
                    <a:pt x="81270" y="73677"/>
                  </a:lnTo>
                  <a:lnTo>
                    <a:pt x="130794" y="61134"/>
                  </a:lnTo>
                  <a:lnTo>
                    <a:pt x="182104" y="53425"/>
                  </a:lnTo>
                  <a:lnTo>
                    <a:pt x="234950" y="50800"/>
                  </a:lnTo>
                  <a:lnTo>
                    <a:pt x="287815" y="53425"/>
                  </a:lnTo>
                  <a:lnTo>
                    <a:pt x="339169" y="61134"/>
                  </a:lnTo>
                  <a:lnTo>
                    <a:pt x="388737" y="73677"/>
                  </a:lnTo>
                  <a:lnTo>
                    <a:pt x="436244" y="90805"/>
                  </a:lnTo>
                  <a:lnTo>
                    <a:pt x="455422" y="101092"/>
                  </a:lnTo>
                  <a:lnTo>
                    <a:pt x="473329" y="53212"/>
                  </a:lnTo>
                  <a:lnTo>
                    <a:pt x="414684" y="28561"/>
                  </a:lnTo>
                  <a:lnTo>
                    <a:pt x="371588" y="16267"/>
                  </a:lnTo>
                  <a:lnTo>
                    <a:pt x="327170" y="7319"/>
                  </a:lnTo>
                  <a:lnTo>
                    <a:pt x="281575" y="1852"/>
                  </a:lnTo>
                  <a:lnTo>
                    <a:pt x="234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194" y="1362709"/>
              <a:ext cx="1010335" cy="1010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99718" y="1456816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5" h="808355">
                  <a:moveTo>
                    <a:pt x="404113" y="0"/>
                  </a:moveTo>
                  <a:lnTo>
                    <a:pt x="356994" y="2717"/>
                  </a:lnTo>
                  <a:lnTo>
                    <a:pt x="311469" y="10668"/>
                  </a:lnTo>
                  <a:lnTo>
                    <a:pt x="267841" y="23550"/>
                  </a:lnTo>
                  <a:lnTo>
                    <a:pt x="226415" y="41060"/>
                  </a:lnTo>
                  <a:lnTo>
                    <a:pt x="187494" y="62896"/>
                  </a:lnTo>
                  <a:lnTo>
                    <a:pt x="151381" y="88754"/>
                  </a:lnTo>
                  <a:lnTo>
                    <a:pt x="118379" y="118332"/>
                  </a:lnTo>
                  <a:lnTo>
                    <a:pt x="88794" y="151327"/>
                  </a:lnTo>
                  <a:lnTo>
                    <a:pt x="62927" y="187437"/>
                  </a:lnTo>
                  <a:lnTo>
                    <a:pt x="41082" y="226359"/>
                  </a:lnTo>
                  <a:lnTo>
                    <a:pt x="23564" y="267791"/>
                  </a:lnTo>
                  <a:lnTo>
                    <a:pt x="10675" y="311429"/>
                  </a:lnTo>
                  <a:lnTo>
                    <a:pt x="2719" y="356970"/>
                  </a:lnTo>
                  <a:lnTo>
                    <a:pt x="0" y="404113"/>
                  </a:lnTo>
                  <a:lnTo>
                    <a:pt x="2719" y="451233"/>
                  </a:lnTo>
                  <a:lnTo>
                    <a:pt x="10675" y="496758"/>
                  </a:lnTo>
                  <a:lnTo>
                    <a:pt x="23564" y="540386"/>
                  </a:lnTo>
                  <a:lnTo>
                    <a:pt x="41082" y="581812"/>
                  </a:lnTo>
                  <a:lnTo>
                    <a:pt x="62927" y="620733"/>
                  </a:lnTo>
                  <a:lnTo>
                    <a:pt x="88794" y="656846"/>
                  </a:lnTo>
                  <a:lnTo>
                    <a:pt x="118379" y="689848"/>
                  </a:lnTo>
                  <a:lnTo>
                    <a:pt x="151381" y="719433"/>
                  </a:lnTo>
                  <a:lnTo>
                    <a:pt x="187494" y="745300"/>
                  </a:lnTo>
                  <a:lnTo>
                    <a:pt x="226415" y="767145"/>
                  </a:lnTo>
                  <a:lnTo>
                    <a:pt x="267841" y="784663"/>
                  </a:lnTo>
                  <a:lnTo>
                    <a:pt x="311469" y="797552"/>
                  </a:lnTo>
                  <a:lnTo>
                    <a:pt x="356994" y="805508"/>
                  </a:lnTo>
                  <a:lnTo>
                    <a:pt x="404113" y="808228"/>
                  </a:lnTo>
                  <a:lnTo>
                    <a:pt x="451257" y="805508"/>
                  </a:lnTo>
                  <a:lnTo>
                    <a:pt x="496798" y="797552"/>
                  </a:lnTo>
                  <a:lnTo>
                    <a:pt x="540436" y="784663"/>
                  </a:lnTo>
                  <a:lnTo>
                    <a:pt x="581868" y="767145"/>
                  </a:lnTo>
                  <a:lnTo>
                    <a:pt x="620790" y="745300"/>
                  </a:lnTo>
                  <a:lnTo>
                    <a:pt x="656900" y="719433"/>
                  </a:lnTo>
                  <a:lnTo>
                    <a:pt x="689895" y="689848"/>
                  </a:lnTo>
                  <a:lnTo>
                    <a:pt x="719473" y="656846"/>
                  </a:lnTo>
                  <a:lnTo>
                    <a:pt x="745331" y="620733"/>
                  </a:lnTo>
                  <a:lnTo>
                    <a:pt x="767167" y="581812"/>
                  </a:lnTo>
                  <a:lnTo>
                    <a:pt x="784677" y="540386"/>
                  </a:lnTo>
                  <a:lnTo>
                    <a:pt x="797559" y="496758"/>
                  </a:lnTo>
                  <a:lnTo>
                    <a:pt x="805510" y="451233"/>
                  </a:lnTo>
                  <a:lnTo>
                    <a:pt x="808227" y="404113"/>
                  </a:lnTo>
                  <a:lnTo>
                    <a:pt x="805510" y="356970"/>
                  </a:lnTo>
                  <a:lnTo>
                    <a:pt x="797559" y="311429"/>
                  </a:lnTo>
                  <a:lnTo>
                    <a:pt x="784677" y="267791"/>
                  </a:lnTo>
                  <a:lnTo>
                    <a:pt x="767167" y="226359"/>
                  </a:lnTo>
                  <a:lnTo>
                    <a:pt x="745331" y="187437"/>
                  </a:lnTo>
                  <a:lnTo>
                    <a:pt x="719473" y="151327"/>
                  </a:lnTo>
                  <a:lnTo>
                    <a:pt x="689895" y="118332"/>
                  </a:lnTo>
                  <a:lnTo>
                    <a:pt x="656900" y="88754"/>
                  </a:lnTo>
                  <a:lnTo>
                    <a:pt x="620790" y="62896"/>
                  </a:lnTo>
                  <a:lnTo>
                    <a:pt x="581868" y="41060"/>
                  </a:lnTo>
                  <a:lnTo>
                    <a:pt x="540436" y="23550"/>
                  </a:lnTo>
                  <a:lnTo>
                    <a:pt x="496798" y="10668"/>
                  </a:lnTo>
                  <a:lnTo>
                    <a:pt x="451257" y="2717"/>
                  </a:lnTo>
                  <a:lnTo>
                    <a:pt x="404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8916" y="1606369"/>
              <a:ext cx="476250" cy="509270"/>
            </a:xfrm>
            <a:custGeom>
              <a:avLst/>
              <a:gdLst/>
              <a:ahLst/>
              <a:cxnLst/>
              <a:rect l="l" t="t" r="r" b="b"/>
              <a:pathLst>
                <a:path w="476250" h="509269">
                  <a:moveTo>
                    <a:pt x="95731" y="280662"/>
                  </a:moveTo>
                  <a:lnTo>
                    <a:pt x="50098" y="291947"/>
                  </a:lnTo>
                  <a:lnTo>
                    <a:pt x="26421" y="311876"/>
                  </a:lnTo>
                  <a:lnTo>
                    <a:pt x="19650" y="322506"/>
                  </a:lnTo>
                  <a:lnTo>
                    <a:pt x="5553" y="332539"/>
                  </a:lnTo>
                  <a:lnTo>
                    <a:pt x="17544" y="410194"/>
                  </a:lnTo>
                  <a:lnTo>
                    <a:pt x="46628" y="455910"/>
                  </a:lnTo>
                  <a:lnTo>
                    <a:pt x="75694" y="492067"/>
                  </a:lnTo>
                  <a:lnTo>
                    <a:pt x="104875" y="508700"/>
                  </a:lnTo>
                  <a:lnTo>
                    <a:pt x="118043" y="506370"/>
                  </a:lnTo>
                  <a:lnTo>
                    <a:pt x="129259" y="503231"/>
                  </a:lnTo>
                  <a:lnTo>
                    <a:pt x="141755" y="499395"/>
                  </a:lnTo>
                  <a:lnTo>
                    <a:pt x="170526" y="490019"/>
                  </a:lnTo>
                  <a:lnTo>
                    <a:pt x="178539" y="487082"/>
                  </a:lnTo>
                  <a:lnTo>
                    <a:pt x="188242" y="485574"/>
                  </a:lnTo>
                  <a:lnTo>
                    <a:pt x="196422" y="485018"/>
                  </a:lnTo>
                  <a:lnTo>
                    <a:pt x="266861" y="485018"/>
                  </a:lnTo>
                  <a:lnTo>
                    <a:pt x="305368" y="474307"/>
                  </a:lnTo>
                  <a:lnTo>
                    <a:pt x="356327" y="445188"/>
                  </a:lnTo>
                  <a:lnTo>
                    <a:pt x="393189" y="417117"/>
                  </a:lnTo>
                  <a:lnTo>
                    <a:pt x="407381" y="404548"/>
                  </a:lnTo>
                  <a:lnTo>
                    <a:pt x="431561" y="398988"/>
                  </a:lnTo>
                  <a:lnTo>
                    <a:pt x="466013" y="370722"/>
                  </a:lnTo>
                  <a:lnTo>
                    <a:pt x="475802" y="337635"/>
                  </a:lnTo>
                  <a:lnTo>
                    <a:pt x="475298" y="328711"/>
                  </a:lnTo>
                  <a:lnTo>
                    <a:pt x="474818" y="325300"/>
                  </a:lnTo>
                  <a:lnTo>
                    <a:pt x="468220" y="297168"/>
                  </a:lnTo>
                  <a:lnTo>
                    <a:pt x="467776" y="295963"/>
                  </a:lnTo>
                  <a:lnTo>
                    <a:pt x="168367" y="295963"/>
                  </a:lnTo>
                  <a:lnTo>
                    <a:pt x="95731" y="280662"/>
                  </a:lnTo>
                  <a:close/>
                </a:path>
                <a:path w="476250" h="509269">
                  <a:moveTo>
                    <a:pt x="266861" y="485018"/>
                  </a:moveTo>
                  <a:lnTo>
                    <a:pt x="200176" y="485018"/>
                  </a:lnTo>
                  <a:lnTo>
                    <a:pt x="211434" y="487876"/>
                  </a:lnTo>
                  <a:lnTo>
                    <a:pt x="227851" y="489384"/>
                  </a:lnTo>
                  <a:lnTo>
                    <a:pt x="244626" y="490019"/>
                  </a:lnTo>
                  <a:lnTo>
                    <a:pt x="248885" y="490019"/>
                  </a:lnTo>
                  <a:lnTo>
                    <a:pt x="266861" y="485018"/>
                  </a:lnTo>
                  <a:close/>
                </a:path>
                <a:path w="476250" h="509269">
                  <a:moveTo>
                    <a:pt x="235344" y="263308"/>
                  </a:moveTo>
                  <a:lnTo>
                    <a:pt x="189102" y="280158"/>
                  </a:lnTo>
                  <a:lnTo>
                    <a:pt x="168367" y="295963"/>
                  </a:lnTo>
                  <a:lnTo>
                    <a:pt x="467776" y="295963"/>
                  </a:lnTo>
                  <a:lnTo>
                    <a:pt x="464464" y="286978"/>
                  </a:lnTo>
                  <a:lnTo>
                    <a:pt x="314957" y="286978"/>
                  </a:lnTo>
                  <a:lnTo>
                    <a:pt x="308384" y="286478"/>
                  </a:lnTo>
                  <a:lnTo>
                    <a:pt x="305527" y="285930"/>
                  </a:lnTo>
                  <a:lnTo>
                    <a:pt x="268155" y="266207"/>
                  </a:lnTo>
                  <a:lnTo>
                    <a:pt x="235344" y="263308"/>
                  </a:lnTo>
                  <a:close/>
                </a:path>
                <a:path w="476250" h="509269">
                  <a:moveTo>
                    <a:pt x="364597" y="85975"/>
                  </a:moveTo>
                  <a:lnTo>
                    <a:pt x="253941" y="85975"/>
                  </a:lnTo>
                  <a:lnTo>
                    <a:pt x="269205" y="86207"/>
                  </a:lnTo>
                  <a:lnTo>
                    <a:pt x="277420" y="87368"/>
                  </a:lnTo>
                  <a:lnTo>
                    <a:pt x="301769" y="119514"/>
                  </a:lnTo>
                  <a:lnTo>
                    <a:pt x="311496" y="143563"/>
                  </a:lnTo>
                  <a:lnTo>
                    <a:pt x="311496" y="151310"/>
                  </a:lnTo>
                  <a:lnTo>
                    <a:pt x="313046" y="177411"/>
                  </a:lnTo>
                  <a:lnTo>
                    <a:pt x="318560" y="221335"/>
                  </a:lnTo>
                  <a:lnTo>
                    <a:pt x="324480" y="262663"/>
                  </a:lnTo>
                  <a:lnTo>
                    <a:pt x="327120" y="280158"/>
                  </a:lnTo>
                  <a:lnTo>
                    <a:pt x="327244" y="280977"/>
                  </a:lnTo>
                  <a:lnTo>
                    <a:pt x="322243" y="285716"/>
                  </a:lnTo>
                  <a:lnTo>
                    <a:pt x="314957" y="286978"/>
                  </a:lnTo>
                  <a:lnTo>
                    <a:pt x="464464" y="286978"/>
                  </a:lnTo>
                  <a:lnTo>
                    <a:pt x="460515" y="276262"/>
                  </a:lnTo>
                  <a:lnTo>
                    <a:pt x="454153" y="263308"/>
                  </a:lnTo>
                  <a:lnTo>
                    <a:pt x="451450" y="258752"/>
                  </a:lnTo>
                  <a:lnTo>
                    <a:pt x="447132" y="246560"/>
                  </a:lnTo>
                  <a:lnTo>
                    <a:pt x="437444" y="208698"/>
                  </a:lnTo>
                  <a:lnTo>
                    <a:pt x="416493" y="167915"/>
                  </a:lnTo>
                  <a:lnTo>
                    <a:pt x="396257" y="134610"/>
                  </a:lnTo>
                  <a:lnTo>
                    <a:pt x="387188" y="120830"/>
                  </a:lnTo>
                  <a:lnTo>
                    <a:pt x="373470" y="99276"/>
                  </a:lnTo>
                  <a:lnTo>
                    <a:pt x="364597" y="85975"/>
                  </a:lnTo>
                  <a:close/>
                </a:path>
                <a:path w="476250" h="509269">
                  <a:moveTo>
                    <a:pt x="205405" y="0"/>
                  </a:moveTo>
                  <a:lnTo>
                    <a:pt x="194375" y="0"/>
                  </a:lnTo>
                  <a:lnTo>
                    <a:pt x="192751" y="4371"/>
                  </a:lnTo>
                  <a:lnTo>
                    <a:pt x="184115" y="7673"/>
                  </a:lnTo>
                  <a:lnTo>
                    <a:pt x="175499" y="21097"/>
                  </a:lnTo>
                  <a:lnTo>
                    <a:pt x="167192" y="37629"/>
                  </a:lnTo>
                  <a:lnTo>
                    <a:pt x="160933" y="51661"/>
                  </a:lnTo>
                  <a:lnTo>
                    <a:pt x="158461" y="57584"/>
                  </a:lnTo>
                  <a:lnTo>
                    <a:pt x="155794" y="60378"/>
                  </a:lnTo>
                  <a:lnTo>
                    <a:pt x="159096" y="66474"/>
                  </a:lnTo>
                  <a:lnTo>
                    <a:pt x="165065" y="68633"/>
                  </a:lnTo>
                  <a:lnTo>
                    <a:pt x="170526" y="80825"/>
                  </a:lnTo>
                  <a:lnTo>
                    <a:pt x="181212" y="86671"/>
                  </a:lnTo>
                  <a:lnTo>
                    <a:pt x="201625" y="88636"/>
                  </a:lnTo>
                  <a:lnTo>
                    <a:pt x="221443" y="88505"/>
                  </a:lnTo>
                  <a:lnTo>
                    <a:pt x="230343" y="88064"/>
                  </a:lnTo>
                  <a:lnTo>
                    <a:pt x="253941" y="85975"/>
                  </a:lnTo>
                  <a:lnTo>
                    <a:pt x="364597" y="85975"/>
                  </a:lnTo>
                  <a:lnTo>
                    <a:pt x="339986" y="49500"/>
                  </a:lnTo>
                  <a:lnTo>
                    <a:pt x="309940" y="23024"/>
                  </a:lnTo>
                  <a:lnTo>
                    <a:pt x="265179" y="5766"/>
                  </a:lnTo>
                  <a:lnTo>
                    <a:pt x="232137" y="1371"/>
                  </a:lnTo>
                  <a:lnTo>
                    <a:pt x="205405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39285" y="2325446"/>
            <a:ext cx="1820545" cy="843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sz="4400" b="1" spc="-10" dirty="0">
                <a:latin typeface="Century Gothic"/>
                <a:cs typeface="Century Gothic"/>
              </a:rPr>
              <a:t>W</a:t>
            </a:r>
            <a:r>
              <a:rPr sz="2000" b="1" spc="-10" dirty="0">
                <a:latin typeface="Century Gothic"/>
                <a:cs typeface="Century Gothic"/>
              </a:rPr>
              <a:t>eaknesses</a:t>
            </a:r>
            <a:endParaRPr sz="20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235"/>
              </a:lnSpc>
              <a:buChar char="•"/>
              <a:tabLst>
                <a:tab pos="194945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Low</a:t>
            </a:r>
            <a:r>
              <a:rPr sz="11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market</a:t>
            </a:r>
            <a:r>
              <a:rPr sz="11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share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59784" y="1348739"/>
            <a:ext cx="1010285" cy="1024255"/>
            <a:chOff x="3859784" y="1348739"/>
            <a:chExt cx="1010285" cy="1024255"/>
          </a:xfrm>
        </p:grpSpPr>
        <p:sp>
          <p:nvSpPr>
            <p:cNvPr id="14" name="object 14"/>
            <p:cNvSpPr/>
            <p:nvPr/>
          </p:nvSpPr>
          <p:spPr>
            <a:xfrm>
              <a:off x="4128516" y="1348739"/>
              <a:ext cx="473709" cy="101600"/>
            </a:xfrm>
            <a:custGeom>
              <a:avLst/>
              <a:gdLst/>
              <a:ahLst/>
              <a:cxnLst/>
              <a:rect l="l" t="t" r="r" b="b"/>
              <a:pathLst>
                <a:path w="473710" h="101600">
                  <a:moveTo>
                    <a:pt x="234950" y="0"/>
                  </a:moveTo>
                  <a:lnTo>
                    <a:pt x="188324" y="1852"/>
                  </a:lnTo>
                  <a:lnTo>
                    <a:pt x="142729" y="7319"/>
                  </a:lnTo>
                  <a:lnTo>
                    <a:pt x="98311" y="16267"/>
                  </a:lnTo>
                  <a:lnTo>
                    <a:pt x="55215" y="28561"/>
                  </a:lnTo>
                  <a:lnTo>
                    <a:pt x="13588" y="44069"/>
                  </a:lnTo>
                  <a:lnTo>
                    <a:pt x="0" y="51308"/>
                  </a:lnTo>
                  <a:lnTo>
                    <a:pt x="20193" y="98044"/>
                  </a:lnTo>
                  <a:lnTo>
                    <a:pt x="33655" y="90805"/>
                  </a:lnTo>
                  <a:lnTo>
                    <a:pt x="81162" y="73677"/>
                  </a:lnTo>
                  <a:lnTo>
                    <a:pt x="130730" y="61134"/>
                  </a:lnTo>
                  <a:lnTo>
                    <a:pt x="182084" y="53425"/>
                  </a:lnTo>
                  <a:lnTo>
                    <a:pt x="234950" y="50800"/>
                  </a:lnTo>
                  <a:lnTo>
                    <a:pt x="287795" y="53425"/>
                  </a:lnTo>
                  <a:lnTo>
                    <a:pt x="339105" y="61134"/>
                  </a:lnTo>
                  <a:lnTo>
                    <a:pt x="388629" y="73677"/>
                  </a:lnTo>
                  <a:lnTo>
                    <a:pt x="436118" y="90805"/>
                  </a:lnTo>
                  <a:lnTo>
                    <a:pt x="455295" y="101092"/>
                  </a:lnTo>
                  <a:lnTo>
                    <a:pt x="473329" y="53212"/>
                  </a:lnTo>
                  <a:lnTo>
                    <a:pt x="456184" y="44069"/>
                  </a:lnTo>
                  <a:lnTo>
                    <a:pt x="403988" y="25181"/>
                  </a:lnTo>
                  <a:lnTo>
                    <a:pt x="349519" y="11366"/>
                  </a:lnTo>
                  <a:lnTo>
                    <a:pt x="293074" y="2885"/>
                  </a:lnTo>
                  <a:lnTo>
                    <a:pt x="234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9784" y="1362709"/>
              <a:ext cx="1010285" cy="10102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61384" y="1456816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5">
                  <a:moveTo>
                    <a:pt x="404113" y="0"/>
                  </a:moveTo>
                  <a:lnTo>
                    <a:pt x="356970" y="2717"/>
                  </a:lnTo>
                  <a:lnTo>
                    <a:pt x="311429" y="10668"/>
                  </a:lnTo>
                  <a:lnTo>
                    <a:pt x="267791" y="23550"/>
                  </a:lnTo>
                  <a:lnTo>
                    <a:pt x="226359" y="41060"/>
                  </a:lnTo>
                  <a:lnTo>
                    <a:pt x="187437" y="62896"/>
                  </a:lnTo>
                  <a:lnTo>
                    <a:pt x="151327" y="88754"/>
                  </a:lnTo>
                  <a:lnTo>
                    <a:pt x="118332" y="118332"/>
                  </a:lnTo>
                  <a:lnTo>
                    <a:pt x="88754" y="151327"/>
                  </a:lnTo>
                  <a:lnTo>
                    <a:pt x="62896" y="187437"/>
                  </a:lnTo>
                  <a:lnTo>
                    <a:pt x="41060" y="226359"/>
                  </a:lnTo>
                  <a:lnTo>
                    <a:pt x="23550" y="267791"/>
                  </a:lnTo>
                  <a:lnTo>
                    <a:pt x="10668" y="311429"/>
                  </a:lnTo>
                  <a:lnTo>
                    <a:pt x="2717" y="356970"/>
                  </a:lnTo>
                  <a:lnTo>
                    <a:pt x="0" y="404113"/>
                  </a:lnTo>
                  <a:lnTo>
                    <a:pt x="2717" y="451233"/>
                  </a:lnTo>
                  <a:lnTo>
                    <a:pt x="10668" y="496758"/>
                  </a:lnTo>
                  <a:lnTo>
                    <a:pt x="23550" y="540386"/>
                  </a:lnTo>
                  <a:lnTo>
                    <a:pt x="41060" y="581812"/>
                  </a:lnTo>
                  <a:lnTo>
                    <a:pt x="62896" y="620733"/>
                  </a:lnTo>
                  <a:lnTo>
                    <a:pt x="88754" y="656846"/>
                  </a:lnTo>
                  <a:lnTo>
                    <a:pt x="118332" y="689848"/>
                  </a:lnTo>
                  <a:lnTo>
                    <a:pt x="151327" y="719433"/>
                  </a:lnTo>
                  <a:lnTo>
                    <a:pt x="187437" y="745300"/>
                  </a:lnTo>
                  <a:lnTo>
                    <a:pt x="226359" y="767145"/>
                  </a:lnTo>
                  <a:lnTo>
                    <a:pt x="267791" y="784663"/>
                  </a:lnTo>
                  <a:lnTo>
                    <a:pt x="311429" y="797552"/>
                  </a:lnTo>
                  <a:lnTo>
                    <a:pt x="356970" y="805508"/>
                  </a:lnTo>
                  <a:lnTo>
                    <a:pt x="404113" y="808228"/>
                  </a:lnTo>
                  <a:lnTo>
                    <a:pt x="451233" y="805508"/>
                  </a:lnTo>
                  <a:lnTo>
                    <a:pt x="496758" y="797552"/>
                  </a:lnTo>
                  <a:lnTo>
                    <a:pt x="540386" y="784663"/>
                  </a:lnTo>
                  <a:lnTo>
                    <a:pt x="581812" y="767145"/>
                  </a:lnTo>
                  <a:lnTo>
                    <a:pt x="620733" y="745300"/>
                  </a:lnTo>
                  <a:lnTo>
                    <a:pt x="656846" y="719433"/>
                  </a:lnTo>
                  <a:lnTo>
                    <a:pt x="689848" y="689848"/>
                  </a:lnTo>
                  <a:lnTo>
                    <a:pt x="719433" y="656846"/>
                  </a:lnTo>
                  <a:lnTo>
                    <a:pt x="745300" y="620733"/>
                  </a:lnTo>
                  <a:lnTo>
                    <a:pt x="767145" y="581812"/>
                  </a:lnTo>
                  <a:lnTo>
                    <a:pt x="784663" y="540386"/>
                  </a:lnTo>
                  <a:lnTo>
                    <a:pt x="797552" y="496758"/>
                  </a:lnTo>
                  <a:lnTo>
                    <a:pt x="805508" y="451233"/>
                  </a:lnTo>
                  <a:lnTo>
                    <a:pt x="808227" y="404113"/>
                  </a:lnTo>
                  <a:lnTo>
                    <a:pt x="805508" y="356970"/>
                  </a:lnTo>
                  <a:lnTo>
                    <a:pt x="797552" y="311429"/>
                  </a:lnTo>
                  <a:lnTo>
                    <a:pt x="784663" y="267791"/>
                  </a:lnTo>
                  <a:lnTo>
                    <a:pt x="767145" y="226359"/>
                  </a:lnTo>
                  <a:lnTo>
                    <a:pt x="745300" y="187437"/>
                  </a:lnTo>
                  <a:lnTo>
                    <a:pt x="719433" y="151327"/>
                  </a:lnTo>
                  <a:lnTo>
                    <a:pt x="689848" y="118332"/>
                  </a:lnTo>
                  <a:lnTo>
                    <a:pt x="656846" y="88754"/>
                  </a:lnTo>
                  <a:lnTo>
                    <a:pt x="620733" y="62896"/>
                  </a:lnTo>
                  <a:lnTo>
                    <a:pt x="581812" y="41060"/>
                  </a:lnTo>
                  <a:lnTo>
                    <a:pt x="540386" y="23550"/>
                  </a:lnTo>
                  <a:lnTo>
                    <a:pt x="496758" y="10668"/>
                  </a:lnTo>
                  <a:lnTo>
                    <a:pt x="451233" y="2717"/>
                  </a:lnTo>
                  <a:lnTo>
                    <a:pt x="404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108704" y="1609343"/>
              <a:ext cx="513715" cy="501650"/>
            </a:xfrm>
            <a:custGeom>
              <a:avLst/>
              <a:gdLst/>
              <a:ahLst/>
              <a:cxnLst/>
              <a:rect l="l" t="t" r="r" b="b"/>
              <a:pathLst>
                <a:path w="513714" h="501650">
                  <a:moveTo>
                    <a:pt x="76326" y="250825"/>
                  </a:moveTo>
                  <a:lnTo>
                    <a:pt x="51181" y="276097"/>
                  </a:lnTo>
                  <a:lnTo>
                    <a:pt x="22391" y="319430"/>
                  </a:lnTo>
                  <a:lnTo>
                    <a:pt x="12801" y="368855"/>
                  </a:lnTo>
                  <a:lnTo>
                    <a:pt x="22287" y="417702"/>
                  </a:lnTo>
                  <a:lnTo>
                    <a:pt x="51181" y="461644"/>
                  </a:lnTo>
                  <a:lnTo>
                    <a:pt x="95888" y="491831"/>
                  </a:lnTo>
                  <a:lnTo>
                    <a:pt x="145224" y="501427"/>
                  </a:lnTo>
                  <a:lnTo>
                    <a:pt x="194560" y="491831"/>
                  </a:lnTo>
                  <a:lnTo>
                    <a:pt x="237871" y="463041"/>
                  </a:lnTo>
                  <a:lnTo>
                    <a:pt x="263458" y="437419"/>
                  </a:lnTo>
                  <a:lnTo>
                    <a:pt x="145224" y="437419"/>
                  </a:lnTo>
                  <a:lnTo>
                    <a:pt x="119971" y="432490"/>
                  </a:lnTo>
                  <a:lnTo>
                    <a:pt x="81676" y="394122"/>
                  </a:lnTo>
                  <a:lnTo>
                    <a:pt x="76771" y="368855"/>
                  </a:lnTo>
                  <a:lnTo>
                    <a:pt x="81676" y="343564"/>
                  </a:lnTo>
                  <a:lnTo>
                    <a:pt x="96393" y="321309"/>
                  </a:lnTo>
                  <a:lnTo>
                    <a:pt x="122936" y="294766"/>
                  </a:lnTo>
                  <a:lnTo>
                    <a:pt x="76326" y="250825"/>
                  </a:lnTo>
                  <a:close/>
                </a:path>
                <a:path w="513714" h="501650">
                  <a:moveTo>
                    <a:pt x="252222" y="358139"/>
                  </a:moveTo>
                  <a:lnTo>
                    <a:pt x="192659" y="417702"/>
                  </a:lnTo>
                  <a:lnTo>
                    <a:pt x="170477" y="432490"/>
                  </a:lnTo>
                  <a:lnTo>
                    <a:pt x="145224" y="437419"/>
                  </a:lnTo>
                  <a:lnTo>
                    <a:pt x="263458" y="437419"/>
                  </a:lnTo>
                  <a:lnTo>
                    <a:pt x="331343" y="369442"/>
                  </a:lnTo>
                  <a:lnTo>
                    <a:pt x="335413" y="364537"/>
                  </a:lnTo>
                  <a:lnTo>
                    <a:pt x="296529" y="364537"/>
                  </a:lnTo>
                  <a:lnTo>
                    <a:pt x="274179" y="363071"/>
                  </a:lnTo>
                  <a:lnTo>
                    <a:pt x="252222" y="358139"/>
                  </a:lnTo>
                  <a:close/>
                </a:path>
                <a:path w="513714" h="501650">
                  <a:moveTo>
                    <a:pt x="340741" y="357123"/>
                  </a:moveTo>
                  <a:lnTo>
                    <a:pt x="318855" y="362551"/>
                  </a:lnTo>
                  <a:lnTo>
                    <a:pt x="296529" y="364537"/>
                  </a:lnTo>
                  <a:lnTo>
                    <a:pt x="335413" y="364537"/>
                  </a:lnTo>
                  <a:lnTo>
                    <a:pt x="336296" y="363473"/>
                  </a:lnTo>
                  <a:lnTo>
                    <a:pt x="340741" y="357123"/>
                  </a:lnTo>
                  <a:close/>
                </a:path>
                <a:path w="513714" h="501650">
                  <a:moveTo>
                    <a:pt x="226822" y="226948"/>
                  </a:moveTo>
                  <a:lnTo>
                    <a:pt x="170687" y="265175"/>
                  </a:lnTo>
                  <a:lnTo>
                    <a:pt x="176141" y="277727"/>
                  </a:lnTo>
                  <a:lnTo>
                    <a:pt x="200787" y="311784"/>
                  </a:lnTo>
                  <a:lnTo>
                    <a:pt x="245494" y="341971"/>
                  </a:lnTo>
                  <a:lnTo>
                    <a:pt x="294830" y="351567"/>
                  </a:lnTo>
                  <a:lnTo>
                    <a:pt x="344166" y="341971"/>
                  </a:lnTo>
                  <a:lnTo>
                    <a:pt x="387476" y="313181"/>
                  </a:lnTo>
                  <a:lnTo>
                    <a:pt x="413030" y="287591"/>
                  </a:lnTo>
                  <a:lnTo>
                    <a:pt x="294830" y="287591"/>
                  </a:lnTo>
                  <a:lnTo>
                    <a:pt x="269577" y="282686"/>
                  </a:lnTo>
                  <a:lnTo>
                    <a:pt x="238591" y="257756"/>
                  </a:lnTo>
                  <a:lnTo>
                    <a:pt x="229014" y="237694"/>
                  </a:lnTo>
                  <a:lnTo>
                    <a:pt x="226822" y="226948"/>
                  </a:lnTo>
                  <a:close/>
                </a:path>
                <a:path w="513714" h="501650">
                  <a:moveTo>
                    <a:pt x="491302" y="63976"/>
                  </a:moveTo>
                  <a:lnTo>
                    <a:pt x="381190" y="63976"/>
                  </a:lnTo>
                  <a:lnTo>
                    <a:pt x="406443" y="68905"/>
                  </a:lnTo>
                  <a:lnTo>
                    <a:pt x="428625" y="83692"/>
                  </a:lnTo>
                  <a:lnTo>
                    <a:pt x="430022" y="85089"/>
                  </a:lnTo>
                  <a:lnTo>
                    <a:pt x="444809" y="107273"/>
                  </a:lnTo>
                  <a:lnTo>
                    <a:pt x="449624" y="131952"/>
                  </a:lnTo>
                  <a:lnTo>
                    <a:pt x="449732" y="132572"/>
                  </a:lnTo>
                  <a:lnTo>
                    <a:pt x="444809" y="157831"/>
                  </a:lnTo>
                  <a:lnTo>
                    <a:pt x="430022" y="180085"/>
                  </a:lnTo>
                  <a:lnTo>
                    <a:pt x="342265" y="267969"/>
                  </a:lnTo>
                  <a:lnTo>
                    <a:pt x="320083" y="282686"/>
                  </a:lnTo>
                  <a:lnTo>
                    <a:pt x="294830" y="287591"/>
                  </a:lnTo>
                  <a:lnTo>
                    <a:pt x="413030" y="287591"/>
                  </a:lnTo>
                  <a:lnTo>
                    <a:pt x="475234" y="225297"/>
                  </a:lnTo>
                  <a:lnTo>
                    <a:pt x="504023" y="181965"/>
                  </a:lnTo>
                  <a:lnTo>
                    <a:pt x="513619" y="132572"/>
                  </a:lnTo>
                  <a:lnTo>
                    <a:pt x="504127" y="83692"/>
                  </a:lnTo>
                  <a:lnTo>
                    <a:pt x="504023" y="83155"/>
                  </a:lnTo>
                  <a:lnTo>
                    <a:pt x="491302" y="63976"/>
                  </a:lnTo>
                  <a:close/>
                </a:path>
                <a:path w="513714" h="501650">
                  <a:moveTo>
                    <a:pt x="49149" y="240029"/>
                  </a:moveTo>
                  <a:lnTo>
                    <a:pt x="0" y="251586"/>
                  </a:lnTo>
                  <a:lnTo>
                    <a:pt x="6604" y="275589"/>
                  </a:lnTo>
                  <a:lnTo>
                    <a:pt x="54737" y="261111"/>
                  </a:lnTo>
                  <a:lnTo>
                    <a:pt x="49149" y="240029"/>
                  </a:lnTo>
                  <a:close/>
                </a:path>
                <a:path w="513714" h="501650">
                  <a:moveTo>
                    <a:pt x="344560" y="213804"/>
                  </a:moveTo>
                  <a:lnTo>
                    <a:pt x="231584" y="213804"/>
                  </a:lnTo>
                  <a:lnTo>
                    <a:pt x="256837" y="218709"/>
                  </a:lnTo>
                  <a:lnTo>
                    <a:pt x="279019" y="233425"/>
                  </a:lnTo>
                  <a:lnTo>
                    <a:pt x="299466" y="274446"/>
                  </a:lnTo>
                  <a:lnTo>
                    <a:pt x="308600" y="272827"/>
                  </a:lnTo>
                  <a:lnTo>
                    <a:pt x="317388" y="269684"/>
                  </a:lnTo>
                  <a:lnTo>
                    <a:pt x="325629" y="265017"/>
                  </a:lnTo>
                  <a:lnTo>
                    <a:pt x="333121" y="258825"/>
                  </a:lnTo>
                  <a:lnTo>
                    <a:pt x="355600" y="236219"/>
                  </a:lnTo>
                  <a:lnTo>
                    <a:pt x="350148" y="223668"/>
                  </a:lnTo>
                  <a:lnTo>
                    <a:pt x="344668" y="213994"/>
                  </a:lnTo>
                  <a:lnTo>
                    <a:pt x="344560" y="213804"/>
                  </a:lnTo>
                  <a:close/>
                </a:path>
                <a:path w="513714" h="501650">
                  <a:moveTo>
                    <a:pt x="231521" y="149859"/>
                  </a:moveTo>
                  <a:lnTo>
                    <a:pt x="182229" y="159416"/>
                  </a:lnTo>
                  <a:lnTo>
                    <a:pt x="138937" y="188213"/>
                  </a:lnTo>
                  <a:lnTo>
                    <a:pt x="104775" y="222376"/>
                  </a:lnTo>
                  <a:lnTo>
                    <a:pt x="148462" y="269113"/>
                  </a:lnTo>
                  <a:lnTo>
                    <a:pt x="184150" y="233425"/>
                  </a:lnTo>
                  <a:lnTo>
                    <a:pt x="206331" y="218709"/>
                  </a:lnTo>
                  <a:lnTo>
                    <a:pt x="231584" y="213804"/>
                  </a:lnTo>
                  <a:lnTo>
                    <a:pt x="344560" y="213804"/>
                  </a:lnTo>
                  <a:lnTo>
                    <a:pt x="343328" y="211629"/>
                  </a:lnTo>
                  <a:lnTo>
                    <a:pt x="303690" y="171398"/>
                  </a:lnTo>
                  <a:lnTo>
                    <a:pt x="256561" y="152245"/>
                  </a:lnTo>
                  <a:lnTo>
                    <a:pt x="231521" y="149859"/>
                  </a:lnTo>
                  <a:close/>
                </a:path>
                <a:path w="513714" h="501650">
                  <a:moveTo>
                    <a:pt x="33528" y="161925"/>
                  </a:moveTo>
                  <a:lnTo>
                    <a:pt x="15875" y="179577"/>
                  </a:lnTo>
                  <a:lnTo>
                    <a:pt x="52450" y="213994"/>
                  </a:lnTo>
                  <a:lnTo>
                    <a:pt x="67818" y="198500"/>
                  </a:lnTo>
                  <a:lnTo>
                    <a:pt x="33528" y="161925"/>
                  </a:lnTo>
                  <a:close/>
                </a:path>
                <a:path w="513714" h="501650">
                  <a:moveTo>
                    <a:pt x="105283" y="146050"/>
                  </a:moveTo>
                  <a:lnTo>
                    <a:pt x="93853" y="195198"/>
                  </a:lnTo>
                  <a:lnTo>
                    <a:pt x="114935" y="200913"/>
                  </a:lnTo>
                  <a:lnTo>
                    <a:pt x="129286" y="152653"/>
                  </a:lnTo>
                  <a:lnTo>
                    <a:pt x="105283" y="146050"/>
                  </a:lnTo>
                  <a:close/>
                </a:path>
                <a:path w="513714" h="501650">
                  <a:moveTo>
                    <a:pt x="381126" y="0"/>
                  </a:moveTo>
                  <a:lnTo>
                    <a:pt x="331835" y="9604"/>
                  </a:lnTo>
                  <a:lnTo>
                    <a:pt x="288544" y="38353"/>
                  </a:lnTo>
                  <a:lnTo>
                    <a:pt x="195072" y="131952"/>
                  </a:lnTo>
                  <a:lnTo>
                    <a:pt x="185674" y="144271"/>
                  </a:lnTo>
                  <a:lnTo>
                    <a:pt x="207523" y="138844"/>
                  </a:lnTo>
                  <a:lnTo>
                    <a:pt x="229885" y="136858"/>
                  </a:lnTo>
                  <a:lnTo>
                    <a:pt x="280590" y="136858"/>
                  </a:lnTo>
                  <a:lnTo>
                    <a:pt x="333756" y="83692"/>
                  </a:lnTo>
                  <a:lnTo>
                    <a:pt x="355937" y="68905"/>
                  </a:lnTo>
                  <a:lnTo>
                    <a:pt x="381190" y="63976"/>
                  </a:lnTo>
                  <a:lnTo>
                    <a:pt x="491302" y="63976"/>
                  </a:lnTo>
                  <a:lnTo>
                    <a:pt x="475234" y="39750"/>
                  </a:lnTo>
                  <a:lnTo>
                    <a:pt x="473837" y="38353"/>
                  </a:lnTo>
                  <a:lnTo>
                    <a:pt x="453314" y="21591"/>
                  </a:lnTo>
                  <a:lnTo>
                    <a:pt x="430530" y="9604"/>
                  </a:lnTo>
                  <a:lnTo>
                    <a:pt x="406221" y="2403"/>
                  </a:lnTo>
                  <a:lnTo>
                    <a:pt x="381126" y="0"/>
                  </a:lnTo>
                  <a:close/>
                </a:path>
                <a:path w="513714" h="501650">
                  <a:moveTo>
                    <a:pt x="280590" y="136858"/>
                  </a:moveTo>
                  <a:lnTo>
                    <a:pt x="229885" y="136858"/>
                  </a:lnTo>
                  <a:lnTo>
                    <a:pt x="252271" y="138324"/>
                  </a:lnTo>
                  <a:lnTo>
                    <a:pt x="274193" y="143255"/>
                  </a:lnTo>
                  <a:lnTo>
                    <a:pt x="280590" y="136858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62998" y="2325446"/>
            <a:ext cx="1807210" cy="843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sz="4400" b="1" spc="-10" dirty="0">
                <a:latin typeface="Century Gothic"/>
                <a:cs typeface="Century Gothic"/>
              </a:rPr>
              <a:t>T</a:t>
            </a:r>
            <a:r>
              <a:rPr sz="2000" b="1" spc="-10" dirty="0">
                <a:latin typeface="Century Gothic"/>
                <a:cs typeface="Century Gothic"/>
              </a:rPr>
              <a:t>hreats</a:t>
            </a:r>
            <a:endParaRPr sz="2000" dirty="0">
              <a:latin typeface="Century Gothic"/>
              <a:cs typeface="Century Gothic"/>
            </a:endParaRPr>
          </a:p>
          <a:p>
            <a:pPr marL="195580" indent="-182880">
              <a:lnSpc>
                <a:spcPts val="1235"/>
              </a:lnSpc>
              <a:buChar char="•"/>
              <a:tabLst>
                <a:tab pos="19558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Unexpected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market</a:t>
            </a:r>
            <a:r>
              <a:rPr sz="1100" spc="-7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share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182989" y="1348739"/>
            <a:ext cx="1010285" cy="1024255"/>
            <a:chOff x="9182989" y="1348739"/>
            <a:chExt cx="1010285" cy="1024255"/>
          </a:xfrm>
        </p:grpSpPr>
        <p:sp>
          <p:nvSpPr>
            <p:cNvPr id="21" name="object 21"/>
            <p:cNvSpPr/>
            <p:nvPr/>
          </p:nvSpPr>
          <p:spPr>
            <a:xfrm>
              <a:off x="9451594" y="1348739"/>
              <a:ext cx="473709" cy="101600"/>
            </a:xfrm>
            <a:custGeom>
              <a:avLst/>
              <a:gdLst/>
              <a:ahLst/>
              <a:cxnLst/>
              <a:rect l="l" t="t" r="r" b="b"/>
              <a:pathLst>
                <a:path w="473709" h="101600">
                  <a:moveTo>
                    <a:pt x="235076" y="0"/>
                  </a:moveTo>
                  <a:lnTo>
                    <a:pt x="188402" y="1852"/>
                  </a:lnTo>
                  <a:lnTo>
                    <a:pt x="142801" y="7319"/>
                  </a:lnTo>
                  <a:lnTo>
                    <a:pt x="98401" y="16267"/>
                  </a:lnTo>
                  <a:lnTo>
                    <a:pt x="55330" y="28561"/>
                  </a:lnTo>
                  <a:lnTo>
                    <a:pt x="13715" y="44069"/>
                  </a:lnTo>
                  <a:lnTo>
                    <a:pt x="0" y="51308"/>
                  </a:lnTo>
                  <a:lnTo>
                    <a:pt x="20320" y="98044"/>
                  </a:lnTo>
                  <a:lnTo>
                    <a:pt x="33781" y="90805"/>
                  </a:lnTo>
                  <a:lnTo>
                    <a:pt x="81272" y="73677"/>
                  </a:lnTo>
                  <a:lnTo>
                    <a:pt x="130809" y="61134"/>
                  </a:lnTo>
                  <a:lnTo>
                    <a:pt x="182157" y="53425"/>
                  </a:lnTo>
                  <a:lnTo>
                    <a:pt x="235076" y="50800"/>
                  </a:lnTo>
                  <a:lnTo>
                    <a:pt x="287922" y="53425"/>
                  </a:lnTo>
                  <a:lnTo>
                    <a:pt x="339232" y="61134"/>
                  </a:lnTo>
                  <a:lnTo>
                    <a:pt x="388756" y="73677"/>
                  </a:lnTo>
                  <a:lnTo>
                    <a:pt x="436245" y="90805"/>
                  </a:lnTo>
                  <a:lnTo>
                    <a:pt x="455422" y="101092"/>
                  </a:lnTo>
                  <a:lnTo>
                    <a:pt x="473328" y="53212"/>
                  </a:lnTo>
                  <a:lnTo>
                    <a:pt x="456310" y="44069"/>
                  </a:lnTo>
                  <a:lnTo>
                    <a:pt x="404062" y="25181"/>
                  </a:lnTo>
                  <a:lnTo>
                    <a:pt x="349599" y="11366"/>
                  </a:lnTo>
                  <a:lnTo>
                    <a:pt x="293183" y="2885"/>
                  </a:lnTo>
                  <a:lnTo>
                    <a:pt x="2350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2989" y="1362709"/>
              <a:ext cx="1010284" cy="10102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284462" y="1456816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5">
                  <a:moveTo>
                    <a:pt x="404114" y="0"/>
                  </a:moveTo>
                  <a:lnTo>
                    <a:pt x="356994" y="2717"/>
                  </a:lnTo>
                  <a:lnTo>
                    <a:pt x="311469" y="10668"/>
                  </a:lnTo>
                  <a:lnTo>
                    <a:pt x="267841" y="23550"/>
                  </a:lnTo>
                  <a:lnTo>
                    <a:pt x="226415" y="41060"/>
                  </a:lnTo>
                  <a:lnTo>
                    <a:pt x="187494" y="62896"/>
                  </a:lnTo>
                  <a:lnTo>
                    <a:pt x="151381" y="88754"/>
                  </a:lnTo>
                  <a:lnTo>
                    <a:pt x="118379" y="118332"/>
                  </a:lnTo>
                  <a:lnTo>
                    <a:pt x="88794" y="151327"/>
                  </a:lnTo>
                  <a:lnTo>
                    <a:pt x="62927" y="187437"/>
                  </a:lnTo>
                  <a:lnTo>
                    <a:pt x="41082" y="226359"/>
                  </a:lnTo>
                  <a:lnTo>
                    <a:pt x="23564" y="267791"/>
                  </a:lnTo>
                  <a:lnTo>
                    <a:pt x="10675" y="311429"/>
                  </a:lnTo>
                  <a:lnTo>
                    <a:pt x="2719" y="356970"/>
                  </a:lnTo>
                  <a:lnTo>
                    <a:pt x="0" y="404113"/>
                  </a:lnTo>
                  <a:lnTo>
                    <a:pt x="2719" y="451233"/>
                  </a:lnTo>
                  <a:lnTo>
                    <a:pt x="10675" y="496758"/>
                  </a:lnTo>
                  <a:lnTo>
                    <a:pt x="23564" y="540386"/>
                  </a:lnTo>
                  <a:lnTo>
                    <a:pt x="41082" y="581812"/>
                  </a:lnTo>
                  <a:lnTo>
                    <a:pt x="62927" y="620733"/>
                  </a:lnTo>
                  <a:lnTo>
                    <a:pt x="88794" y="656846"/>
                  </a:lnTo>
                  <a:lnTo>
                    <a:pt x="118379" y="689848"/>
                  </a:lnTo>
                  <a:lnTo>
                    <a:pt x="151381" y="719433"/>
                  </a:lnTo>
                  <a:lnTo>
                    <a:pt x="187494" y="745300"/>
                  </a:lnTo>
                  <a:lnTo>
                    <a:pt x="226415" y="767145"/>
                  </a:lnTo>
                  <a:lnTo>
                    <a:pt x="267841" y="784663"/>
                  </a:lnTo>
                  <a:lnTo>
                    <a:pt x="311469" y="797552"/>
                  </a:lnTo>
                  <a:lnTo>
                    <a:pt x="356994" y="805508"/>
                  </a:lnTo>
                  <a:lnTo>
                    <a:pt x="404114" y="808228"/>
                  </a:lnTo>
                  <a:lnTo>
                    <a:pt x="451257" y="805508"/>
                  </a:lnTo>
                  <a:lnTo>
                    <a:pt x="496798" y="797552"/>
                  </a:lnTo>
                  <a:lnTo>
                    <a:pt x="540436" y="784663"/>
                  </a:lnTo>
                  <a:lnTo>
                    <a:pt x="581868" y="767145"/>
                  </a:lnTo>
                  <a:lnTo>
                    <a:pt x="620790" y="745300"/>
                  </a:lnTo>
                  <a:lnTo>
                    <a:pt x="656900" y="719433"/>
                  </a:lnTo>
                  <a:lnTo>
                    <a:pt x="689895" y="689848"/>
                  </a:lnTo>
                  <a:lnTo>
                    <a:pt x="719473" y="656846"/>
                  </a:lnTo>
                  <a:lnTo>
                    <a:pt x="745331" y="620733"/>
                  </a:lnTo>
                  <a:lnTo>
                    <a:pt x="767167" y="581812"/>
                  </a:lnTo>
                  <a:lnTo>
                    <a:pt x="784677" y="540386"/>
                  </a:lnTo>
                  <a:lnTo>
                    <a:pt x="797559" y="496758"/>
                  </a:lnTo>
                  <a:lnTo>
                    <a:pt x="805510" y="451233"/>
                  </a:lnTo>
                  <a:lnTo>
                    <a:pt x="808228" y="404113"/>
                  </a:lnTo>
                  <a:lnTo>
                    <a:pt x="805510" y="356970"/>
                  </a:lnTo>
                  <a:lnTo>
                    <a:pt x="797559" y="311429"/>
                  </a:lnTo>
                  <a:lnTo>
                    <a:pt x="784677" y="267791"/>
                  </a:lnTo>
                  <a:lnTo>
                    <a:pt x="767167" y="226359"/>
                  </a:lnTo>
                  <a:lnTo>
                    <a:pt x="745331" y="187437"/>
                  </a:lnTo>
                  <a:lnTo>
                    <a:pt x="719473" y="151327"/>
                  </a:lnTo>
                  <a:lnTo>
                    <a:pt x="689895" y="118332"/>
                  </a:lnTo>
                  <a:lnTo>
                    <a:pt x="656900" y="88754"/>
                  </a:lnTo>
                  <a:lnTo>
                    <a:pt x="620790" y="62896"/>
                  </a:lnTo>
                  <a:lnTo>
                    <a:pt x="581868" y="41060"/>
                  </a:lnTo>
                  <a:lnTo>
                    <a:pt x="540436" y="23550"/>
                  </a:lnTo>
                  <a:lnTo>
                    <a:pt x="496798" y="10668"/>
                  </a:lnTo>
                  <a:lnTo>
                    <a:pt x="451257" y="2717"/>
                  </a:lnTo>
                  <a:lnTo>
                    <a:pt x="4041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9401587" y="1574291"/>
              <a:ext cx="573405" cy="573405"/>
            </a:xfrm>
            <a:custGeom>
              <a:avLst/>
              <a:gdLst/>
              <a:ahLst/>
              <a:cxnLst/>
              <a:rect l="l" t="t" r="r" b="b"/>
              <a:pathLst>
                <a:path w="573404" h="573405">
                  <a:moveTo>
                    <a:pt x="291306" y="0"/>
                  </a:moveTo>
                  <a:lnTo>
                    <a:pt x="279368" y="0"/>
                  </a:lnTo>
                  <a:lnTo>
                    <a:pt x="273399" y="2032"/>
                  </a:lnTo>
                  <a:lnTo>
                    <a:pt x="6191" y="270383"/>
                  </a:lnTo>
                  <a:lnTo>
                    <a:pt x="1648" y="277620"/>
                  </a:lnTo>
                  <a:lnTo>
                    <a:pt x="1547" y="277780"/>
                  </a:lnTo>
                  <a:lnTo>
                    <a:pt x="112" y="285877"/>
                  </a:lnTo>
                  <a:lnTo>
                    <a:pt x="0" y="286512"/>
                  </a:lnTo>
                  <a:lnTo>
                    <a:pt x="1462" y="294761"/>
                  </a:lnTo>
                  <a:lnTo>
                    <a:pt x="270351" y="566801"/>
                  </a:lnTo>
                  <a:lnTo>
                    <a:pt x="286543" y="572992"/>
                  </a:lnTo>
                  <a:lnTo>
                    <a:pt x="295318" y="571444"/>
                  </a:lnTo>
                  <a:lnTo>
                    <a:pt x="302736" y="566801"/>
                  </a:lnTo>
                  <a:lnTo>
                    <a:pt x="330835" y="538702"/>
                  </a:lnTo>
                  <a:lnTo>
                    <a:pt x="286543" y="538702"/>
                  </a:lnTo>
                  <a:lnTo>
                    <a:pt x="279106" y="537344"/>
                  </a:lnTo>
                  <a:lnTo>
                    <a:pt x="272764" y="533273"/>
                  </a:lnTo>
                  <a:lnTo>
                    <a:pt x="38576" y="300228"/>
                  </a:lnTo>
                  <a:lnTo>
                    <a:pt x="34504" y="293941"/>
                  </a:lnTo>
                  <a:lnTo>
                    <a:pt x="33147" y="286512"/>
                  </a:lnTo>
                  <a:lnTo>
                    <a:pt x="34504" y="279082"/>
                  </a:lnTo>
                  <a:lnTo>
                    <a:pt x="38576" y="272796"/>
                  </a:lnTo>
                  <a:lnTo>
                    <a:pt x="271621" y="38481"/>
                  </a:lnTo>
                  <a:lnTo>
                    <a:pt x="277907" y="34480"/>
                  </a:lnTo>
                  <a:lnTo>
                    <a:pt x="285337" y="33147"/>
                  </a:lnTo>
                  <a:lnTo>
                    <a:pt x="328390" y="33147"/>
                  </a:lnTo>
                  <a:lnTo>
                    <a:pt x="297275" y="2032"/>
                  </a:lnTo>
                  <a:lnTo>
                    <a:pt x="291306" y="0"/>
                  </a:lnTo>
                  <a:close/>
                </a:path>
                <a:path w="573404" h="573405">
                  <a:moveTo>
                    <a:pt x="328390" y="33147"/>
                  </a:moveTo>
                  <a:lnTo>
                    <a:pt x="285337" y="33147"/>
                  </a:lnTo>
                  <a:lnTo>
                    <a:pt x="292766" y="34480"/>
                  </a:lnTo>
                  <a:lnTo>
                    <a:pt x="299053" y="38481"/>
                  </a:lnTo>
                  <a:lnTo>
                    <a:pt x="532225" y="271525"/>
                  </a:lnTo>
                  <a:lnTo>
                    <a:pt x="536957" y="278368"/>
                  </a:lnTo>
                  <a:lnTo>
                    <a:pt x="538654" y="285877"/>
                  </a:lnTo>
                  <a:lnTo>
                    <a:pt x="537422" y="293385"/>
                  </a:lnTo>
                  <a:lnTo>
                    <a:pt x="533368" y="300228"/>
                  </a:lnTo>
                  <a:lnTo>
                    <a:pt x="300323" y="533273"/>
                  </a:lnTo>
                  <a:lnTo>
                    <a:pt x="293981" y="537344"/>
                  </a:lnTo>
                  <a:lnTo>
                    <a:pt x="286543" y="538702"/>
                  </a:lnTo>
                  <a:lnTo>
                    <a:pt x="330835" y="538702"/>
                  </a:lnTo>
                  <a:lnTo>
                    <a:pt x="566896" y="302641"/>
                  </a:lnTo>
                  <a:lnTo>
                    <a:pt x="571591" y="294761"/>
                  </a:lnTo>
                  <a:lnTo>
                    <a:pt x="572953" y="286512"/>
                  </a:lnTo>
                  <a:lnTo>
                    <a:pt x="572976" y="285877"/>
                  </a:lnTo>
                  <a:lnTo>
                    <a:pt x="571112" y="277780"/>
                  </a:lnTo>
                  <a:lnTo>
                    <a:pt x="571075" y="277620"/>
                  </a:lnTo>
                  <a:lnTo>
                    <a:pt x="565626" y="270383"/>
                  </a:lnTo>
                  <a:lnTo>
                    <a:pt x="328390" y="33147"/>
                  </a:lnTo>
                  <a:close/>
                </a:path>
                <a:path w="573404" h="573405">
                  <a:moveTo>
                    <a:pt x="285972" y="60071"/>
                  </a:moveTo>
                  <a:lnTo>
                    <a:pt x="60039" y="285877"/>
                  </a:lnTo>
                  <a:lnTo>
                    <a:pt x="285972" y="511810"/>
                  </a:lnTo>
                  <a:lnTo>
                    <a:pt x="361283" y="436499"/>
                  </a:lnTo>
                  <a:lnTo>
                    <a:pt x="285972" y="436499"/>
                  </a:lnTo>
                  <a:lnTo>
                    <a:pt x="274236" y="434175"/>
                  </a:lnTo>
                  <a:lnTo>
                    <a:pt x="264763" y="427815"/>
                  </a:lnTo>
                  <a:lnTo>
                    <a:pt x="258433" y="418336"/>
                  </a:lnTo>
                  <a:lnTo>
                    <a:pt x="256127" y="406654"/>
                  </a:lnTo>
                  <a:lnTo>
                    <a:pt x="258433" y="394898"/>
                  </a:lnTo>
                  <a:lnTo>
                    <a:pt x="264763" y="385381"/>
                  </a:lnTo>
                  <a:lnTo>
                    <a:pt x="274236" y="379007"/>
                  </a:lnTo>
                  <a:lnTo>
                    <a:pt x="285972" y="376682"/>
                  </a:lnTo>
                  <a:lnTo>
                    <a:pt x="421100" y="376682"/>
                  </a:lnTo>
                  <a:lnTo>
                    <a:pt x="443706" y="354075"/>
                  </a:lnTo>
                  <a:lnTo>
                    <a:pt x="285972" y="354075"/>
                  </a:lnTo>
                  <a:lnTo>
                    <a:pt x="278939" y="352778"/>
                  </a:lnTo>
                  <a:lnTo>
                    <a:pt x="272669" y="349123"/>
                  </a:lnTo>
                  <a:lnTo>
                    <a:pt x="267970" y="343467"/>
                  </a:lnTo>
                  <a:lnTo>
                    <a:pt x="265652" y="336169"/>
                  </a:lnTo>
                  <a:lnTo>
                    <a:pt x="244062" y="184277"/>
                  </a:lnTo>
                  <a:lnTo>
                    <a:pt x="245374" y="166082"/>
                  </a:lnTo>
                  <a:lnTo>
                    <a:pt x="245413" y="165546"/>
                  </a:lnTo>
                  <a:lnTo>
                    <a:pt x="253825" y="149971"/>
                  </a:lnTo>
                  <a:lnTo>
                    <a:pt x="267833" y="139324"/>
                  </a:lnTo>
                  <a:lnTo>
                    <a:pt x="285972" y="135382"/>
                  </a:lnTo>
                  <a:lnTo>
                    <a:pt x="361325" y="135382"/>
                  </a:lnTo>
                  <a:lnTo>
                    <a:pt x="285972" y="60071"/>
                  </a:lnTo>
                  <a:close/>
                </a:path>
                <a:path w="573404" h="573405">
                  <a:moveTo>
                    <a:pt x="421100" y="376682"/>
                  </a:moveTo>
                  <a:lnTo>
                    <a:pt x="285972" y="376682"/>
                  </a:lnTo>
                  <a:lnTo>
                    <a:pt x="297707" y="379007"/>
                  </a:lnTo>
                  <a:lnTo>
                    <a:pt x="307181" y="385381"/>
                  </a:lnTo>
                  <a:lnTo>
                    <a:pt x="313511" y="394898"/>
                  </a:lnTo>
                  <a:lnTo>
                    <a:pt x="315817" y="406654"/>
                  </a:lnTo>
                  <a:lnTo>
                    <a:pt x="313511" y="418336"/>
                  </a:lnTo>
                  <a:lnTo>
                    <a:pt x="307181" y="427815"/>
                  </a:lnTo>
                  <a:lnTo>
                    <a:pt x="297707" y="434175"/>
                  </a:lnTo>
                  <a:lnTo>
                    <a:pt x="285972" y="436499"/>
                  </a:lnTo>
                  <a:lnTo>
                    <a:pt x="361283" y="436499"/>
                  </a:lnTo>
                  <a:lnTo>
                    <a:pt x="421100" y="376682"/>
                  </a:lnTo>
                  <a:close/>
                </a:path>
                <a:path w="573404" h="573405">
                  <a:moveTo>
                    <a:pt x="361325" y="135382"/>
                  </a:moveTo>
                  <a:lnTo>
                    <a:pt x="285972" y="135382"/>
                  </a:lnTo>
                  <a:lnTo>
                    <a:pt x="304109" y="139503"/>
                  </a:lnTo>
                  <a:lnTo>
                    <a:pt x="318103" y="150447"/>
                  </a:lnTo>
                  <a:lnTo>
                    <a:pt x="326477" y="166082"/>
                  </a:lnTo>
                  <a:lnTo>
                    <a:pt x="327755" y="184277"/>
                  </a:lnTo>
                  <a:lnTo>
                    <a:pt x="306292" y="336169"/>
                  </a:lnTo>
                  <a:lnTo>
                    <a:pt x="303920" y="343467"/>
                  </a:lnTo>
                  <a:lnTo>
                    <a:pt x="299227" y="349123"/>
                  </a:lnTo>
                  <a:lnTo>
                    <a:pt x="292987" y="352778"/>
                  </a:lnTo>
                  <a:lnTo>
                    <a:pt x="285972" y="354075"/>
                  </a:lnTo>
                  <a:lnTo>
                    <a:pt x="443706" y="354075"/>
                  </a:lnTo>
                  <a:lnTo>
                    <a:pt x="511905" y="285877"/>
                  </a:lnTo>
                  <a:lnTo>
                    <a:pt x="361325" y="135382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1206" y="2325446"/>
            <a:ext cx="2015489" cy="843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95"/>
              </a:lnSpc>
              <a:spcBef>
                <a:spcPts val="105"/>
              </a:spcBef>
            </a:pPr>
            <a:r>
              <a:rPr sz="4400" b="1" spc="-10" dirty="0">
                <a:latin typeface="Century Gothic"/>
                <a:cs typeface="Century Gothic"/>
              </a:rPr>
              <a:t>O</a:t>
            </a:r>
            <a:r>
              <a:rPr sz="2000" b="1" spc="-10" dirty="0">
                <a:latin typeface="Century Gothic"/>
                <a:cs typeface="Century Gothic"/>
              </a:rPr>
              <a:t>pportunities</a:t>
            </a:r>
            <a:endParaRPr sz="2000" dirty="0">
              <a:latin typeface="Century Gothic"/>
              <a:cs typeface="Century Gothic"/>
            </a:endParaRPr>
          </a:p>
          <a:p>
            <a:pPr marL="194945" indent="-182245">
              <a:lnSpc>
                <a:spcPts val="1235"/>
              </a:lnSpc>
              <a:buChar char="•"/>
              <a:tabLst>
                <a:tab pos="194945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Capturing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large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market</a:t>
            </a:r>
            <a:r>
              <a:rPr sz="1100" spc="-7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share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521322" y="1348739"/>
            <a:ext cx="1010285" cy="1024255"/>
            <a:chOff x="6521322" y="1348739"/>
            <a:chExt cx="1010285" cy="1024255"/>
          </a:xfrm>
        </p:grpSpPr>
        <p:sp>
          <p:nvSpPr>
            <p:cNvPr id="28" name="object 28"/>
            <p:cNvSpPr/>
            <p:nvPr/>
          </p:nvSpPr>
          <p:spPr>
            <a:xfrm>
              <a:off x="6790054" y="1348739"/>
              <a:ext cx="473709" cy="101600"/>
            </a:xfrm>
            <a:custGeom>
              <a:avLst/>
              <a:gdLst/>
              <a:ahLst/>
              <a:cxnLst/>
              <a:rect l="l" t="t" r="r" b="b"/>
              <a:pathLst>
                <a:path w="473709" h="101600">
                  <a:moveTo>
                    <a:pt x="234950" y="0"/>
                  </a:moveTo>
                  <a:lnTo>
                    <a:pt x="176825" y="2885"/>
                  </a:lnTo>
                  <a:lnTo>
                    <a:pt x="120380" y="11366"/>
                  </a:lnTo>
                  <a:lnTo>
                    <a:pt x="65911" y="25181"/>
                  </a:lnTo>
                  <a:lnTo>
                    <a:pt x="13716" y="44069"/>
                  </a:lnTo>
                  <a:lnTo>
                    <a:pt x="0" y="51308"/>
                  </a:lnTo>
                  <a:lnTo>
                    <a:pt x="20193" y="98044"/>
                  </a:lnTo>
                  <a:lnTo>
                    <a:pt x="33781" y="90805"/>
                  </a:lnTo>
                  <a:lnTo>
                    <a:pt x="81270" y="73677"/>
                  </a:lnTo>
                  <a:lnTo>
                    <a:pt x="130794" y="61134"/>
                  </a:lnTo>
                  <a:lnTo>
                    <a:pt x="182104" y="53425"/>
                  </a:lnTo>
                  <a:lnTo>
                    <a:pt x="234950" y="50800"/>
                  </a:lnTo>
                  <a:lnTo>
                    <a:pt x="287815" y="53425"/>
                  </a:lnTo>
                  <a:lnTo>
                    <a:pt x="339169" y="61134"/>
                  </a:lnTo>
                  <a:lnTo>
                    <a:pt x="388737" y="73677"/>
                  </a:lnTo>
                  <a:lnTo>
                    <a:pt x="436245" y="90805"/>
                  </a:lnTo>
                  <a:lnTo>
                    <a:pt x="455295" y="101092"/>
                  </a:lnTo>
                  <a:lnTo>
                    <a:pt x="473328" y="53212"/>
                  </a:lnTo>
                  <a:lnTo>
                    <a:pt x="414684" y="28561"/>
                  </a:lnTo>
                  <a:lnTo>
                    <a:pt x="371588" y="16267"/>
                  </a:lnTo>
                  <a:lnTo>
                    <a:pt x="327170" y="7319"/>
                  </a:lnTo>
                  <a:lnTo>
                    <a:pt x="281575" y="1852"/>
                  </a:lnTo>
                  <a:lnTo>
                    <a:pt x="2349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1322" y="1362709"/>
              <a:ext cx="1010284" cy="10102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22922" y="1456816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5">
                  <a:moveTo>
                    <a:pt x="404113" y="0"/>
                  </a:moveTo>
                  <a:lnTo>
                    <a:pt x="356994" y="2717"/>
                  </a:lnTo>
                  <a:lnTo>
                    <a:pt x="311469" y="10668"/>
                  </a:lnTo>
                  <a:lnTo>
                    <a:pt x="267841" y="23550"/>
                  </a:lnTo>
                  <a:lnTo>
                    <a:pt x="226415" y="41060"/>
                  </a:lnTo>
                  <a:lnTo>
                    <a:pt x="187494" y="62896"/>
                  </a:lnTo>
                  <a:lnTo>
                    <a:pt x="151381" y="88754"/>
                  </a:lnTo>
                  <a:lnTo>
                    <a:pt x="118379" y="118332"/>
                  </a:lnTo>
                  <a:lnTo>
                    <a:pt x="88794" y="151327"/>
                  </a:lnTo>
                  <a:lnTo>
                    <a:pt x="62927" y="187437"/>
                  </a:lnTo>
                  <a:lnTo>
                    <a:pt x="41082" y="226359"/>
                  </a:lnTo>
                  <a:lnTo>
                    <a:pt x="23564" y="267791"/>
                  </a:lnTo>
                  <a:lnTo>
                    <a:pt x="10675" y="311429"/>
                  </a:lnTo>
                  <a:lnTo>
                    <a:pt x="2719" y="356970"/>
                  </a:lnTo>
                  <a:lnTo>
                    <a:pt x="0" y="404113"/>
                  </a:lnTo>
                  <a:lnTo>
                    <a:pt x="2719" y="451233"/>
                  </a:lnTo>
                  <a:lnTo>
                    <a:pt x="10675" y="496758"/>
                  </a:lnTo>
                  <a:lnTo>
                    <a:pt x="23564" y="540386"/>
                  </a:lnTo>
                  <a:lnTo>
                    <a:pt x="41082" y="581812"/>
                  </a:lnTo>
                  <a:lnTo>
                    <a:pt x="62927" y="620733"/>
                  </a:lnTo>
                  <a:lnTo>
                    <a:pt x="88794" y="656846"/>
                  </a:lnTo>
                  <a:lnTo>
                    <a:pt x="118379" y="689848"/>
                  </a:lnTo>
                  <a:lnTo>
                    <a:pt x="151381" y="719433"/>
                  </a:lnTo>
                  <a:lnTo>
                    <a:pt x="187494" y="745300"/>
                  </a:lnTo>
                  <a:lnTo>
                    <a:pt x="226415" y="767145"/>
                  </a:lnTo>
                  <a:lnTo>
                    <a:pt x="267841" y="784663"/>
                  </a:lnTo>
                  <a:lnTo>
                    <a:pt x="311469" y="797552"/>
                  </a:lnTo>
                  <a:lnTo>
                    <a:pt x="356994" y="805508"/>
                  </a:lnTo>
                  <a:lnTo>
                    <a:pt x="404113" y="808228"/>
                  </a:lnTo>
                  <a:lnTo>
                    <a:pt x="451233" y="805508"/>
                  </a:lnTo>
                  <a:lnTo>
                    <a:pt x="496758" y="797552"/>
                  </a:lnTo>
                  <a:lnTo>
                    <a:pt x="540386" y="784663"/>
                  </a:lnTo>
                  <a:lnTo>
                    <a:pt x="581812" y="767145"/>
                  </a:lnTo>
                  <a:lnTo>
                    <a:pt x="620733" y="745300"/>
                  </a:lnTo>
                  <a:lnTo>
                    <a:pt x="656846" y="719433"/>
                  </a:lnTo>
                  <a:lnTo>
                    <a:pt x="689848" y="689848"/>
                  </a:lnTo>
                  <a:lnTo>
                    <a:pt x="719433" y="656846"/>
                  </a:lnTo>
                  <a:lnTo>
                    <a:pt x="745300" y="620733"/>
                  </a:lnTo>
                  <a:lnTo>
                    <a:pt x="767145" y="581812"/>
                  </a:lnTo>
                  <a:lnTo>
                    <a:pt x="784663" y="540386"/>
                  </a:lnTo>
                  <a:lnTo>
                    <a:pt x="797552" y="496758"/>
                  </a:lnTo>
                  <a:lnTo>
                    <a:pt x="805508" y="451233"/>
                  </a:lnTo>
                  <a:lnTo>
                    <a:pt x="808227" y="404113"/>
                  </a:lnTo>
                  <a:lnTo>
                    <a:pt x="805508" y="356970"/>
                  </a:lnTo>
                  <a:lnTo>
                    <a:pt x="797552" y="311429"/>
                  </a:lnTo>
                  <a:lnTo>
                    <a:pt x="784663" y="267791"/>
                  </a:lnTo>
                  <a:lnTo>
                    <a:pt x="767145" y="226359"/>
                  </a:lnTo>
                  <a:lnTo>
                    <a:pt x="745300" y="187437"/>
                  </a:lnTo>
                  <a:lnTo>
                    <a:pt x="719433" y="151327"/>
                  </a:lnTo>
                  <a:lnTo>
                    <a:pt x="689848" y="118332"/>
                  </a:lnTo>
                  <a:lnTo>
                    <a:pt x="656846" y="88754"/>
                  </a:lnTo>
                  <a:lnTo>
                    <a:pt x="620733" y="62896"/>
                  </a:lnTo>
                  <a:lnTo>
                    <a:pt x="581812" y="41060"/>
                  </a:lnTo>
                  <a:lnTo>
                    <a:pt x="540386" y="23550"/>
                  </a:lnTo>
                  <a:lnTo>
                    <a:pt x="496758" y="10668"/>
                  </a:lnTo>
                  <a:lnTo>
                    <a:pt x="451233" y="2717"/>
                  </a:lnTo>
                  <a:lnTo>
                    <a:pt x="404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6774179" y="1580387"/>
              <a:ext cx="504825" cy="561340"/>
            </a:xfrm>
            <a:custGeom>
              <a:avLst/>
              <a:gdLst/>
              <a:ahLst/>
              <a:cxnLst/>
              <a:rect l="l" t="t" r="r" b="b"/>
              <a:pathLst>
                <a:path w="504825" h="561339">
                  <a:moveTo>
                    <a:pt x="252222" y="84074"/>
                  </a:moveTo>
                  <a:lnTo>
                    <a:pt x="245364" y="84074"/>
                  </a:lnTo>
                  <a:lnTo>
                    <a:pt x="238633" y="84582"/>
                  </a:lnTo>
                  <a:lnTo>
                    <a:pt x="188245" y="96678"/>
                  </a:lnTo>
                  <a:lnTo>
                    <a:pt x="150410" y="118321"/>
                  </a:lnTo>
                  <a:lnTo>
                    <a:pt x="119792" y="148494"/>
                  </a:lnTo>
                  <a:lnTo>
                    <a:pt x="97790" y="185419"/>
                  </a:lnTo>
                  <a:lnTo>
                    <a:pt x="85799" y="227319"/>
                  </a:lnTo>
                  <a:lnTo>
                    <a:pt x="85217" y="272414"/>
                  </a:lnTo>
                  <a:lnTo>
                    <a:pt x="94406" y="310487"/>
                  </a:lnTo>
                  <a:lnTo>
                    <a:pt x="111871" y="344963"/>
                  </a:lnTo>
                  <a:lnTo>
                    <a:pt x="136741" y="374534"/>
                  </a:lnTo>
                  <a:lnTo>
                    <a:pt x="168148" y="397890"/>
                  </a:lnTo>
                  <a:lnTo>
                    <a:pt x="168148" y="420624"/>
                  </a:lnTo>
                  <a:lnTo>
                    <a:pt x="172559" y="442468"/>
                  </a:lnTo>
                  <a:lnTo>
                    <a:pt x="184578" y="460311"/>
                  </a:lnTo>
                  <a:lnTo>
                    <a:pt x="202384" y="472344"/>
                  </a:lnTo>
                  <a:lnTo>
                    <a:pt x="224154" y="476758"/>
                  </a:lnTo>
                  <a:lnTo>
                    <a:pt x="280289" y="476758"/>
                  </a:lnTo>
                  <a:lnTo>
                    <a:pt x="302059" y="472344"/>
                  </a:lnTo>
                  <a:lnTo>
                    <a:pt x="319865" y="460311"/>
                  </a:lnTo>
                  <a:lnTo>
                    <a:pt x="331884" y="442468"/>
                  </a:lnTo>
                  <a:lnTo>
                    <a:pt x="336296" y="420624"/>
                  </a:lnTo>
                  <a:lnTo>
                    <a:pt x="336296" y="397890"/>
                  </a:lnTo>
                  <a:lnTo>
                    <a:pt x="371991" y="370369"/>
                  </a:lnTo>
                  <a:lnTo>
                    <a:pt x="398295" y="335623"/>
                  </a:lnTo>
                  <a:lnTo>
                    <a:pt x="414623" y="295846"/>
                  </a:lnTo>
                  <a:lnTo>
                    <a:pt x="420388" y="253233"/>
                  </a:lnTo>
                  <a:lnTo>
                    <a:pt x="415006" y="209978"/>
                  </a:lnTo>
                  <a:lnTo>
                    <a:pt x="397891" y="168275"/>
                  </a:lnTo>
                  <a:lnTo>
                    <a:pt x="370879" y="133151"/>
                  </a:lnTo>
                  <a:lnTo>
                    <a:pt x="336296" y="106648"/>
                  </a:lnTo>
                  <a:lnTo>
                    <a:pt x="296092" y="89908"/>
                  </a:lnTo>
                  <a:lnTo>
                    <a:pt x="252222" y="84074"/>
                  </a:lnTo>
                  <a:close/>
                </a:path>
                <a:path w="504825" h="561339">
                  <a:moveTo>
                    <a:pt x="88265" y="68579"/>
                  </a:moveTo>
                  <a:lnTo>
                    <a:pt x="79501" y="68579"/>
                  </a:lnTo>
                  <a:lnTo>
                    <a:pt x="74041" y="73913"/>
                  </a:lnTo>
                  <a:lnTo>
                    <a:pt x="68579" y="79375"/>
                  </a:lnTo>
                  <a:lnTo>
                    <a:pt x="68452" y="88264"/>
                  </a:lnTo>
                  <a:lnTo>
                    <a:pt x="93725" y="113537"/>
                  </a:lnTo>
                  <a:lnTo>
                    <a:pt x="93852" y="113791"/>
                  </a:lnTo>
                  <a:lnTo>
                    <a:pt x="99441" y="119125"/>
                  </a:lnTo>
                  <a:lnTo>
                    <a:pt x="108330" y="119125"/>
                  </a:lnTo>
                  <a:lnTo>
                    <a:pt x="113665" y="113537"/>
                  </a:lnTo>
                  <a:lnTo>
                    <a:pt x="119125" y="108076"/>
                  </a:lnTo>
                  <a:lnTo>
                    <a:pt x="118999" y="99187"/>
                  </a:lnTo>
                  <a:lnTo>
                    <a:pt x="93725" y="73913"/>
                  </a:lnTo>
                  <a:lnTo>
                    <a:pt x="88265" y="68579"/>
                  </a:lnTo>
                  <a:close/>
                </a:path>
                <a:path w="504825" h="561339">
                  <a:moveTo>
                    <a:pt x="425196" y="68579"/>
                  </a:moveTo>
                  <a:lnTo>
                    <a:pt x="416051" y="68579"/>
                  </a:lnTo>
                  <a:lnTo>
                    <a:pt x="390905" y="93725"/>
                  </a:lnTo>
                  <a:lnTo>
                    <a:pt x="390778" y="93979"/>
                  </a:lnTo>
                  <a:lnTo>
                    <a:pt x="385572" y="99187"/>
                  </a:lnTo>
                  <a:lnTo>
                    <a:pt x="385445" y="108331"/>
                  </a:lnTo>
                  <a:lnTo>
                    <a:pt x="390905" y="113791"/>
                  </a:lnTo>
                  <a:lnTo>
                    <a:pt x="396494" y="119125"/>
                  </a:lnTo>
                  <a:lnTo>
                    <a:pt x="405384" y="119125"/>
                  </a:lnTo>
                  <a:lnTo>
                    <a:pt x="410718" y="113537"/>
                  </a:lnTo>
                  <a:lnTo>
                    <a:pt x="435991" y="88264"/>
                  </a:lnTo>
                  <a:lnTo>
                    <a:pt x="435991" y="79375"/>
                  </a:lnTo>
                  <a:lnTo>
                    <a:pt x="425196" y="68579"/>
                  </a:lnTo>
                  <a:close/>
                </a:path>
                <a:path w="504825" h="561339">
                  <a:moveTo>
                    <a:pt x="280289" y="532764"/>
                  </a:moveTo>
                  <a:lnTo>
                    <a:pt x="224154" y="532764"/>
                  </a:lnTo>
                  <a:lnTo>
                    <a:pt x="226361" y="543687"/>
                  </a:lnTo>
                  <a:lnTo>
                    <a:pt x="232378" y="552608"/>
                  </a:lnTo>
                  <a:lnTo>
                    <a:pt x="241300" y="558625"/>
                  </a:lnTo>
                  <a:lnTo>
                    <a:pt x="252222" y="560832"/>
                  </a:lnTo>
                  <a:lnTo>
                    <a:pt x="263143" y="558625"/>
                  </a:lnTo>
                  <a:lnTo>
                    <a:pt x="272065" y="552608"/>
                  </a:lnTo>
                  <a:lnTo>
                    <a:pt x="278082" y="543687"/>
                  </a:lnTo>
                  <a:lnTo>
                    <a:pt x="280289" y="532764"/>
                  </a:lnTo>
                  <a:close/>
                </a:path>
                <a:path w="504825" h="561339">
                  <a:moveTo>
                    <a:pt x="315975" y="504698"/>
                  </a:moveTo>
                  <a:lnTo>
                    <a:pt x="188468" y="504698"/>
                  </a:lnTo>
                  <a:lnTo>
                    <a:pt x="182118" y="511048"/>
                  </a:lnTo>
                  <a:lnTo>
                    <a:pt x="182118" y="526541"/>
                  </a:lnTo>
                  <a:lnTo>
                    <a:pt x="188468" y="532764"/>
                  </a:lnTo>
                  <a:lnTo>
                    <a:pt x="315975" y="532764"/>
                  </a:lnTo>
                  <a:lnTo>
                    <a:pt x="322325" y="526541"/>
                  </a:lnTo>
                  <a:lnTo>
                    <a:pt x="322325" y="511048"/>
                  </a:lnTo>
                  <a:lnTo>
                    <a:pt x="315975" y="504698"/>
                  </a:lnTo>
                  <a:close/>
                </a:path>
                <a:path w="504825" h="561339">
                  <a:moveTo>
                    <a:pt x="49784" y="238378"/>
                  </a:moveTo>
                  <a:lnTo>
                    <a:pt x="6223" y="238378"/>
                  </a:lnTo>
                  <a:lnTo>
                    <a:pt x="0" y="244601"/>
                  </a:lnTo>
                  <a:lnTo>
                    <a:pt x="0" y="260096"/>
                  </a:lnTo>
                  <a:lnTo>
                    <a:pt x="6223" y="266446"/>
                  </a:lnTo>
                  <a:lnTo>
                    <a:pt x="49784" y="266446"/>
                  </a:lnTo>
                  <a:lnTo>
                    <a:pt x="56006" y="260096"/>
                  </a:lnTo>
                  <a:lnTo>
                    <a:pt x="56006" y="244601"/>
                  </a:lnTo>
                  <a:lnTo>
                    <a:pt x="49784" y="238378"/>
                  </a:lnTo>
                  <a:close/>
                </a:path>
                <a:path w="504825" h="561339">
                  <a:moveTo>
                    <a:pt x="498221" y="238378"/>
                  </a:moveTo>
                  <a:lnTo>
                    <a:pt x="454660" y="238378"/>
                  </a:lnTo>
                  <a:lnTo>
                    <a:pt x="448437" y="244601"/>
                  </a:lnTo>
                  <a:lnTo>
                    <a:pt x="448437" y="260096"/>
                  </a:lnTo>
                  <a:lnTo>
                    <a:pt x="454660" y="266446"/>
                  </a:lnTo>
                  <a:lnTo>
                    <a:pt x="498221" y="266446"/>
                  </a:lnTo>
                  <a:lnTo>
                    <a:pt x="504444" y="260096"/>
                  </a:lnTo>
                  <a:lnTo>
                    <a:pt x="504444" y="244601"/>
                  </a:lnTo>
                  <a:lnTo>
                    <a:pt x="498221" y="238378"/>
                  </a:lnTo>
                  <a:close/>
                </a:path>
                <a:path w="504825" h="561339">
                  <a:moveTo>
                    <a:pt x="259969" y="0"/>
                  </a:moveTo>
                  <a:lnTo>
                    <a:pt x="244475" y="0"/>
                  </a:lnTo>
                  <a:lnTo>
                    <a:pt x="238251" y="6223"/>
                  </a:lnTo>
                  <a:lnTo>
                    <a:pt x="238251" y="49784"/>
                  </a:lnTo>
                  <a:lnTo>
                    <a:pt x="244475" y="56134"/>
                  </a:lnTo>
                  <a:lnTo>
                    <a:pt x="259969" y="56134"/>
                  </a:lnTo>
                  <a:lnTo>
                    <a:pt x="266192" y="49784"/>
                  </a:lnTo>
                  <a:lnTo>
                    <a:pt x="266192" y="6223"/>
                  </a:lnTo>
                  <a:lnTo>
                    <a:pt x="259969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2" name="object 32"/>
          <p:cNvSpPr/>
          <p:nvPr/>
        </p:nvSpPr>
        <p:spPr>
          <a:xfrm>
            <a:off x="0" y="5260847"/>
            <a:ext cx="3779520" cy="741045"/>
          </a:xfrm>
          <a:custGeom>
            <a:avLst/>
            <a:gdLst/>
            <a:ahLst/>
            <a:cxnLst/>
            <a:rect l="l" t="t" r="r" b="b"/>
            <a:pathLst>
              <a:path w="3779520" h="741045">
                <a:moveTo>
                  <a:pt x="3779520" y="0"/>
                </a:moveTo>
                <a:lnTo>
                  <a:pt x="0" y="0"/>
                </a:lnTo>
                <a:lnTo>
                  <a:pt x="0" y="740663"/>
                </a:lnTo>
                <a:lnTo>
                  <a:pt x="3779520" y="740663"/>
                </a:lnTo>
                <a:lnTo>
                  <a:pt x="3779520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11759183" y="5260847"/>
            <a:ext cx="433070" cy="741045"/>
          </a:xfrm>
          <a:custGeom>
            <a:avLst/>
            <a:gdLst/>
            <a:ahLst/>
            <a:cxnLst/>
            <a:rect l="l" t="t" r="r" b="b"/>
            <a:pathLst>
              <a:path w="433070" h="741045">
                <a:moveTo>
                  <a:pt x="432816" y="0"/>
                </a:moveTo>
                <a:lnTo>
                  <a:pt x="0" y="0"/>
                </a:lnTo>
                <a:lnTo>
                  <a:pt x="0" y="740663"/>
                </a:lnTo>
                <a:lnTo>
                  <a:pt x="432816" y="740663"/>
                </a:lnTo>
                <a:lnTo>
                  <a:pt x="432816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1351788"/>
            <a:ext cx="3517391" cy="45018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Porter’s</a:t>
            </a:r>
            <a:r>
              <a:rPr spc="-65" dirty="0"/>
              <a:t> </a:t>
            </a:r>
            <a:r>
              <a:rPr dirty="0"/>
              <a:t>Five</a:t>
            </a:r>
            <a:r>
              <a:rPr spc="-55" dirty="0"/>
              <a:t> </a:t>
            </a:r>
            <a:r>
              <a:rPr dirty="0"/>
              <a:t>Forces</a:t>
            </a:r>
            <a:r>
              <a:rPr spc="-65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dirty="0"/>
              <a:t>Concept</a:t>
            </a:r>
            <a:r>
              <a:rPr spc="-55" dirty="0"/>
              <a:t> </a:t>
            </a:r>
            <a:r>
              <a:rPr spc="-10" dirty="0"/>
              <a:t>Funding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56757" y="5376164"/>
            <a:ext cx="5520055" cy="47180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400" b="1" dirty="0">
                <a:latin typeface="Century Gothic"/>
                <a:cs typeface="Century Gothic"/>
              </a:rPr>
              <a:t>Threat</a:t>
            </a:r>
            <a:r>
              <a:rPr sz="1400" b="1" spc="-1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of</a:t>
            </a:r>
            <a:r>
              <a:rPr sz="1400" b="1" spc="-1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new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entrants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1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1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audience’s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/>
              <a:t>Bargaining</a:t>
            </a:r>
            <a:r>
              <a:rPr spc="-30" dirty="0"/>
              <a:t> </a:t>
            </a:r>
            <a:r>
              <a:rPr dirty="0"/>
              <a:t>power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buyers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100" b="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100" b="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100" b="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100" b="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100" b="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audience’s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Threat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substitute </a:t>
            </a:r>
            <a:r>
              <a:rPr dirty="0"/>
              <a:t>products</a:t>
            </a:r>
            <a:r>
              <a:rPr spc="-20" dirty="0"/>
              <a:t> </a:t>
            </a:r>
            <a:r>
              <a:rPr dirty="0"/>
              <a:t>or</a:t>
            </a:r>
            <a:r>
              <a:rPr spc="-15" dirty="0"/>
              <a:t> </a:t>
            </a:r>
            <a:r>
              <a:rPr spc="-10" dirty="0"/>
              <a:t>services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100" b="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100" b="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100" b="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100" b="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100" b="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audience’s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Bargaining</a:t>
            </a:r>
            <a:r>
              <a:rPr spc="-25" dirty="0"/>
              <a:t> </a:t>
            </a:r>
            <a:r>
              <a:rPr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suppliers</a:t>
            </a: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100" b="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100" b="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100" b="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100" b="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100" b="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1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100" b="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2C2C2C"/>
                </a:solidFill>
                <a:latin typeface="Arial"/>
                <a:cs typeface="Arial"/>
              </a:rPr>
              <a:t>audience’s</a:t>
            </a:r>
            <a:r>
              <a:rPr sz="11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b="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31208" y="1563624"/>
            <a:ext cx="7861300" cy="4457700"/>
            <a:chOff x="4331208" y="1563624"/>
            <a:chExt cx="7861300" cy="4457700"/>
          </a:xfrm>
        </p:grpSpPr>
        <p:sp>
          <p:nvSpPr>
            <p:cNvPr id="7" name="object 7"/>
            <p:cNvSpPr/>
            <p:nvPr/>
          </p:nvSpPr>
          <p:spPr>
            <a:xfrm>
              <a:off x="5423916" y="2304288"/>
              <a:ext cx="1905" cy="2978150"/>
            </a:xfrm>
            <a:custGeom>
              <a:avLst/>
              <a:gdLst/>
              <a:ahLst/>
              <a:cxnLst/>
              <a:rect l="l" t="t" r="r" b="b"/>
              <a:pathLst>
                <a:path w="1904" h="2978150">
                  <a:moveTo>
                    <a:pt x="1524" y="0"/>
                  </a:moveTo>
                  <a:lnTo>
                    <a:pt x="1524" y="260731"/>
                  </a:lnTo>
                </a:path>
                <a:path w="1904" h="2978150">
                  <a:moveTo>
                    <a:pt x="1524" y="1028700"/>
                  </a:moveTo>
                  <a:lnTo>
                    <a:pt x="1905" y="1153160"/>
                  </a:lnTo>
                </a:path>
                <a:path w="1904" h="2978150">
                  <a:moveTo>
                    <a:pt x="1905" y="1908048"/>
                  </a:moveTo>
                  <a:lnTo>
                    <a:pt x="0" y="2081276"/>
                  </a:lnTo>
                </a:path>
                <a:path w="1904" h="2978150">
                  <a:moveTo>
                    <a:pt x="1905" y="2819400"/>
                  </a:moveTo>
                  <a:lnTo>
                    <a:pt x="0" y="2977896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5245100" y="2555748"/>
              <a:ext cx="360045" cy="76835"/>
            </a:xfrm>
            <a:custGeom>
              <a:avLst/>
              <a:gdLst/>
              <a:ahLst/>
              <a:cxnLst/>
              <a:rect l="l" t="t" r="r" b="b"/>
              <a:pathLst>
                <a:path w="360045" h="76835">
                  <a:moveTo>
                    <a:pt x="178562" y="0"/>
                  </a:moveTo>
                  <a:lnTo>
                    <a:pt x="134375" y="2200"/>
                  </a:lnTo>
                  <a:lnTo>
                    <a:pt x="91487" y="8651"/>
                  </a:lnTo>
                  <a:lnTo>
                    <a:pt x="50099" y="19127"/>
                  </a:lnTo>
                  <a:lnTo>
                    <a:pt x="10413" y="33400"/>
                  </a:lnTo>
                  <a:lnTo>
                    <a:pt x="0" y="38988"/>
                  </a:lnTo>
                  <a:lnTo>
                    <a:pt x="15366" y="74549"/>
                  </a:lnTo>
                  <a:lnTo>
                    <a:pt x="25653" y="68961"/>
                  </a:lnTo>
                  <a:lnTo>
                    <a:pt x="61743" y="55967"/>
                  </a:lnTo>
                  <a:lnTo>
                    <a:pt x="99393" y="46450"/>
                  </a:lnTo>
                  <a:lnTo>
                    <a:pt x="138400" y="40600"/>
                  </a:lnTo>
                  <a:lnTo>
                    <a:pt x="178562" y="38607"/>
                  </a:lnTo>
                  <a:lnTo>
                    <a:pt x="218650" y="40600"/>
                  </a:lnTo>
                  <a:lnTo>
                    <a:pt x="257619" y="46450"/>
                  </a:lnTo>
                  <a:lnTo>
                    <a:pt x="295255" y="55967"/>
                  </a:lnTo>
                  <a:lnTo>
                    <a:pt x="331342" y="68961"/>
                  </a:lnTo>
                  <a:lnTo>
                    <a:pt x="345948" y="76835"/>
                  </a:lnTo>
                  <a:lnTo>
                    <a:pt x="359537" y="40386"/>
                  </a:lnTo>
                  <a:lnTo>
                    <a:pt x="346583" y="33400"/>
                  </a:lnTo>
                  <a:lnTo>
                    <a:pt x="306899" y="19127"/>
                  </a:lnTo>
                  <a:lnTo>
                    <a:pt x="265525" y="8651"/>
                  </a:lnTo>
                  <a:lnTo>
                    <a:pt x="222674" y="2200"/>
                  </a:lnTo>
                  <a:lnTo>
                    <a:pt x="1785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1011" y="2566403"/>
              <a:ext cx="767461" cy="7674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18100" y="2637790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307086" y="0"/>
                  </a:moveTo>
                  <a:lnTo>
                    <a:pt x="261719" y="3330"/>
                  </a:lnTo>
                  <a:lnTo>
                    <a:pt x="218415" y="13005"/>
                  </a:lnTo>
                  <a:lnTo>
                    <a:pt x="177649" y="28547"/>
                  </a:lnTo>
                  <a:lnTo>
                    <a:pt x="139898" y="49480"/>
                  </a:lnTo>
                  <a:lnTo>
                    <a:pt x="105636" y="75329"/>
                  </a:lnTo>
                  <a:lnTo>
                    <a:pt x="75341" y="105616"/>
                  </a:lnTo>
                  <a:lnTo>
                    <a:pt x="49487" y="139865"/>
                  </a:lnTo>
                  <a:lnTo>
                    <a:pt x="28550" y="177600"/>
                  </a:lnTo>
                  <a:lnTo>
                    <a:pt x="13006" y="218345"/>
                  </a:lnTo>
                  <a:lnTo>
                    <a:pt x="3330" y="261623"/>
                  </a:lnTo>
                  <a:lnTo>
                    <a:pt x="0" y="306959"/>
                  </a:lnTo>
                  <a:lnTo>
                    <a:pt x="3330" y="352325"/>
                  </a:lnTo>
                  <a:lnTo>
                    <a:pt x="13006" y="395629"/>
                  </a:lnTo>
                  <a:lnTo>
                    <a:pt x="28550" y="436395"/>
                  </a:lnTo>
                  <a:lnTo>
                    <a:pt x="49487" y="474146"/>
                  </a:lnTo>
                  <a:lnTo>
                    <a:pt x="75341" y="508408"/>
                  </a:lnTo>
                  <a:lnTo>
                    <a:pt x="105636" y="538703"/>
                  </a:lnTo>
                  <a:lnTo>
                    <a:pt x="139898" y="564557"/>
                  </a:lnTo>
                  <a:lnTo>
                    <a:pt x="177649" y="585494"/>
                  </a:lnTo>
                  <a:lnTo>
                    <a:pt x="218415" y="601038"/>
                  </a:lnTo>
                  <a:lnTo>
                    <a:pt x="261719" y="610714"/>
                  </a:lnTo>
                  <a:lnTo>
                    <a:pt x="307086" y="614045"/>
                  </a:lnTo>
                  <a:lnTo>
                    <a:pt x="352421" y="610714"/>
                  </a:lnTo>
                  <a:lnTo>
                    <a:pt x="395699" y="601038"/>
                  </a:lnTo>
                  <a:lnTo>
                    <a:pt x="436444" y="585494"/>
                  </a:lnTo>
                  <a:lnTo>
                    <a:pt x="474179" y="564557"/>
                  </a:lnTo>
                  <a:lnTo>
                    <a:pt x="508428" y="538703"/>
                  </a:lnTo>
                  <a:lnTo>
                    <a:pt x="538715" y="508408"/>
                  </a:lnTo>
                  <a:lnTo>
                    <a:pt x="564564" y="474146"/>
                  </a:lnTo>
                  <a:lnTo>
                    <a:pt x="585497" y="436395"/>
                  </a:lnTo>
                  <a:lnTo>
                    <a:pt x="601039" y="395629"/>
                  </a:lnTo>
                  <a:lnTo>
                    <a:pt x="610714" y="352325"/>
                  </a:lnTo>
                  <a:lnTo>
                    <a:pt x="614045" y="306959"/>
                  </a:lnTo>
                  <a:lnTo>
                    <a:pt x="610024" y="257195"/>
                  </a:lnTo>
                  <a:lnTo>
                    <a:pt x="598385" y="209978"/>
                  </a:lnTo>
                  <a:lnTo>
                    <a:pt x="579761" y="165942"/>
                  </a:lnTo>
                  <a:lnTo>
                    <a:pt x="554787" y="125720"/>
                  </a:lnTo>
                  <a:lnTo>
                    <a:pt x="524097" y="89947"/>
                  </a:lnTo>
                  <a:lnTo>
                    <a:pt x="488324" y="59257"/>
                  </a:lnTo>
                  <a:lnTo>
                    <a:pt x="448102" y="34283"/>
                  </a:lnTo>
                  <a:lnTo>
                    <a:pt x="404066" y="15659"/>
                  </a:lnTo>
                  <a:lnTo>
                    <a:pt x="356849" y="4020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225796" y="2745232"/>
              <a:ext cx="399415" cy="398780"/>
            </a:xfrm>
            <a:custGeom>
              <a:avLst/>
              <a:gdLst/>
              <a:ahLst/>
              <a:cxnLst/>
              <a:rect l="l" t="t" r="r" b="b"/>
              <a:pathLst>
                <a:path w="399414" h="398780">
                  <a:moveTo>
                    <a:pt x="66548" y="213359"/>
                  </a:moveTo>
                  <a:lnTo>
                    <a:pt x="48442" y="217169"/>
                  </a:lnTo>
                  <a:lnTo>
                    <a:pt x="33623" y="227329"/>
                  </a:lnTo>
                  <a:lnTo>
                    <a:pt x="23614" y="241300"/>
                  </a:lnTo>
                  <a:lnTo>
                    <a:pt x="19938" y="259079"/>
                  </a:lnTo>
                  <a:lnTo>
                    <a:pt x="21357" y="270509"/>
                  </a:lnTo>
                  <a:lnTo>
                    <a:pt x="25384" y="281939"/>
                  </a:lnTo>
                  <a:lnTo>
                    <a:pt x="31672" y="290829"/>
                  </a:lnTo>
                  <a:lnTo>
                    <a:pt x="39877" y="297179"/>
                  </a:lnTo>
                  <a:lnTo>
                    <a:pt x="39877" y="306069"/>
                  </a:lnTo>
                  <a:lnTo>
                    <a:pt x="36321" y="306069"/>
                  </a:lnTo>
                  <a:lnTo>
                    <a:pt x="22181" y="308609"/>
                  </a:lnTo>
                  <a:lnTo>
                    <a:pt x="10636" y="317500"/>
                  </a:lnTo>
                  <a:lnTo>
                    <a:pt x="2853" y="328929"/>
                  </a:lnTo>
                  <a:lnTo>
                    <a:pt x="0" y="342900"/>
                  </a:lnTo>
                  <a:lnTo>
                    <a:pt x="0" y="398779"/>
                  </a:lnTo>
                  <a:lnTo>
                    <a:pt x="133095" y="398779"/>
                  </a:lnTo>
                  <a:lnTo>
                    <a:pt x="133095" y="372109"/>
                  </a:lnTo>
                  <a:lnTo>
                    <a:pt x="66548" y="372109"/>
                  </a:lnTo>
                  <a:lnTo>
                    <a:pt x="53212" y="353059"/>
                  </a:lnTo>
                  <a:lnTo>
                    <a:pt x="66548" y="326389"/>
                  </a:lnTo>
                  <a:lnTo>
                    <a:pt x="53212" y="312419"/>
                  </a:lnTo>
                  <a:lnTo>
                    <a:pt x="53212" y="304800"/>
                  </a:lnTo>
                  <a:lnTo>
                    <a:pt x="93217" y="304800"/>
                  </a:lnTo>
                  <a:lnTo>
                    <a:pt x="93217" y="297179"/>
                  </a:lnTo>
                  <a:lnTo>
                    <a:pt x="98109" y="293369"/>
                  </a:lnTo>
                  <a:lnTo>
                    <a:pt x="66548" y="293369"/>
                  </a:lnTo>
                  <a:lnTo>
                    <a:pt x="53633" y="290829"/>
                  </a:lnTo>
                  <a:lnTo>
                    <a:pt x="43052" y="283209"/>
                  </a:lnTo>
                  <a:lnTo>
                    <a:pt x="35901" y="273050"/>
                  </a:lnTo>
                  <a:lnTo>
                    <a:pt x="33274" y="259079"/>
                  </a:lnTo>
                  <a:lnTo>
                    <a:pt x="33274" y="257809"/>
                  </a:lnTo>
                  <a:lnTo>
                    <a:pt x="33781" y="254000"/>
                  </a:lnTo>
                  <a:lnTo>
                    <a:pt x="45348" y="254000"/>
                  </a:lnTo>
                  <a:lnTo>
                    <a:pt x="53260" y="251459"/>
                  </a:lnTo>
                  <a:lnTo>
                    <a:pt x="60386" y="248919"/>
                  </a:lnTo>
                  <a:lnTo>
                    <a:pt x="66548" y="243839"/>
                  </a:lnTo>
                  <a:lnTo>
                    <a:pt x="110006" y="243839"/>
                  </a:lnTo>
                  <a:lnTo>
                    <a:pt x="109481" y="241300"/>
                  </a:lnTo>
                  <a:lnTo>
                    <a:pt x="99472" y="227329"/>
                  </a:lnTo>
                  <a:lnTo>
                    <a:pt x="84653" y="217169"/>
                  </a:lnTo>
                  <a:lnTo>
                    <a:pt x="66548" y="213359"/>
                  </a:lnTo>
                  <a:close/>
                </a:path>
                <a:path w="399414" h="398780">
                  <a:moveTo>
                    <a:pt x="332739" y="219709"/>
                  </a:moveTo>
                  <a:lnTo>
                    <a:pt x="314634" y="223519"/>
                  </a:lnTo>
                  <a:lnTo>
                    <a:pt x="299815" y="233679"/>
                  </a:lnTo>
                  <a:lnTo>
                    <a:pt x="289806" y="247650"/>
                  </a:lnTo>
                  <a:lnTo>
                    <a:pt x="286130" y="266700"/>
                  </a:lnTo>
                  <a:lnTo>
                    <a:pt x="287567" y="278129"/>
                  </a:lnTo>
                  <a:lnTo>
                    <a:pt x="291623" y="288289"/>
                  </a:lnTo>
                  <a:lnTo>
                    <a:pt x="297918" y="297179"/>
                  </a:lnTo>
                  <a:lnTo>
                    <a:pt x="306069" y="304800"/>
                  </a:lnTo>
                  <a:lnTo>
                    <a:pt x="306069" y="312419"/>
                  </a:lnTo>
                  <a:lnTo>
                    <a:pt x="302513" y="312419"/>
                  </a:lnTo>
                  <a:lnTo>
                    <a:pt x="288373" y="316229"/>
                  </a:lnTo>
                  <a:lnTo>
                    <a:pt x="276828" y="323850"/>
                  </a:lnTo>
                  <a:lnTo>
                    <a:pt x="269045" y="335279"/>
                  </a:lnTo>
                  <a:lnTo>
                    <a:pt x="266191" y="349250"/>
                  </a:lnTo>
                  <a:lnTo>
                    <a:pt x="266191" y="398779"/>
                  </a:lnTo>
                  <a:lnTo>
                    <a:pt x="399288" y="398779"/>
                  </a:lnTo>
                  <a:lnTo>
                    <a:pt x="399288" y="386079"/>
                  </a:lnTo>
                  <a:lnTo>
                    <a:pt x="326136" y="386079"/>
                  </a:lnTo>
                  <a:lnTo>
                    <a:pt x="326136" y="372109"/>
                  </a:lnTo>
                  <a:lnTo>
                    <a:pt x="399288" y="372109"/>
                  </a:lnTo>
                  <a:lnTo>
                    <a:pt x="399288" y="359409"/>
                  </a:lnTo>
                  <a:lnTo>
                    <a:pt x="326136" y="359409"/>
                  </a:lnTo>
                  <a:lnTo>
                    <a:pt x="326136" y="346709"/>
                  </a:lnTo>
                  <a:lnTo>
                    <a:pt x="398769" y="346709"/>
                  </a:lnTo>
                  <a:lnTo>
                    <a:pt x="396434" y="335279"/>
                  </a:lnTo>
                  <a:lnTo>
                    <a:pt x="394704" y="332739"/>
                  </a:lnTo>
                  <a:lnTo>
                    <a:pt x="332739" y="332739"/>
                  </a:lnTo>
                  <a:lnTo>
                    <a:pt x="319404" y="320039"/>
                  </a:lnTo>
                  <a:lnTo>
                    <a:pt x="319404" y="311150"/>
                  </a:lnTo>
                  <a:lnTo>
                    <a:pt x="359409" y="311150"/>
                  </a:lnTo>
                  <a:lnTo>
                    <a:pt x="359409" y="304800"/>
                  </a:lnTo>
                  <a:lnTo>
                    <a:pt x="364880" y="299719"/>
                  </a:lnTo>
                  <a:lnTo>
                    <a:pt x="332739" y="299719"/>
                  </a:lnTo>
                  <a:lnTo>
                    <a:pt x="319825" y="297179"/>
                  </a:lnTo>
                  <a:lnTo>
                    <a:pt x="309245" y="289559"/>
                  </a:lnTo>
                  <a:lnTo>
                    <a:pt x="302093" y="279400"/>
                  </a:lnTo>
                  <a:lnTo>
                    <a:pt x="299465" y="266700"/>
                  </a:lnTo>
                  <a:lnTo>
                    <a:pt x="299465" y="264159"/>
                  </a:lnTo>
                  <a:lnTo>
                    <a:pt x="299974" y="261619"/>
                  </a:lnTo>
                  <a:lnTo>
                    <a:pt x="303021" y="261619"/>
                  </a:lnTo>
                  <a:lnTo>
                    <a:pt x="311540" y="260350"/>
                  </a:lnTo>
                  <a:lnTo>
                    <a:pt x="319452" y="259079"/>
                  </a:lnTo>
                  <a:lnTo>
                    <a:pt x="326578" y="255269"/>
                  </a:lnTo>
                  <a:lnTo>
                    <a:pt x="332739" y="251459"/>
                  </a:lnTo>
                  <a:lnTo>
                    <a:pt x="376408" y="251459"/>
                  </a:lnTo>
                  <a:lnTo>
                    <a:pt x="375673" y="247650"/>
                  </a:lnTo>
                  <a:lnTo>
                    <a:pt x="365664" y="233679"/>
                  </a:lnTo>
                  <a:lnTo>
                    <a:pt x="350845" y="223519"/>
                  </a:lnTo>
                  <a:lnTo>
                    <a:pt x="332739" y="219709"/>
                  </a:lnTo>
                  <a:close/>
                </a:path>
                <a:path w="399414" h="398780">
                  <a:moveTo>
                    <a:pt x="399288" y="372109"/>
                  </a:moveTo>
                  <a:lnTo>
                    <a:pt x="339343" y="372109"/>
                  </a:lnTo>
                  <a:lnTo>
                    <a:pt x="339343" y="386079"/>
                  </a:lnTo>
                  <a:lnTo>
                    <a:pt x="399288" y="386079"/>
                  </a:lnTo>
                  <a:lnTo>
                    <a:pt x="399288" y="372109"/>
                  </a:lnTo>
                  <a:close/>
                </a:path>
                <a:path w="399414" h="398780">
                  <a:moveTo>
                    <a:pt x="93217" y="304800"/>
                  </a:moveTo>
                  <a:lnTo>
                    <a:pt x="79882" y="304800"/>
                  </a:lnTo>
                  <a:lnTo>
                    <a:pt x="79882" y="312419"/>
                  </a:lnTo>
                  <a:lnTo>
                    <a:pt x="66548" y="326389"/>
                  </a:lnTo>
                  <a:lnTo>
                    <a:pt x="79882" y="353059"/>
                  </a:lnTo>
                  <a:lnTo>
                    <a:pt x="66548" y="372109"/>
                  </a:lnTo>
                  <a:lnTo>
                    <a:pt x="133095" y="372109"/>
                  </a:lnTo>
                  <a:lnTo>
                    <a:pt x="133095" y="342900"/>
                  </a:lnTo>
                  <a:lnTo>
                    <a:pt x="130242" y="328929"/>
                  </a:lnTo>
                  <a:lnTo>
                    <a:pt x="122459" y="317500"/>
                  </a:lnTo>
                  <a:lnTo>
                    <a:pt x="110914" y="308609"/>
                  </a:lnTo>
                  <a:lnTo>
                    <a:pt x="96774" y="306069"/>
                  </a:lnTo>
                  <a:lnTo>
                    <a:pt x="93217" y="306069"/>
                  </a:lnTo>
                  <a:lnTo>
                    <a:pt x="93217" y="304800"/>
                  </a:lnTo>
                  <a:close/>
                </a:path>
                <a:path w="399414" h="398780">
                  <a:moveTo>
                    <a:pt x="398769" y="346709"/>
                  </a:moveTo>
                  <a:lnTo>
                    <a:pt x="339343" y="346709"/>
                  </a:lnTo>
                  <a:lnTo>
                    <a:pt x="339343" y="359409"/>
                  </a:lnTo>
                  <a:lnTo>
                    <a:pt x="399288" y="359409"/>
                  </a:lnTo>
                  <a:lnTo>
                    <a:pt x="399288" y="349250"/>
                  </a:lnTo>
                  <a:lnTo>
                    <a:pt x="398769" y="346709"/>
                  </a:lnTo>
                  <a:close/>
                </a:path>
                <a:path w="399414" h="398780">
                  <a:moveTo>
                    <a:pt x="359409" y="311150"/>
                  </a:moveTo>
                  <a:lnTo>
                    <a:pt x="346075" y="311150"/>
                  </a:lnTo>
                  <a:lnTo>
                    <a:pt x="346075" y="320039"/>
                  </a:lnTo>
                  <a:lnTo>
                    <a:pt x="332739" y="332739"/>
                  </a:lnTo>
                  <a:lnTo>
                    <a:pt x="394704" y="332739"/>
                  </a:lnTo>
                  <a:lnTo>
                    <a:pt x="388651" y="323850"/>
                  </a:lnTo>
                  <a:lnTo>
                    <a:pt x="377106" y="316229"/>
                  </a:lnTo>
                  <a:lnTo>
                    <a:pt x="362965" y="312419"/>
                  </a:lnTo>
                  <a:lnTo>
                    <a:pt x="359409" y="312419"/>
                  </a:lnTo>
                  <a:lnTo>
                    <a:pt x="359409" y="311150"/>
                  </a:lnTo>
                  <a:close/>
                </a:path>
                <a:path w="399414" h="398780">
                  <a:moveTo>
                    <a:pt x="346075" y="311150"/>
                  </a:moveTo>
                  <a:lnTo>
                    <a:pt x="319404" y="311150"/>
                  </a:lnTo>
                  <a:lnTo>
                    <a:pt x="323595" y="312419"/>
                  </a:lnTo>
                  <a:lnTo>
                    <a:pt x="341883" y="312419"/>
                  </a:lnTo>
                  <a:lnTo>
                    <a:pt x="346075" y="311150"/>
                  </a:lnTo>
                  <a:close/>
                </a:path>
                <a:path w="399414" h="398780">
                  <a:moveTo>
                    <a:pt x="79882" y="304800"/>
                  </a:moveTo>
                  <a:lnTo>
                    <a:pt x="53212" y="304800"/>
                  </a:lnTo>
                  <a:lnTo>
                    <a:pt x="57403" y="306069"/>
                  </a:lnTo>
                  <a:lnTo>
                    <a:pt x="75691" y="306069"/>
                  </a:lnTo>
                  <a:lnTo>
                    <a:pt x="79882" y="304800"/>
                  </a:lnTo>
                  <a:close/>
                </a:path>
                <a:path w="399414" h="398780">
                  <a:moveTo>
                    <a:pt x="376408" y="251459"/>
                  </a:moveTo>
                  <a:lnTo>
                    <a:pt x="332739" y="251459"/>
                  </a:lnTo>
                  <a:lnTo>
                    <a:pt x="338901" y="255269"/>
                  </a:lnTo>
                  <a:lnTo>
                    <a:pt x="346027" y="259079"/>
                  </a:lnTo>
                  <a:lnTo>
                    <a:pt x="353939" y="260350"/>
                  </a:lnTo>
                  <a:lnTo>
                    <a:pt x="362457" y="261619"/>
                  </a:lnTo>
                  <a:lnTo>
                    <a:pt x="365505" y="261619"/>
                  </a:lnTo>
                  <a:lnTo>
                    <a:pt x="366013" y="264159"/>
                  </a:lnTo>
                  <a:lnTo>
                    <a:pt x="366013" y="266700"/>
                  </a:lnTo>
                  <a:lnTo>
                    <a:pt x="363386" y="279400"/>
                  </a:lnTo>
                  <a:lnTo>
                    <a:pt x="356235" y="289559"/>
                  </a:lnTo>
                  <a:lnTo>
                    <a:pt x="345654" y="297179"/>
                  </a:lnTo>
                  <a:lnTo>
                    <a:pt x="332739" y="299719"/>
                  </a:lnTo>
                  <a:lnTo>
                    <a:pt x="364880" y="299719"/>
                  </a:lnTo>
                  <a:lnTo>
                    <a:pt x="367615" y="297179"/>
                  </a:lnTo>
                  <a:lnTo>
                    <a:pt x="373903" y="288289"/>
                  </a:lnTo>
                  <a:lnTo>
                    <a:pt x="377930" y="278129"/>
                  </a:lnTo>
                  <a:lnTo>
                    <a:pt x="379349" y="266700"/>
                  </a:lnTo>
                  <a:lnTo>
                    <a:pt x="376408" y="251459"/>
                  </a:lnTo>
                  <a:close/>
                </a:path>
                <a:path w="399414" h="398780">
                  <a:moveTo>
                    <a:pt x="112106" y="254000"/>
                  </a:moveTo>
                  <a:lnTo>
                    <a:pt x="99313" y="254000"/>
                  </a:lnTo>
                  <a:lnTo>
                    <a:pt x="99821" y="257809"/>
                  </a:lnTo>
                  <a:lnTo>
                    <a:pt x="99821" y="259079"/>
                  </a:lnTo>
                  <a:lnTo>
                    <a:pt x="97194" y="273050"/>
                  </a:lnTo>
                  <a:lnTo>
                    <a:pt x="90042" y="283209"/>
                  </a:lnTo>
                  <a:lnTo>
                    <a:pt x="79462" y="290829"/>
                  </a:lnTo>
                  <a:lnTo>
                    <a:pt x="66548" y="293369"/>
                  </a:lnTo>
                  <a:lnTo>
                    <a:pt x="98109" y="293369"/>
                  </a:lnTo>
                  <a:lnTo>
                    <a:pt x="101369" y="290829"/>
                  </a:lnTo>
                  <a:lnTo>
                    <a:pt x="107664" y="281939"/>
                  </a:lnTo>
                  <a:lnTo>
                    <a:pt x="111720" y="270509"/>
                  </a:lnTo>
                  <a:lnTo>
                    <a:pt x="113156" y="259079"/>
                  </a:lnTo>
                  <a:lnTo>
                    <a:pt x="112106" y="254000"/>
                  </a:lnTo>
                  <a:close/>
                </a:path>
                <a:path w="399414" h="398780">
                  <a:moveTo>
                    <a:pt x="45348" y="254000"/>
                  </a:moveTo>
                  <a:lnTo>
                    <a:pt x="33781" y="254000"/>
                  </a:lnTo>
                  <a:lnTo>
                    <a:pt x="34798" y="255269"/>
                  </a:lnTo>
                  <a:lnTo>
                    <a:pt x="36829" y="255269"/>
                  </a:lnTo>
                  <a:lnTo>
                    <a:pt x="45348" y="254000"/>
                  </a:lnTo>
                  <a:close/>
                </a:path>
                <a:path w="399414" h="398780">
                  <a:moveTo>
                    <a:pt x="110006" y="243839"/>
                  </a:moveTo>
                  <a:lnTo>
                    <a:pt x="66548" y="243839"/>
                  </a:lnTo>
                  <a:lnTo>
                    <a:pt x="72709" y="248919"/>
                  </a:lnTo>
                  <a:lnTo>
                    <a:pt x="79835" y="251459"/>
                  </a:lnTo>
                  <a:lnTo>
                    <a:pt x="87747" y="254000"/>
                  </a:lnTo>
                  <a:lnTo>
                    <a:pt x="96265" y="255269"/>
                  </a:lnTo>
                  <a:lnTo>
                    <a:pt x="98298" y="255269"/>
                  </a:lnTo>
                  <a:lnTo>
                    <a:pt x="99313" y="254000"/>
                  </a:lnTo>
                  <a:lnTo>
                    <a:pt x="112106" y="254000"/>
                  </a:lnTo>
                  <a:lnTo>
                    <a:pt x="110006" y="243839"/>
                  </a:lnTo>
                  <a:close/>
                </a:path>
                <a:path w="399414" h="398780">
                  <a:moveTo>
                    <a:pt x="266191" y="199389"/>
                  </a:moveTo>
                  <a:lnTo>
                    <a:pt x="232917" y="199389"/>
                  </a:lnTo>
                  <a:lnTo>
                    <a:pt x="272795" y="240029"/>
                  </a:lnTo>
                  <a:lnTo>
                    <a:pt x="266191" y="199389"/>
                  </a:lnTo>
                  <a:close/>
                </a:path>
                <a:path w="399414" h="398780">
                  <a:moveTo>
                    <a:pt x="159765" y="172719"/>
                  </a:moveTo>
                  <a:lnTo>
                    <a:pt x="126491" y="172719"/>
                  </a:lnTo>
                  <a:lnTo>
                    <a:pt x="119761" y="213359"/>
                  </a:lnTo>
                  <a:lnTo>
                    <a:pt x="159765" y="172719"/>
                  </a:lnTo>
                  <a:close/>
                </a:path>
                <a:path w="399414" h="398780">
                  <a:moveTo>
                    <a:pt x="359409" y="26669"/>
                  </a:moveTo>
                  <a:lnTo>
                    <a:pt x="226313" y="26669"/>
                  </a:lnTo>
                  <a:lnTo>
                    <a:pt x="226313" y="176529"/>
                  </a:lnTo>
                  <a:lnTo>
                    <a:pt x="223265" y="180339"/>
                  </a:lnTo>
                  <a:lnTo>
                    <a:pt x="172974" y="180339"/>
                  </a:lnTo>
                  <a:lnTo>
                    <a:pt x="172974" y="199389"/>
                  </a:lnTo>
                  <a:lnTo>
                    <a:pt x="359409" y="199389"/>
                  </a:lnTo>
                  <a:lnTo>
                    <a:pt x="359409" y="163829"/>
                  </a:lnTo>
                  <a:lnTo>
                    <a:pt x="259587" y="163829"/>
                  </a:lnTo>
                  <a:lnTo>
                    <a:pt x="249427" y="154939"/>
                  </a:lnTo>
                  <a:lnTo>
                    <a:pt x="303048" y="92709"/>
                  </a:lnTo>
                  <a:lnTo>
                    <a:pt x="260476" y="92709"/>
                  </a:lnTo>
                  <a:lnTo>
                    <a:pt x="254507" y="87629"/>
                  </a:lnTo>
                  <a:lnTo>
                    <a:pt x="254507" y="72389"/>
                  </a:lnTo>
                  <a:lnTo>
                    <a:pt x="260476" y="67309"/>
                  </a:lnTo>
                  <a:lnTo>
                    <a:pt x="324933" y="67309"/>
                  </a:lnTo>
                  <a:lnTo>
                    <a:pt x="329311" y="62229"/>
                  </a:lnTo>
                  <a:lnTo>
                    <a:pt x="359409" y="62229"/>
                  </a:lnTo>
                  <a:lnTo>
                    <a:pt x="359409" y="26669"/>
                  </a:lnTo>
                  <a:close/>
                </a:path>
                <a:path w="399414" h="398780">
                  <a:moveTo>
                    <a:pt x="219582" y="0"/>
                  </a:moveTo>
                  <a:lnTo>
                    <a:pt x="33274" y="0"/>
                  </a:lnTo>
                  <a:lnTo>
                    <a:pt x="33274" y="172719"/>
                  </a:lnTo>
                  <a:lnTo>
                    <a:pt x="219582" y="172719"/>
                  </a:lnTo>
                  <a:lnTo>
                    <a:pt x="219582" y="146050"/>
                  </a:lnTo>
                  <a:lnTo>
                    <a:pt x="126491" y="146050"/>
                  </a:lnTo>
                  <a:lnTo>
                    <a:pt x="103141" y="142239"/>
                  </a:lnTo>
                  <a:lnTo>
                    <a:pt x="84089" y="129539"/>
                  </a:lnTo>
                  <a:lnTo>
                    <a:pt x="71252" y="110489"/>
                  </a:lnTo>
                  <a:lnTo>
                    <a:pt x="66548" y="86359"/>
                  </a:lnTo>
                  <a:lnTo>
                    <a:pt x="71252" y="63500"/>
                  </a:lnTo>
                  <a:lnTo>
                    <a:pt x="84089" y="44450"/>
                  </a:lnTo>
                  <a:lnTo>
                    <a:pt x="103141" y="31750"/>
                  </a:lnTo>
                  <a:lnTo>
                    <a:pt x="126491" y="26669"/>
                  </a:lnTo>
                  <a:lnTo>
                    <a:pt x="219582" y="26669"/>
                  </a:lnTo>
                  <a:lnTo>
                    <a:pt x="219582" y="0"/>
                  </a:lnTo>
                  <a:close/>
                </a:path>
                <a:path w="399414" h="398780">
                  <a:moveTo>
                    <a:pt x="359409" y="62229"/>
                  </a:moveTo>
                  <a:lnTo>
                    <a:pt x="329311" y="62229"/>
                  </a:lnTo>
                  <a:lnTo>
                    <a:pt x="339343" y="71119"/>
                  </a:lnTo>
                  <a:lnTo>
                    <a:pt x="259587" y="163829"/>
                  </a:lnTo>
                  <a:lnTo>
                    <a:pt x="359409" y="163829"/>
                  </a:lnTo>
                  <a:lnTo>
                    <a:pt x="359409" y="160019"/>
                  </a:lnTo>
                  <a:lnTo>
                    <a:pt x="313689" y="160019"/>
                  </a:lnTo>
                  <a:lnTo>
                    <a:pt x="307720" y="153669"/>
                  </a:lnTo>
                  <a:lnTo>
                    <a:pt x="307720" y="139700"/>
                  </a:lnTo>
                  <a:lnTo>
                    <a:pt x="313689" y="133350"/>
                  </a:lnTo>
                  <a:lnTo>
                    <a:pt x="359409" y="133350"/>
                  </a:lnTo>
                  <a:lnTo>
                    <a:pt x="359409" y="62229"/>
                  </a:lnTo>
                  <a:close/>
                </a:path>
                <a:path w="399414" h="398780">
                  <a:moveTo>
                    <a:pt x="359409" y="133350"/>
                  </a:moveTo>
                  <a:lnTo>
                    <a:pt x="328421" y="133350"/>
                  </a:lnTo>
                  <a:lnTo>
                    <a:pt x="334390" y="139700"/>
                  </a:lnTo>
                  <a:lnTo>
                    <a:pt x="334390" y="153669"/>
                  </a:lnTo>
                  <a:lnTo>
                    <a:pt x="328421" y="160019"/>
                  </a:lnTo>
                  <a:lnTo>
                    <a:pt x="359409" y="160019"/>
                  </a:lnTo>
                  <a:lnTo>
                    <a:pt x="359409" y="133350"/>
                  </a:lnTo>
                  <a:close/>
                </a:path>
                <a:path w="399414" h="398780">
                  <a:moveTo>
                    <a:pt x="219582" y="26669"/>
                  </a:moveTo>
                  <a:lnTo>
                    <a:pt x="126491" y="26669"/>
                  </a:lnTo>
                  <a:lnTo>
                    <a:pt x="149768" y="31750"/>
                  </a:lnTo>
                  <a:lnTo>
                    <a:pt x="168782" y="44450"/>
                  </a:lnTo>
                  <a:lnTo>
                    <a:pt x="181606" y="63500"/>
                  </a:lnTo>
                  <a:lnTo>
                    <a:pt x="186308" y="86359"/>
                  </a:lnTo>
                  <a:lnTo>
                    <a:pt x="181606" y="110489"/>
                  </a:lnTo>
                  <a:lnTo>
                    <a:pt x="168782" y="129539"/>
                  </a:lnTo>
                  <a:lnTo>
                    <a:pt x="149768" y="142239"/>
                  </a:lnTo>
                  <a:lnTo>
                    <a:pt x="126491" y="146050"/>
                  </a:lnTo>
                  <a:lnTo>
                    <a:pt x="219582" y="146050"/>
                  </a:lnTo>
                  <a:lnTo>
                    <a:pt x="219582" y="26669"/>
                  </a:lnTo>
                  <a:close/>
                </a:path>
                <a:path w="399414" h="398780">
                  <a:moveTo>
                    <a:pt x="119761" y="97789"/>
                  </a:moveTo>
                  <a:lnTo>
                    <a:pt x="106425" y="97789"/>
                  </a:lnTo>
                  <a:lnTo>
                    <a:pt x="106425" y="109219"/>
                  </a:lnTo>
                  <a:lnTo>
                    <a:pt x="112013" y="115569"/>
                  </a:lnTo>
                  <a:lnTo>
                    <a:pt x="119761" y="118109"/>
                  </a:lnTo>
                  <a:lnTo>
                    <a:pt x="119761" y="127000"/>
                  </a:lnTo>
                  <a:lnTo>
                    <a:pt x="133095" y="127000"/>
                  </a:lnTo>
                  <a:lnTo>
                    <a:pt x="133095" y="118109"/>
                  </a:lnTo>
                  <a:lnTo>
                    <a:pt x="140842" y="115569"/>
                  </a:lnTo>
                  <a:lnTo>
                    <a:pt x="146430" y="109219"/>
                  </a:lnTo>
                  <a:lnTo>
                    <a:pt x="146430" y="106679"/>
                  </a:lnTo>
                  <a:lnTo>
                    <a:pt x="122808" y="106679"/>
                  </a:lnTo>
                  <a:lnTo>
                    <a:pt x="119761" y="104139"/>
                  </a:lnTo>
                  <a:lnTo>
                    <a:pt x="119761" y="97789"/>
                  </a:lnTo>
                  <a:close/>
                </a:path>
                <a:path w="399414" h="398780">
                  <a:moveTo>
                    <a:pt x="133095" y="46989"/>
                  </a:moveTo>
                  <a:lnTo>
                    <a:pt x="119761" y="46989"/>
                  </a:lnTo>
                  <a:lnTo>
                    <a:pt x="119761" y="54609"/>
                  </a:lnTo>
                  <a:lnTo>
                    <a:pt x="112013" y="57150"/>
                  </a:lnTo>
                  <a:lnTo>
                    <a:pt x="106425" y="64769"/>
                  </a:lnTo>
                  <a:lnTo>
                    <a:pt x="106425" y="73659"/>
                  </a:lnTo>
                  <a:lnTo>
                    <a:pt x="108007" y="81279"/>
                  </a:lnTo>
                  <a:lnTo>
                    <a:pt x="112315" y="87629"/>
                  </a:lnTo>
                  <a:lnTo>
                    <a:pt x="118695" y="91439"/>
                  </a:lnTo>
                  <a:lnTo>
                    <a:pt x="126491" y="92709"/>
                  </a:lnTo>
                  <a:lnTo>
                    <a:pt x="130175" y="92709"/>
                  </a:lnTo>
                  <a:lnTo>
                    <a:pt x="133095" y="96519"/>
                  </a:lnTo>
                  <a:lnTo>
                    <a:pt x="133095" y="104139"/>
                  </a:lnTo>
                  <a:lnTo>
                    <a:pt x="130175" y="106679"/>
                  </a:lnTo>
                  <a:lnTo>
                    <a:pt x="146430" y="106679"/>
                  </a:lnTo>
                  <a:lnTo>
                    <a:pt x="146430" y="100329"/>
                  </a:lnTo>
                  <a:lnTo>
                    <a:pt x="144851" y="92709"/>
                  </a:lnTo>
                  <a:lnTo>
                    <a:pt x="140557" y="86359"/>
                  </a:lnTo>
                  <a:lnTo>
                    <a:pt x="134215" y="81279"/>
                  </a:lnTo>
                  <a:lnTo>
                    <a:pt x="126491" y="80009"/>
                  </a:lnTo>
                  <a:lnTo>
                    <a:pt x="122808" y="80009"/>
                  </a:lnTo>
                  <a:lnTo>
                    <a:pt x="119761" y="77469"/>
                  </a:lnTo>
                  <a:lnTo>
                    <a:pt x="119761" y="69850"/>
                  </a:lnTo>
                  <a:lnTo>
                    <a:pt x="122808" y="67309"/>
                  </a:lnTo>
                  <a:lnTo>
                    <a:pt x="146430" y="67309"/>
                  </a:lnTo>
                  <a:lnTo>
                    <a:pt x="146430" y="64769"/>
                  </a:lnTo>
                  <a:lnTo>
                    <a:pt x="140842" y="57150"/>
                  </a:lnTo>
                  <a:lnTo>
                    <a:pt x="133095" y="54609"/>
                  </a:lnTo>
                  <a:lnTo>
                    <a:pt x="133095" y="46989"/>
                  </a:lnTo>
                  <a:close/>
                </a:path>
                <a:path w="399414" h="398780">
                  <a:moveTo>
                    <a:pt x="324933" y="67309"/>
                  </a:moveTo>
                  <a:lnTo>
                    <a:pt x="275208" y="67309"/>
                  </a:lnTo>
                  <a:lnTo>
                    <a:pt x="281050" y="72389"/>
                  </a:lnTo>
                  <a:lnTo>
                    <a:pt x="281050" y="87629"/>
                  </a:lnTo>
                  <a:lnTo>
                    <a:pt x="275208" y="92709"/>
                  </a:lnTo>
                  <a:lnTo>
                    <a:pt x="303048" y="92709"/>
                  </a:lnTo>
                  <a:lnTo>
                    <a:pt x="324933" y="67309"/>
                  </a:lnTo>
                  <a:close/>
                </a:path>
                <a:path w="399414" h="398780">
                  <a:moveTo>
                    <a:pt x="146430" y="67309"/>
                  </a:moveTo>
                  <a:lnTo>
                    <a:pt x="130175" y="67309"/>
                  </a:lnTo>
                  <a:lnTo>
                    <a:pt x="133095" y="69850"/>
                  </a:lnTo>
                  <a:lnTo>
                    <a:pt x="133095" y="76200"/>
                  </a:lnTo>
                  <a:lnTo>
                    <a:pt x="146430" y="76200"/>
                  </a:lnTo>
                  <a:lnTo>
                    <a:pt x="146430" y="67309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245100" y="3451478"/>
              <a:ext cx="360045" cy="76835"/>
            </a:xfrm>
            <a:custGeom>
              <a:avLst/>
              <a:gdLst/>
              <a:ahLst/>
              <a:cxnLst/>
              <a:rect l="l" t="t" r="r" b="b"/>
              <a:pathLst>
                <a:path w="360045" h="76835">
                  <a:moveTo>
                    <a:pt x="178562" y="0"/>
                  </a:moveTo>
                  <a:lnTo>
                    <a:pt x="134375" y="2200"/>
                  </a:lnTo>
                  <a:lnTo>
                    <a:pt x="91487" y="8651"/>
                  </a:lnTo>
                  <a:lnTo>
                    <a:pt x="50099" y="19127"/>
                  </a:lnTo>
                  <a:lnTo>
                    <a:pt x="10413" y="33400"/>
                  </a:lnTo>
                  <a:lnTo>
                    <a:pt x="0" y="38988"/>
                  </a:lnTo>
                  <a:lnTo>
                    <a:pt x="15366" y="74549"/>
                  </a:lnTo>
                  <a:lnTo>
                    <a:pt x="25653" y="68961"/>
                  </a:lnTo>
                  <a:lnTo>
                    <a:pt x="61743" y="55967"/>
                  </a:lnTo>
                  <a:lnTo>
                    <a:pt x="99393" y="46450"/>
                  </a:lnTo>
                  <a:lnTo>
                    <a:pt x="138400" y="40600"/>
                  </a:lnTo>
                  <a:lnTo>
                    <a:pt x="178562" y="38608"/>
                  </a:lnTo>
                  <a:lnTo>
                    <a:pt x="218650" y="40600"/>
                  </a:lnTo>
                  <a:lnTo>
                    <a:pt x="257619" y="46450"/>
                  </a:lnTo>
                  <a:lnTo>
                    <a:pt x="295255" y="55967"/>
                  </a:lnTo>
                  <a:lnTo>
                    <a:pt x="331342" y="68961"/>
                  </a:lnTo>
                  <a:lnTo>
                    <a:pt x="345948" y="76835"/>
                  </a:lnTo>
                  <a:lnTo>
                    <a:pt x="359537" y="40386"/>
                  </a:lnTo>
                  <a:lnTo>
                    <a:pt x="346583" y="33400"/>
                  </a:lnTo>
                  <a:lnTo>
                    <a:pt x="306899" y="19127"/>
                  </a:lnTo>
                  <a:lnTo>
                    <a:pt x="265525" y="8651"/>
                  </a:lnTo>
                  <a:lnTo>
                    <a:pt x="222674" y="2200"/>
                  </a:lnTo>
                  <a:lnTo>
                    <a:pt x="1785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011" y="3460991"/>
              <a:ext cx="767461" cy="7686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118100" y="3533521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307086" y="0"/>
                  </a:moveTo>
                  <a:lnTo>
                    <a:pt x="261719" y="3330"/>
                  </a:lnTo>
                  <a:lnTo>
                    <a:pt x="218415" y="13005"/>
                  </a:lnTo>
                  <a:lnTo>
                    <a:pt x="177649" y="28547"/>
                  </a:lnTo>
                  <a:lnTo>
                    <a:pt x="139898" y="49480"/>
                  </a:lnTo>
                  <a:lnTo>
                    <a:pt x="105636" y="75329"/>
                  </a:lnTo>
                  <a:lnTo>
                    <a:pt x="75341" y="105616"/>
                  </a:lnTo>
                  <a:lnTo>
                    <a:pt x="49487" y="139865"/>
                  </a:lnTo>
                  <a:lnTo>
                    <a:pt x="28550" y="177600"/>
                  </a:lnTo>
                  <a:lnTo>
                    <a:pt x="13006" y="218345"/>
                  </a:lnTo>
                  <a:lnTo>
                    <a:pt x="3330" y="261623"/>
                  </a:lnTo>
                  <a:lnTo>
                    <a:pt x="0" y="306958"/>
                  </a:lnTo>
                  <a:lnTo>
                    <a:pt x="3330" y="352325"/>
                  </a:lnTo>
                  <a:lnTo>
                    <a:pt x="13006" y="395629"/>
                  </a:lnTo>
                  <a:lnTo>
                    <a:pt x="28550" y="436395"/>
                  </a:lnTo>
                  <a:lnTo>
                    <a:pt x="49487" y="474146"/>
                  </a:lnTo>
                  <a:lnTo>
                    <a:pt x="75341" y="508408"/>
                  </a:lnTo>
                  <a:lnTo>
                    <a:pt x="105636" y="538703"/>
                  </a:lnTo>
                  <a:lnTo>
                    <a:pt x="139898" y="564557"/>
                  </a:lnTo>
                  <a:lnTo>
                    <a:pt x="177649" y="585494"/>
                  </a:lnTo>
                  <a:lnTo>
                    <a:pt x="218415" y="601038"/>
                  </a:lnTo>
                  <a:lnTo>
                    <a:pt x="261719" y="610714"/>
                  </a:lnTo>
                  <a:lnTo>
                    <a:pt x="307086" y="614044"/>
                  </a:lnTo>
                  <a:lnTo>
                    <a:pt x="352421" y="610714"/>
                  </a:lnTo>
                  <a:lnTo>
                    <a:pt x="395699" y="601038"/>
                  </a:lnTo>
                  <a:lnTo>
                    <a:pt x="436444" y="585494"/>
                  </a:lnTo>
                  <a:lnTo>
                    <a:pt x="474179" y="564557"/>
                  </a:lnTo>
                  <a:lnTo>
                    <a:pt x="508428" y="538703"/>
                  </a:lnTo>
                  <a:lnTo>
                    <a:pt x="538715" y="508408"/>
                  </a:lnTo>
                  <a:lnTo>
                    <a:pt x="564564" y="474146"/>
                  </a:lnTo>
                  <a:lnTo>
                    <a:pt x="585497" y="436395"/>
                  </a:lnTo>
                  <a:lnTo>
                    <a:pt x="601039" y="395629"/>
                  </a:lnTo>
                  <a:lnTo>
                    <a:pt x="610714" y="352325"/>
                  </a:lnTo>
                  <a:lnTo>
                    <a:pt x="614045" y="306958"/>
                  </a:lnTo>
                  <a:lnTo>
                    <a:pt x="610024" y="257195"/>
                  </a:lnTo>
                  <a:lnTo>
                    <a:pt x="598385" y="209978"/>
                  </a:lnTo>
                  <a:lnTo>
                    <a:pt x="579761" y="165942"/>
                  </a:lnTo>
                  <a:lnTo>
                    <a:pt x="554787" y="125720"/>
                  </a:lnTo>
                  <a:lnTo>
                    <a:pt x="524097" y="89947"/>
                  </a:lnTo>
                  <a:lnTo>
                    <a:pt x="488324" y="59257"/>
                  </a:lnTo>
                  <a:lnTo>
                    <a:pt x="448102" y="34283"/>
                  </a:lnTo>
                  <a:lnTo>
                    <a:pt x="404066" y="15659"/>
                  </a:lnTo>
                  <a:lnTo>
                    <a:pt x="356849" y="4020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7510" y="3662172"/>
              <a:ext cx="398145" cy="356870"/>
            </a:xfrm>
            <a:custGeom>
              <a:avLst/>
              <a:gdLst/>
              <a:ahLst/>
              <a:cxnLst/>
              <a:rect l="l" t="t" r="r" b="b"/>
              <a:pathLst>
                <a:path w="398145" h="356870">
                  <a:moveTo>
                    <a:pt x="127714" y="225716"/>
                  </a:moveTo>
                  <a:lnTo>
                    <a:pt x="101345" y="228520"/>
                  </a:lnTo>
                  <a:lnTo>
                    <a:pt x="81827" y="235019"/>
                  </a:lnTo>
                  <a:lnTo>
                    <a:pt x="68135" y="241807"/>
                  </a:lnTo>
                  <a:lnTo>
                    <a:pt x="9901" y="241807"/>
                  </a:lnTo>
                  <a:lnTo>
                    <a:pt x="4143" y="246919"/>
                  </a:lnTo>
                  <a:lnTo>
                    <a:pt x="605" y="253872"/>
                  </a:lnTo>
                  <a:lnTo>
                    <a:pt x="0" y="261111"/>
                  </a:lnTo>
                  <a:lnTo>
                    <a:pt x="59" y="262763"/>
                  </a:lnTo>
                  <a:lnTo>
                    <a:pt x="10604" y="338963"/>
                  </a:lnTo>
                  <a:lnTo>
                    <a:pt x="33591" y="356615"/>
                  </a:lnTo>
                  <a:lnTo>
                    <a:pt x="67373" y="352044"/>
                  </a:lnTo>
                  <a:lnTo>
                    <a:pt x="74358" y="351281"/>
                  </a:lnTo>
                  <a:lnTo>
                    <a:pt x="80073" y="346328"/>
                  </a:lnTo>
                  <a:lnTo>
                    <a:pt x="82232" y="339851"/>
                  </a:lnTo>
                  <a:lnTo>
                    <a:pt x="173750" y="337819"/>
                  </a:lnTo>
                  <a:lnTo>
                    <a:pt x="38544" y="337819"/>
                  </a:lnTo>
                  <a:lnTo>
                    <a:pt x="32829" y="332866"/>
                  </a:lnTo>
                  <a:lnTo>
                    <a:pt x="32067" y="320166"/>
                  </a:lnTo>
                  <a:lnTo>
                    <a:pt x="36893" y="314832"/>
                  </a:lnTo>
                  <a:lnTo>
                    <a:pt x="43116" y="314451"/>
                  </a:lnTo>
                  <a:lnTo>
                    <a:pt x="49339" y="313944"/>
                  </a:lnTo>
                  <a:lnTo>
                    <a:pt x="294002" y="313944"/>
                  </a:lnTo>
                  <a:lnTo>
                    <a:pt x="327401" y="290575"/>
                  </a:lnTo>
                  <a:lnTo>
                    <a:pt x="177990" y="290575"/>
                  </a:lnTo>
                  <a:lnTo>
                    <a:pt x="175450" y="288925"/>
                  </a:lnTo>
                  <a:lnTo>
                    <a:pt x="174688" y="286130"/>
                  </a:lnTo>
                  <a:lnTo>
                    <a:pt x="173799" y="283209"/>
                  </a:lnTo>
                  <a:lnTo>
                    <a:pt x="175958" y="280415"/>
                  </a:lnTo>
                  <a:lnTo>
                    <a:pt x="178752" y="279907"/>
                  </a:lnTo>
                  <a:lnTo>
                    <a:pt x="266382" y="265556"/>
                  </a:lnTo>
                  <a:lnTo>
                    <a:pt x="272952" y="262961"/>
                  </a:lnTo>
                  <a:lnTo>
                    <a:pt x="278082" y="257937"/>
                  </a:lnTo>
                  <a:lnTo>
                    <a:pt x="281044" y="251198"/>
                  </a:lnTo>
                  <a:lnTo>
                    <a:pt x="281114" y="243458"/>
                  </a:lnTo>
                  <a:lnTo>
                    <a:pt x="278530" y="236225"/>
                  </a:lnTo>
                  <a:lnTo>
                    <a:pt x="274681" y="232028"/>
                  </a:lnTo>
                  <a:lnTo>
                    <a:pt x="175958" y="232028"/>
                  </a:lnTo>
                  <a:lnTo>
                    <a:pt x="167322" y="231139"/>
                  </a:lnTo>
                  <a:lnTo>
                    <a:pt x="161988" y="229996"/>
                  </a:lnTo>
                  <a:lnTo>
                    <a:pt x="127714" y="225716"/>
                  </a:lnTo>
                  <a:close/>
                </a:path>
                <a:path w="398145" h="356870">
                  <a:moveTo>
                    <a:pt x="294002" y="313944"/>
                  </a:moveTo>
                  <a:lnTo>
                    <a:pt x="49339" y="313944"/>
                  </a:lnTo>
                  <a:lnTo>
                    <a:pt x="55054" y="318896"/>
                  </a:lnTo>
                  <a:lnTo>
                    <a:pt x="55798" y="330924"/>
                  </a:lnTo>
                  <a:lnTo>
                    <a:pt x="55816" y="331215"/>
                  </a:lnTo>
                  <a:lnTo>
                    <a:pt x="50863" y="336930"/>
                  </a:lnTo>
                  <a:lnTo>
                    <a:pt x="44767" y="337311"/>
                  </a:lnTo>
                  <a:lnTo>
                    <a:pt x="38544" y="337819"/>
                  </a:lnTo>
                  <a:lnTo>
                    <a:pt x="173750" y="337819"/>
                  </a:lnTo>
                  <a:lnTo>
                    <a:pt x="243153" y="336341"/>
                  </a:lnTo>
                  <a:lnTo>
                    <a:pt x="254952" y="334502"/>
                  </a:lnTo>
                  <a:lnTo>
                    <a:pt x="266275" y="330924"/>
                  </a:lnTo>
                  <a:lnTo>
                    <a:pt x="277050" y="325500"/>
                  </a:lnTo>
                  <a:lnTo>
                    <a:pt x="281114" y="322960"/>
                  </a:lnTo>
                  <a:lnTo>
                    <a:pt x="294002" y="313944"/>
                  </a:lnTo>
                  <a:close/>
                </a:path>
                <a:path w="398145" h="356870">
                  <a:moveTo>
                    <a:pt x="391731" y="215137"/>
                  </a:moveTo>
                  <a:lnTo>
                    <a:pt x="381063" y="215137"/>
                  </a:lnTo>
                  <a:lnTo>
                    <a:pt x="374199" y="216723"/>
                  </a:lnTo>
                  <a:lnTo>
                    <a:pt x="329469" y="243665"/>
                  </a:lnTo>
                  <a:lnTo>
                    <a:pt x="304990" y="261873"/>
                  </a:lnTo>
                  <a:lnTo>
                    <a:pt x="303847" y="262763"/>
                  </a:lnTo>
                  <a:lnTo>
                    <a:pt x="302577" y="263525"/>
                  </a:lnTo>
                  <a:lnTo>
                    <a:pt x="296354" y="268096"/>
                  </a:lnTo>
                  <a:lnTo>
                    <a:pt x="290258" y="271398"/>
                  </a:lnTo>
                  <a:lnTo>
                    <a:pt x="250463" y="280812"/>
                  </a:lnTo>
                  <a:lnTo>
                    <a:pt x="192917" y="288925"/>
                  </a:lnTo>
                  <a:lnTo>
                    <a:pt x="183705" y="289813"/>
                  </a:lnTo>
                  <a:lnTo>
                    <a:pt x="180403" y="290194"/>
                  </a:lnTo>
                  <a:lnTo>
                    <a:pt x="177990" y="290575"/>
                  </a:lnTo>
                  <a:lnTo>
                    <a:pt x="327401" y="290575"/>
                  </a:lnTo>
                  <a:lnTo>
                    <a:pt x="394271" y="243839"/>
                  </a:lnTo>
                  <a:lnTo>
                    <a:pt x="397573" y="237744"/>
                  </a:lnTo>
                  <a:lnTo>
                    <a:pt x="397486" y="230838"/>
                  </a:lnTo>
                  <a:lnTo>
                    <a:pt x="396805" y="224514"/>
                  </a:lnTo>
                  <a:lnTo>
                    <a:pt x="396684" y="223392"/>
                  </a:lnTo>
                  <a:lnTo>
                    <a:pt x="391731" y="215137"/>
                  </a:lnTo>
                  <a:close/>
                </a:path>
                <a:path w="398145" h="356870">
                  <a:moveTo>
                    <a:pt x="355536" y="202945"/>
                  </a:moveTo>
                  <a:lnTo>
                    <a:pt x="319896" y="219027"/>
                  </a:lnTo>
                  <a:lnTo>
                    <a:pt x="297243" y="232790"/>
                  </a:lnTo>
                  <a:lnTo>
                    <a:pt x="297243" y="233171"/>
                  </a:lnTo>
                  <a:lnTo>
                    <a:pt x="298005" y="235711"/>
                  </a:lnTo>
                  <a:lnTo>
                    <a:pt x="298894" y="238125"/>
                  </a:lnTo>
                  <a:lnTo>
                    <a:pt x="299275" y="241045"/>
                  </a:lnTo>
                  <a:lnTo>
                    <a:pt x="299656" y="243077"/>
                  </a:lnTo>
                  <a:lnTo>
                    <a:pt x="299716" y="245490"/>
                  </a:lnTo>
                  <a:lnTo>
                    <a:pt x="299916" y="246760"/>
                  </a:lnTo>
                  <a:lnTo>
                    <a:pt x="300037" y="247522"/>
                  </a:lnTo>
                  <a:lnTo>
                    <a:pt x="301307" y="246760"/>
                  </a:lnTo>
                  <a:lnTo>
                    <a:pt x="302196" y="245490"/>
                  </a:lnTo>
                  <a:lnTo>
                    <a:pt x="303339" y="244728"/>
                  </a:lnTo>
                  <a:lnTo>
                    <a:pt x="338379" y="220100"/>
                  </a:lnTo>
                  <a:lnTo>
                    <a:pt x="353123" y="211073"/>
                  </a:lnTo>
                  <a:lnTo>
                    <a:pt x="357187" y="208660"/>
                  </a:lnTo>
                  <a:lnTo>
                    <a:pt x="361759" y="206628"/>
                  </a:lnTo>
                  <a:lnTo>
                    <a:pt x="355536" y="202945"/>
                  </a:lnTo>
                  <a:close/>
                </a:path>
                <a:path w="398145" h="356870">
                  <a:moveTo>
                    <a:pt x="57848" y="232790"/>
                  </a:moveTo>
                  <a:lnTo>
                    <a:pt x="50482" y="234060"/>
                  </a:lnTo>
                  <a:lnTo>
                    <a:pt x="17589" y="239013"/>
                  </a:lnTo>
                  <a:lnTo>
                    <a:pt x="9768" y="241807"/>
                  </a:lnTo>
                  <a:lnTo>
                    <a:pt x="68135" y="241807"/>
                  </a:lnTo>
                  <a:lnTo>
                    <a:pt x="64537" y="236225"/>
                  </a:lnTo>
                  <a:lnTo>
                    <a:pt x="64452" y="236092"/>
                  </a:lnTo>
                  <a:lnTo>
                    <a:pt x="57848" y="232790"/>
                  </a:lnTo>
                  <a:close/>
                </a:path>
                <a:path w="398145" h="356870">
                  <a:moveTo>
                    <a:pt x="259778" y="227456"/>
                  </a:moveTo>
                  <a:lnTo>
                    <a:pt x="181292" y="231647"/>
                  </a:lnTo>
                  <a:lnTo>
                    <a:pt x="175958" y="232028"/>
                  </a:lnTo>
                  <a:lnTo>
                    <a:pt x="274681" y="232028"/>
                  </a:lnTo>
                  <a:lnTo>
                    <a:pt x="273589" y="230838"/>
                  </a:lnTo>
                  <a:lnTo>
                    <a:pt x="267076" y="227760"/>
                  </a:lnTo>
                  <a:lnTo>
                    <a:pt x="259778" y="227456"/>
                  </a:lnTo>
                  <a:close/>
                </a:path>
                <a:path w="398145" h="356870">
                  <a:moveTo>
                    <a:pt x="324294" y="195071"/>
                  </a:moveTo>
                  <a:lnTo>
                    <a:pt x="318198" y="195579"/>
                  </a:lnTo>
                  <a:lnTo>
                    <a:pt x="311975" y="198373"/>
                  </a:lnTo>
                  <a:lnTo>
                    <a:pt x="304902" y="201672"/>
                  </a:lnTo>
                  <a:lnTo>
                    <a:pt x="295973" y="205708"/>
                  </a:lnTo>
                  <a:lnTo>
                    <a:pt x="287043" y="209982"/>
                  </a:lnTo>
                  <a:lnTo>
                    <a:pt x="279971" y="213994"/>
                  </a:lnTo>
                  <a:lnTo>
                    <a:pt x="283654" y="216026"/>
                  </a:lnTo>
                  <a:lnTo>
                    <a:pt x="286575" y="218439"/>
                  </a:lnTo>
                  <a:lnTo>
                    <a:pt x="289369" y="221360"/>
                  </a:lnTo>
                  <a:lnTo>
                    <a:pt x="290629" y="220100"/>
                  </a:lnTo>
                  <a:lnTo>
                    <a:pt x="295973" y="216407"/>
                  </a:lnTo>
                  <a:lnTo>
                    <a:pt x="303579" y="212095"/>
                  </a:lnTo>
                  <a:lnTo>
                    <a:pt x="312911" y="207438"/>
                  </a:lnTo>
                  <a:lnTo>
                    <a:pt x="322124" y="202945"/>
                  </a:lnTo>
                  <a:lnTo>
                    <a:pt x="330136" y="198754"/>
                  </a:lnTo>
                  <a:lnTo>
                    <a:pt x="324294" y="195071"/>
                  </a:lnTo>
                  <a:close/>
                </a:path>
                <a:path w="398145" h="356870">
                  <a:moveTo>
                    <a:pt x="203009" y="0"/>
                  </a:moveTo>
                  <a:lnTo>
                    <a:pt x="163280" y="7989"/>
                  </a:lnTo>
                  <a:lnTo>
                    <a:pt x="130730" y="29813"/>
                  </a:lnTo>
                  <a:lnTo>
                    <a:pt x="108729" y="62257"/>
                  </a:lnTo>
                  <a:lnTo>
                    <a:pt x="100750" y="101600"/>
                  </a:lnTo>
                  <a:lnTo>
                    <a:pt x="100647" y="102107"/>
                  </a:lnTo>
                  <a:lnTo>
                    <a:pt x="108621" y="141456"/>
                  </a:lnTo>
                  <a:lnTo>
                    <a:pt x="108676" y="141724"/>
                  </a:lnTo>
                  <a:lnTo>
                    <a:pt x="130587" y="174148"/>
                  </a:lnTo>
                  <a:lnTo>
                    <a:pt x="163119" y="196048"/>
                  </a:lnTo>
                  <a:lnTo>
                    <a:pt x="203009" y="204088"/>
                  </a:lnTo>
                  <a:lnTo>
                    <a:pt x="242792" y="195879"/>
                  </a:lnTo>
                  <a:lnTo>
                    <a:pt x="275335" y="173942"/>
                  </a:lnTo>
                  <a:lnTo>
                    <a:pt x="277622" y="170560"/>
                  </a:lnTo>
                  <a:lnTo>
                    <a:pt x="195262" y="170560"/>
                  </a:lnTo>
                  <a:lnTo>
                    <a:pt x="189039" y="164337"/>
                  </a:lnTo>
                  <a:lnTo>
                    <a:pt x="189039" y="149605"/>
                  </a:lnTo>
                  <a:lnTo>
                    <a:pt x="195262" y="143509"/>
                  </a:lnTo>
                  <a:lnTo>
                    <a:pt x="295917" y="143509"/>
                  </a:lnTo>
                  <a:lnTo>
                    <a:pt x="297306" y="141456"/>
                  </a:lnTo>
                  <a:lnTo>
                    <a:pt x="299049" y="132841"/>
                  </a:lnTo>
                  <a:lnTo>
                    <a:pt x="196913" y="132841"/>
                  </a:lnTo>
                  <a:lnTo>
                    <a:pt x="191960" y="127888"/>
                  </a:lnTo>
                  <a:lnTo>
                    <a:pt x="191960" y="122173"/>
                  </a:lnTo>
                  <a:lnTo>
                    <a:pt x="189928" y="46354"/>
                  </a:lnTo>
                  <a:lnTo>
                    <a:pt x="189420" y="38988"/>
                  </a:lnTo>
                  <a:lnTo>
                    <a:pt x="195643" y="32765"/>
                  </a:lnTo>
                  <a:lnTo>
                    <a:pt x="277387" y="32765"/>
                  </a:lnTo>
                  <a:lnTo>
                    <a:pt x="275379" y="29813"/>
                  </a:lnTo>
                  <a:lnTo>
                    <a:pt x="242803" y="7989"/>
                  </a:lnTo>
                  <a:lnTo>
                    <a:pt x="203009" y="0"/>
                  </a:lnTo>
                  <a:close/>
                </a:path>
                <a:path w="398145" h="356870">
                  <a:moveTo>
                    <a:pt x="295917" y="143509"/>
                  </a:moveTo>
                  <a:lnTo>
                    <a:pt x="209994" y="143509"/>
                  </a:lnTo>
                  <a:lnTo>
                    <a:pt x="216217" y="149605"/>
                  </a:lnTo>
                  <a:lnTo>
                    <a:pt x="216217" y="156971"/>
                  </a:lnTo>
                  <a:lnTo>
                    <a:pt x="216598" y="164337"/>
                  </a:lnTo>
                  <a:lnTo>
                    <a:pt x="210502" y="170560"/>
                  </a:lnTo>
                  <a:lnTo>
                    <a:pt x="277622" y="170560"/>
                  </a:lnTo>
                  <a:lnTo>
                    <a:pt x="295917" y="143509"/>
                  </a:lnTo>
                  <a:close/>
                </a:path>
                <a:path w="398145" h="356870">
                  <a:moveTo>
                    <a:pt x="277387" y="32765"/>
                  </a:moveTo>
                  <a:lnTo>
                    <a:pt x="210502" y="32765"/>
                  </a:lnTo>
                  <a:lnTo>
                    <a:pt x="216598" y="38988"/>
                  </a:lnTo>
                  <a:lnTo>
                    <a:pt x="216217" y="46354"/>
                  </a:lnTo>
                  <a:lnTo>
                    <a:pt x="214185" y="122173"/>
                  </a:lnTo>
                  <a:lnTo>
                    <a:pt x="214185" y="128269"/>
                  </a:lnTo>
                  <a:lnTo>
                    <a:pt x="209232" y="132841"/>
                  </a:lnTo>
                  <a:lnTo>
                    <a:pt x="299049" y="132841"/>
                  </a:lnTo>
                  <a:lnTo>
                    <a:pt x="305268" y="102107"/>
                  </a:lnTo>
                  <a:lnTo>
                    <a:pt x="305371" y="101600"/>
                  </a:lnTo>
                  <a:lnTo>
                    <a:pt x="297350" y="62257"/>
                  </a:lnTo>
                  <a:lnTo>
                    <a:pt x="297306" y="62043"/>
                  </a:lnTo>
                  <a:lnTo>
                    <a:pt x="277387" y="32765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245100" y="5242940"/>
              <a:ext cx="360045" cy="76835"/>
            </a:xfrm>
            <a:custGeom>
              <a:avLst/>
              <a:gdLst/>
              <a:ahLst/>
              <a:cxnLst/>
              <a:rect l="l" t="t" r="r" b="b"/>
              <a:pathLst>
                <a:path w="360045" h="76835">
                  <a:moveTo>
                    <a:pt x="178562" y="0"/>
                  </a:moveTo>
                  <a:lnTo>
                    <a:pt x="134375" y="2200"/>
                  </a:lnTo>
                  <a:lnTo>
                    <a:pt x="91487" y="8651"/>
                  </a:lnTo>
                  <a:lnTo>
                    <a:pt x="50099" y="19127"/>
                  </a:lnTo>
                  <a:lnTo>
                    <a:pt x="10413" y="33401"/>
                  </a:lnTo>
                  <a:lnTo>
                    <a:pt x="0" y="38989"/>
                  </a:lnTo>
                  <a:lnTo>
                    <a:pt x="15366" y="74549"/>
                  </a:lnTo>
                  <a:lnTo>
                    <a:pt x="25653" y="68961"/>
                  </a:lnTo>
                  <a:lnTo>
                    <a:pt x="61743" y="55967"/>
                  </a:lnTo>
                  <a:lnTo>
                    <a:pt x="99393" y="46450"/>
                  </a:lnTo>
                  <a:lnTo>
                    <a:pt x="138400" y="40600"/>
                  </a:lnTo>
                  <a:lnTo>
                    <a:pt x="178562" y="38608"/>
                  </a:lnTo>
                  <a:lnTo>
                    <a:pt x="218650" y="40600"/>
                  </a:lnTo>
                  <a:lnTo>
                    <a:pt x="257619" y="46450"/>
                  </a:lnTo>
                  <a:lnTo>
                    <a:pt x="295255" y="55967"/>
                  </a:lnTo>
                  <a:lnTo>
                    <a:pt x="331342" y="68961"/>
                  </a:lnTo>
                  <a:lnTo>
                    <a:pt x="345948" y="76835"/>
                  </a:lnTo>
                  <a:lnTo>
                    <a:pt x="359537" y="40386"/>
                  </a:lnTo>
                  <a:lnTo>
                    <a:pt x="346583" y="33401"/>
                  </a:lnTo>
                  <a:lnTo>
                    <a:pt x="306899" y="19127"/>
                  </a:lnTo>
                  <a:lnTo>
                    <a:pt x="265525" y="8651"/>
                  </a:lnTo>
                  <a:lnTo>
                    <a:pt x="222674" y="2200"/>
                  </a:lnTo>
                  <a:lnTo>
                    <a:pt x="1785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1011" y="5253227"/>
              <a:ext cx="767461" cy="7678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18100" y="5324983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307086" y="0"/>
                  </a:moveTo>
                  <a:lnTo>
                    <a:pt x="261719" y="3330"/>
                  </a:lnTo>
                  <a:lnTo>
                    <a:pt x="218415" y="13005"/>
                  </a:lnTo>
                  <a:lnTo>
                    <a:pt x="177649" y="28548"/>
                  </a:lnTo>
                  <a:lnTo>
                    <a:pt x="139898" y="49484"/>
                  </a:lnTo>
                  <a:lnTo>
                    <a:pt x="105636" y="75335"/>
                  </a:lnTo>
                  <a:lnTo>
                    <a:pt x="75341" y="105626"/>
                  </a:lnTo>
                  <a:lnTo>
                    <a:pt x="49487" y="139881"/>
                  </a:lnTo>
                  <a:lnTo>
                    <a:pt x="28550" y="177625"/>
                  </a:lnTo>
                  <a:lnTo>
                    <a:pt x="13006" y="218380"/>
                  </a:lnTo>
                  <a:lnTo>
                    <a:pt x="3330" y="261671"/>
                  </a:lnTo>
                  <a:lnTo>
                    <a:pt x="0" y="307022"/>
                  </a:lnTo>
                  <a:lnTo>
                    <a:pt x="3330" y="352383"/>
                  </a:lnTo>
                  <a:lnTo>
                    <a:pt x="13006" y="395678"/>
                  </a:lnTo>
                  <a:lnTo>
                    <a:pt x="28550" y="436432"/>
                  </a:lnTo>
                  <a:lnTo>
                    <a:pt x="49487" y="474170"/>
                  </a:lnTo>
                  <a:lnTo>
                    <a:pt x="75341" y="508417"/>
                  </a:lnTo>
                  <a:lnTo>
                    <a:pt x="105636" y="538698"/>
                  </a:lnTo>
                  <a:lnTo>
                    <a:pt x="139898" y="564538"/>
                  </a:lnTo>
                  <a:lnTo>
                    <a:pt x="177649" y="585462"/>
                  </a:lnTo>
                  <a:lnTo>
                    <a:pt x="218415" y="600997"/>
                  </a:lnTo>
                  <a:lnTo>
                    <a:pt x="261719" y="610665"/>
                  </a:lnTo>
                  <a:lnTo>
                    <a:pt x="307086" y="613994"/>
                  </a:lnTo>
                  <a:lnTo>
                    <a:pt x="356849" y="609976"/>
                  </a:lnTo>
                  <a:lnTo>
                    <a:pt x="404066" y="598344"/>
                  </a:lnTo>
                  <a:lnTo>
                    <a:pt x="448102" y="579729"/>
                  </a:lnTo>
                  <a:lnTo>
                    <a:pt x="488324" y="554765"/>
                  </a:lnTo>
                  <a:lnTo>
                    <a:pt x="524097" y="524082"/>
                  </a:lnTo>
                  <a:lnTo>
                    <a:pt x="554787" y="488314"/>
                  </a:lnTo>
                  <a:lnTo>
                    <a:pt x="579761" y="448092"/>
                  </a:lnTo>
                  <a:lnTo>
                    <a:pt x="598385" y="404047"/>
                  </a:lnTo>
                  <a:lnTo>
                    <a:pt x="610024" y="356814"/>
                  </a:lnTo>
                  <a:lnTo>
                    <a:pt x="614045" y="307022"/>
                  </a:lnTo>
                  <a:lnTo>
                    <a:pt x="610714" y="261671"/>
                  </a:lnTo>
                  <a:lnTo>
                    <a:pt x="601039" y="218380"/>
                  </a:lnTo>
                  <a:lnTo>
                    <a:pt x="585497" y="177625"/>
                  </a:lnTo>
                  <a:lnTo>
                    <a:pt x="564564" y="139881"/>
                  </a:lnTo>
                  <a:lnTo>
                    <a:pt x="538715" y="105626"/>
                  </a:lnTo>
                  <a:lnTo>
                    <a:pt x="508428" y="75335"/>
                  </a:lnTo>
                  <a:lnTo>
                    <a:pt x="474179" y="49484"/>
                  </a:lnTo>
                  <a:lnTo>
                    <a:pt x="436444" y="28548"/>
                  </a:lnTo>
                  <a:lnTo>
                    <a:pt x="395699" y="13005"/>
                  </a:lnTo>
                  <a:lnTo>
                    <a:pt x="352421" y="3330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9318" y="5481859"/>
              <a:ext cx="333375" cy="303530"/>
            </a:xfrm>
            <a:custGeom>
              <a:avLst/>
              <a:gdLst/>
              <a:ahLst/>
              <a:cxnLst/>
              <a:rect l="l" t="t" r="r" b="b"/>
              <a:pathLst>
                <a:path w="333375" h="303529">
                  <a:moveTo>
                    <a:pt x="166375" y="0"/>
                  </a:moveTo>
                  <a:lnTo>
                    <a:pt x="123322" y="25241"/>
                  </a:lnTo>
                  <a:lnTo>
                    <a:pt x="6482" y="228072"/>
                  </a:lnTo>
                  <a:lnTo>
                    <a:pt x="0" y="253854"/>
                  </a:lnTo>
                  <a:lnTo>
                    <a:pt x="6777" y="277955"/>
                  </a:lnTo>
                  <a:lnTo>
                    <a:pt x="6816" y="278093"/>
                  </a:lnTo>
                  <a:lnTo>
                    <a:pt x="24324" y="296086"/>
                  </a:lnTo>
                  <a:lnTo>
                    <a:pt x="49916" y="303129"/>
                  </a:lnTo>
                  <a:lnTo>
                    <a:pt x="282834" y="303129"/>
                  </a:lnTo>
                  <a:lnTo>
                    <a:pt x="308293" y="296086"/>
                  </a:lnTo>
                  <a:lnTo>
                    <a:pt x="308430" y="296086"/>
                  </a:lnTo>
                  <a:lnTo>
                    <a:pt x="326078" y="277955"/>
                  </a:lnTo>
                  <a:lnTo>
                    <a:pt x="331673" y="258095"/>
                  </a:lnTo>
                  <a:lnTo>
                    <a:pt x="166756" y="258095"/>
                  </a:lnTo>
                  <a:lnTo>
                    <a:pt x="159528" y="256625"/>
                  </a:lnTo>
                  <a:lnTo>
                    <a:pt x="153632" y="252649"/>
                  </a:lnTo>
                  <a:lnTo>
                    <a:pt x="149663" y="246817"/>
                  </a:lnTo>
                  <a:lnTo>
                    <a:pt x="149558" y="246662"/>
                  </a:lnTo>
                  <a:lnTo>
                    <a:pt x="148162" y="239782"/>
                  </a:lnTo>
                  <a:lnTo>
                    <a:pt x="148087" y="239414"/>
                  </a:lnTo>
                  <a:lnTo>
                    <a:pt x="149526" y="232328"/>
                  </a:lnTo>
                  <a:lnTo>
                    <a:pt x="149558" y="232173"/>
                  </a:lnTo>
                  <a:lnTo>
                    <a:pt x="153533" y="226282"/>
                  </a:lnTo>
                  <a:lnTo>
                    <a:pt x="159491" y="222226"/>
                  </a:lnTo>
                  <a:lnTo>
                    <a:pt x="166756" y="220745"/>
                  </a:lnTo>
                  <a:lnTo>
                    <a:pt x="322047" y="220745"/>
                  </a:lnTo>
                  <a:lnTo>
                    <a:pt x="314454" y="207562"/>
                  </a:lnTo>
                  <a:lnTo>
                    <a:pt x="159136" y="207562"/>
                  </a:lnTo>
                  <a:lnTo>
                    <a:pt x="153294" y="202076"/>
                  </a:lnTo>
                  <a:lnTo>
                    <a:pt x="152913" y="194379"/>
                  </a:lnTo>
                  <a:lnTo>
                    <a:pt x="152017" y="177632"/>
                  </a:lnTo>
                  <a:lnTo>
                    <a:pt x="150127" y="144134"/>
                  </a:lnTo>
                  <a:lnTo>
                    <a:pt x="149230" y="127387"/>
                  </a:lnTo>
                  <a:lnTo>
                    <a:pt x="148514" y="116365"/>
                  </a:lnTo>
                  <a:lnTo>
                    <a:pt x="148087" y="109442"/>
                  </a:lnTo>
                  <a:lnTo>
                    <a:pt x="147950" y="106140"/>
                  </a:lnTo>
                  <a:lnTo>
                    <a:pt x="147828" y="103219"/>
                  </a:lnTo>
                  <a:lnTo>
                    <a:pt x="147706" y="100298"/>
                  </a:lnTo>
                  <a:lnTo>
                    <a:pt x="153294" y="92170"/>
                  </a:lnTo>
                  <a:lnTo>
                    <a:pt x="162057" y="89630"/>
                  </a:lnTo>
                  <a:lnTo>
                    <a:pt x="168590" y="89207"/>
                  </a:lnTo>
                  <a:lnTo>
                    <a:pt x="246276" y="89207"/>
                  </a:lnTo>
                  <a:lnTo>
                    <a:pt x="209428" y="25241"/>
                  </a:lnTo>
                  <a:lnTo>
                    <a:pt x="190652" y="6310"/>
                  </a:lnTo>
                  <a:lnTo>
                    <a:pt x="166375" y="0"/>
                  </a:lnTo>
                  <a:close/>
                </a:path>
                <a:path w="333375" h="303529">
                  <a:moveTo>
                    <a:pt x="322047" y="220745"/>
                  </a:moveTo>
                  <a:lnTo>
                    <a:pt x="166756" y="220745"/>
                  </a:lnTo>
                  <a:lnTo>
                    <a:pt x="173954" y="222226"/>
                  </a:lnTo>
                  <a:lnTo>
                    <a:pt x="179853" y="226282"/>
                  </a:lnTo>
                  <a:lnTo>
                    <a:pt x="183676" y="232173"/>
                  </a:lnTo>
                  <a:lnTo>
                    <a:pt x="183776" y="232328"/>
                  </a:lnTo>
                  <a:lnTo>
                    <a:pt x="184982" y="239414"/>
                  </a:lnTo>
                  <a:lnTo>
                    <a:pt x="185044" y="239782"/>
                  </a:lnTo>
                  <a:lnTo>
                    <a:pt x="183770" y="246662"/>
                  </a:lnTo>
                  <a:lnTo>
                    <a:pt x="183741" y="246817"/>
                  </a:lnTo>
                  <a:lnTo>
                    <a:pt x="179758" y="252649"/>
                  </a:lnTo>
                  <a:lnTo>
                    <a:pt x="173847" y="256625"/>
                  </a:lnTo>
                  <a:lnTo>
                    <a:pt x="166756" y="258095"/>
                  </a:lnTo>
                  <a:lnTo>
                    <a:pt x="331673" y="258095"/>
                  </a:lnTo>
                  <a:lnTo>
                    <a:pt x="332868" y="253854"/>
                  </a:lnTo>
                  <a:lnTo>
                    <a:pt x="332912" y="253698"/>
                  </a:lnTo>
                  <a:lnTo>
                    <a:pt x="326268" y="228072"/>
                  </a:lnTo>
                  <a:lnTo>
                    <a:pt x="322047" y="220745"/>
                  </a:lnTo>
                  <a:close/>
                </a:path>
                <a:path w="333375" h="303529">
                  <a:moveTo>
                    <a:pt x="246276" y="89207"/>
                  </a:moveTo>
                  <a:lnTo>
                    <a:pt x="168590" y="89207"/>
                  </a:lnTo>
                  <a:lnTo>
                    <a:pt x="174694" y="91011"/>
                  </a:lnTo>
                  <a:lnTo>
                    <a:pt x="179845" y="94791"/>
                  </a:lnTo>
                  <a:lnTo>
                    <a:pt x="183520" y="100298"/>
                  </a:lnTo>
                  <a:lnTo>
                    <a:pt x="184663" y="103219"/>
                  </a:lnTo>
                  <a:lnTo>
                    <a:pt x="185425" y="106140"/>
                  </a:lnTo>
                  <a:lnTo>
                    <a:pt x="185425" y="109442"/>
                  </a:lnTo>
                  <a:lnTo>
                    <a:pt x="185110" y="115665"/>
                  </a:lnTo>
                  <a:lnTo>
                    <a:pt x="184616" y="123355"/>
                  </a:lnTo>
                  <a:lnTo>
                    <a:pt x="184086" y="130344"/>
                  </a:lnTo>
                  <a:lnTo>
                    <a:pt x="183520" y="137267"/>
                  </a:lnTo>
                  <a:lnTo>
                    <a:pt x="182909" y="148031"/>
                  </a:lnTo>
                  <a:lnTo>
                    <a:pt x="181592" y="169702"/>
                  </a:lnTo>
                  <a:lnTo>
                    <a:pt x="180980" y="180473"/>
                  </a:lnTo>
                  <a:lnTo>
                    <a:pt x="180599" y="185235"/>
                  </a:lnTo>
                  <a:lnTo>
                    <a:pt x="180581" y="194379"/>
                  </a:lnTo>
                  <a:lnTo>
                    <a:pt x="180218" y="201707"/>
                  </a:lnTo>
                  <a:lnTo>
                    <a:pt x="174376" y="207562"/>
                  </a:lnTo>
                  <a:lnTo>
                    <a:pt x="314454" y="207562"/>
                  </a:lnTo>
                  <a:lnTo>
                    <a:pt x="246276" y="8920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5100" y="4347209"/>
              <a:ext cx="360045" cy="76835"/>
            </a:xfrm>
            <a:custGeom>
              <a:avLst/>
              <a:gdLst/>
              <a:ahLst/>
              <a:cxnLst/>
              <a:rect l="l" t="t" r="r" b="b"/>
              <a:pathLst>
                <a:path w="360045" h="76835">
                  <a:moveTo>
                    <a:pt x="178562" y="0"/>
                  </a:moveTo>
                  <a:lnTo>
                    <a:pt x="134375" y="2200"/>
                  </a:lnTo>
                  <a:lnTo>
                    <a:pt x="91487" y="8651"/>
                  </a:lnTo>
                  <a:lnTo>
                    <a:pt x="50099" y="19127"/>
                  </a:lnTo>
                  <a:lnTo>
                    <a:pt x="10413" y="33400"/>
                  </a:lnTo>
                  <a:lnTo>
                    <a:pt x="0" y="38988"/>
                  </a:lnTo>
                  <a:lnTo>
                    <a:pt x="15366" y="74548"/>
                  </a:lnTo>
                  <a:lnTo>
                    <a:pt x="25653" y="68960"/>
                  </a:lnTo>
                  <a:lnTo>
                    <a:pt x="61743" y="55967"/>
                  </a:lnTo>
                  <a:lnTo>
                    <a:pt x="99393" y="46450"/>
                  </a:lnTo>
                  <a:lnTo>
                    <a:pt x="138400" y="40600"/>
                  </a:lnTo>
                  <a:lnTo>
                    <a:pt x="178562" y="38607"/>
                  </a:lnTo>
                  <a:lnTo>
                    <a:pt x="218650" y="40600"/>
                  </a:lnTo>
                  <a:lnTo>
                    <a:pt x="257619" y="46450"/>
                  </a:lnTo>
                  <a:lnTo>
                    <a:pt x="295255" y="55967"/>
                  </a:lnTo>
                  <a:lnTo>
                    <a:pt x="331342" y="68960"/>
                  </a:lnTo>
                  <a:lnTo>
                    <a:pt x="345948" y="76834"/>
                  </a:lnTo>
                  <a:lnTo>
                    <a:pt x="359537" y="40385"/>
                  </a:lnTo>
                  <a:lnTo>
                    <a:pt x="346583" y="33400"/>
                  </a:lnTo>
                  <a:lnTo>
                    <a:pt x="306899" y="19127"/>
                  </a:lnTo>
                  <a:lnTo>
                    <a:pt x="265525" y="8651"/>
                  </a:lnTo>
                  <a:lnTo>
                    <a:pt x="222674" y="2200"/>
                  </a:lnTo>
                  <a:lnTo>
                    <a:pt x="1785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1011" y="4357103"/>
              <a:ext cx="767461" cy="76823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18100" y="4429252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307086" y="0"/>
                  </a:moveTo>
                  <a:lnTo>
                    <a:pt x="261719" y="3330"/>
                  </a:lnTo>
                  <a:lnTo>
                    <a:pt x="218415" y="13005"/>
                  </a:lnTo>
                  <a:lnTo>
                    <a:pt x="177649" y="28547"/>
                  </a:lnTo>
                  <a:lnTo>
                    <a:pt x="139898" y="49480"/>
                  </a:lnTo>
                  <a:lnTo>
                    <a:pt x="105636" y="75329"/>
                  </a:lnTo>
                  <a:lnTo>
                    <a:pt x="75341" y="105616"/>
                  </a:lnTo>
                  <a:lnTo>
                    <a:pt x="49487" y="139865"/>
                  </a:lnTo>
                  <a:lnTo>
                    <a:pt x="28550" y="177600"/>
                  </a:lnTo>
                  <a:lnTo>
                    <a:pt x="13006" y="218345"/>
                  </a:lnTo>
                  <a:lnTo>
                    <a:pt x="3330" y="261623"/>
                  </a:lnTo>
                  <a:lnTo>
                    <a:pt x="0" y="306959"/>
                  </a:lnTo>
                  <a:lnTo>
                    <a:pt x="3330" y="352325"/>
                  </a:lnTo>
                  <a:lnTo>
                    <a:pt x="13006" y="395629"/>
                  </a:lnTo>
                  <a:lnTo>
                    <a:pt x="28550" y="436395"/>
                  </a:lnTo>
                  <a:lnTo>
                    <a:pt x="49487" y="474146"/>
                  </a:lnTo>
                  <a:lnTo>
                    <a:pt x="75341" y="508408"/>
                  </a:lnTo>
                  <a:lnTo>
                    <a:pt x="105636" y="538703"/>
                  </a:lnTo>
                  <a:lnTo>
                    <a:pt x="139898" y="564557"/>
                  </a:lnTo>
                  <a:lnTo>
                    <a:pt x="177649" y="585494"/>
                  </a:lnTo>
                  <a:lnTo>
                    <a:pt x="218415" y="601038"/>
                  </a:lnTo>
                  <a:lnTo>
                    <a:pt x="261719" y="610714"/>
                  </a:lnTo>
                  <a:lnTo>
                    <a:pt x="307086" y="614045"/>
                  </a:lnTo>
                  <a:lnTo>
                    <a:pt x="352421" y="610714"/>
                  </a:lnTo>
                  <a:lnTo>
                    <a:pt x="395699" y="601038"/>
                  </a:lnTo>
                  <a:lnTo>
                    <a:pt x="436444" y="585494"/>
                  </a:lnTo>
                  <a:lnTo>
                    <a:pt x="474179" y="564557"/>
                  </a:lnTo>
                  <a:lnTo>
                    <a:pt x="508428" y="538703"/>
                  </a:lnTo>
                  <a:lnTo>
                    <a:pt x="538715" y="508408"/>
                  </a:lnTo>
                  <a:lnTo>
                    <a:pt x="564564" y="474146"/>
                  </a:lnTo>
                  <a:lnTo>
                    <a:pt x="585497" y="436395"/>
                  </a:lnTo>
                  <a:lnTo>
                    <a:pt x="601039" y="395629"/>
                  </a:lnTo>
                  <a:lnTo>
                    <a:pt x="610714" y="352325"/>
                  </a:lnTo>
                  <a:lnTo>
                    <a:pt x="614045" y="306959"/>
                  </a:lnTo>
                  <a:lnTo>
                    <a:pt x="610024" y="257195"/>
                  </a:lnTo>
                  <a:lnTo>
                    <a:pt x="598385" y="209978"/>
                  </a:lnTo>
                  <a:lnTo>
                    <a:pt x="579761" y="165942"/>
                  </a:lnTo>
                  <a:lnTo>
                    <a:pt x="554787" y="125720"/>
                  </a:lnTo>
                  <a:lnTo>
                    <a:pt x="524097" y="89947"/>
                  </a:lnTo>
                  <a:lnTo>
                    <a:pt x="488324" y="59257"/>
                  </a:lnTo>
                  <a:lnTo>
                    <a:pt x="448102" y="34283"/>
                  </a:lnTo>
                  <a:lnTo>
                    <a:pt x="404066" y="15659"/>
                  </a:lnTo>
                  <a:lnTo>
                    <a:pt x="356849" y="4020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237650" y="4570475"/>
              <a:ext cx="375285" cy="334645"/>
            </a:xfrm>
            <a:custGeom>
              <a:avLst/>
              <a:gdLst/>
              <a:ahLst/>
              <a:cxnLst/>
              <a:rect l="l" t="t" r="r" b="b"/>
              <a:pathLst>
                <a:path w="375285" h="334645">
                  <a:moveTo>
                    <a:pt x="118701" y="98679"/>
                  </a:moveTo>
                  <a:lnTo>
                    <a:pt x="72320" y="108055"/>
                  </a:lnTo>
                  <a:lnTo>
                    <a:pt x="72526" y="108055"/>
                  </a:lnTo>
                  <a:lnTo>
                    <a:pt x="34993" y="133397"/>
                  </a:lnTo>
                  <a:lnTo>
                    <a:pt x="9634" y="171063"/>
                  </a:lnTo>
                  <a:lnTo>
                    <a:pt x="337" y="217169"/>
                  </a:lnTo>
                  <a:lnTo>
                    <a:pt x="1238" y="231388"/>
                  </a:lnTo>
                  <a:lnTo>
                    <a:pt x="1312" y="232560"/>
                  </a:lnTo>
                  <a:lnTo>
                    <a:pt x="4227" y="247713"/>
                  </a:lnTo>
                  <a:lnTo>
                    <a:pt x="9071" y="262389"/>
                  </a:lnTo>
                  <a:lnTo>
                    <a:pt x="15831" y="276351"/>
                  </a:lnTo>
                  <a:lnTo>
                    <a:pt x="314" y="334607"/>
                  </a:lnTo>
                  <a:lnTo>
                    <a:pt x="0" y="334607"/>
                  </a:lnTo>
                  <a:lnTo>
                    <a:pt x="58503" y="319150"/>
                  </a:lnTo>
                  <a:lnTo>
                    <a:pt x="174631" y="319150"/>
                  </a:lnTo>
                  <a:lnTo>
                    <a:pt x="189038" y="312275"/>
                  </a:lnTo>
                  <a:lnTo>
                    <a:pt x="220555" y="277368"/>
                  </a:lnTo>
                  <a:lnTo>
                    <a:pt x="227500" y="257556"/>
                  </a:lnTo>
                  <a:lnTo>
                    <a:pt x="146260" y="257556"/>
                  </a:lnTo>
                  <a:lnTo>
                    <a:pt x="141126" y="256667"/>
                  </a:lnTo>
                  <a:lnTo>
                    <a:pt x="88475" y="256667"/>
                  </a:lnTo>
                  <a:lnTo>
                    <a:pt x="116226" y="215519"/>
                  </a:lnTo>
                  <a:lnTo>
                    <a:pt x="93174" y="215519"/>
                  </a:lnTo>
                  <a:lnTo>
                    <a:pt x="75521" y="197104"/>
                  </a:lnTo>
                  <a:lnTo>
                    <a:pt x="76744" y="189404"/>
                  </a:lnTo>
                  <a:lnTo>
                    <a:pt x="80252" y="183610"/>
                  </a:lnTo>
                  <a:lnTo>
                    <a:pt x="85808" y="179958"/>
                  </a:lnTo>
                  <a:lnTo>
                    <a:pt x="93174" y="178688"/>
                  </a:lnTo>
                  <a:lnTo>
                    <a:pt x="229009" y="178688"/>
                  </a:lnTo>
                  <a:lnTo>
                    <a:pt x="213805" y="146780"/>
                  </a:lnTo>
                  <a:lnTo>
                    <a:pt x="178899" y="115188"/>
                  </a:lnTo>
                  <a:lnTo>
                    <a:pt x="164636" y="108055"/>
                  </a:lnTo>
                  <a:lnTo>
                    <a:pt x="149753" y="102885"/>
                  </a:lnTo>
                  <a:lnTo>
                    <a:pt x="134394" y="99740"/>
                  </a:lnTo>
                  <a:lnTo>
                    <a:pt x="118701" y="98679"/>
                  </a:lnTo>
                  <a:close/>
                </a:path>
                <a:path w="375285" h="334645">
                  <a:moveTo>
                    <a:pt x="174631" y="319150"/>
                  </a:moveTo>
                  <a:lnTo>
                    <a:pt x="58503" y="319150"/>
                  </a:lnTo>
                  <a:lnTo>
                    <a:pt x="102809" y="334607"/>
                  </a:lnTo>
                  <a:lnTo>
                    <a:pt x="148054" y="331835"/>
                  </a:lnTo>
                  <a:lnTo>
                    <a:pt x="174631" y="319150"/>
                  </a:lnTo>
                  <a:close/>
                </a:path>
                <a:path w="375285" h="334645">
                  <a:moveTo>
                    <a:pt x="235340" y="220725"/>
                  </a:moveTo>
                  <a:lnTo>
                    <a:pt x="146260" y="220725"/>
                  </a:lnTo>
                  <a:lnTo>
                    <a:pt x="153626" y="221994"/>
                  </a:lnTo>
                  <a:lnTo>
                    <a:pt x="159183" y="225631"/>
                  </a:lnTo>
                  <a:lnTo>
                    <a:pt x="162691" y="231388"/>
                  </a:lnTo>
                  <a:lnTo>
                    <a:pt x="163913" y="239013"/>
                  </a:lnTo>
                  <a:lnTo>
                    <a:pt x="162727" y="246840"/>
                  </a:lnTo>
                  <a:lnTo>
                    <a:pt x="159278" y="252666"/>
                  </a:lnTo>
                  <a:lnTo>
                    <a:pt x="153734" y="256301"/>
                  </a:lnTo>
                  <a:lnTo>
                    <a:pt x="146260" y="257556"/>
                  </a:lnTo>
                  <a:lnTo>
                    <a:pt x="227500" y="257556"/>
                  </a:lnTo>
                  <a:lnTo>
                    <a:pt x="236085" y="233060"/>
                  </a:lnTo>
                  <a:lnTo>
                    <a:pt x="235417" y="221994"/>
                  </a:lnTo>
                  <a:lnTo>
                    <a:pt x="235340" y="220725"/>
                  </a:lnTo>
                  <a:close/>
                </a:path>
                <a:path w="375285" h="334645">
                  <a:moveTo>
                    <a:pt x="229735" y="180212"/>
                  </a:moveTo>
                  <a:lnTo>
                    <a:pt x="150959" y="180212"/>
                  </a:lnTo>
                  <a:lnTo>
                    <a:pt x="99524" y="256667"/>
                  </a:lnTo>
                  <a:lnTo>
                    <a:pt x="141126" y="256667"/>
                  </a:lnTo>
                  <a:lnTo>
                    <a:pt x="139017" y="256301"/>
                  </a:lnTo>
                  <a:lnTo>
                    <a:pt x="133473" y="252666"/>
                  </a:lnTo>
                  <a:lnTo>
                    <a:pt x="131204" y="248919"/>
                  </a:lnTo>
                  <a:lnTo>
                    <a:pt x="129969" y="246840"/>
                  </a:lnTo>
                  <a:lnTo>
                    <a:pt x="129717" y="245363"/>
                  </a:lnTo>
                  <a:lnTo>
                    <a:pt x="128734" y="239013"/>
                  </a:lnTo>
                  <a:lnTo>
                    <a:pt x="128734" y="227711"/>
                  </a:lnTo>
                  <a:lnTo>
                    <a:pt x="135465" y="220725"/>
                  </a:lnTo>
                  <a:lnTo>
                    <a:pt x="235340" y="220725"/>
                  </a:lnTo>
                  <a:lnTo>
                    <a:pt x="233544" y="191007"/>
                  </a:lnTo>
                  <a:lnTo>
                    <a:pt x="233448" y="189404"/>
                  </a:lnTo>
                  <a:lnTo>
                    <a:pt x="233351" y="187801"/>
                  </a:lnTo>
                  <a:lnTo>
                    <a:pt x="229735" y="180212"/>
                  </a:lnTo>
                  <a:close/>
                </a:path>
                <a:path w="375285" h="334645">
                  <a:moveTo>
                    <a:pt x="150705" y="229235"/>
                  </a:moveTo>
                  <a:lnTo>
                    <a:pt x="141942" y="229235"/>
                  </a:lnTo>
                  <a:lnTo>
                    <a:pt x="139402" y="232918"/>
                  </a:lnTo>
                  <a:lnTo>
                    <a:pt x="139402" y="245363"/>
                  </a:lnTo>
                  <a:lnTo>
                    <a:pt x="141942" y="248919"/>
                  </a:lnTo>
                  <a:lnTo>
                    <a:pt x="150705" y="248919"/>
                  </a:lnTo>
                  <a:lnTo>
                    <a:pt x="153245" y="245363"/>
                  </a:lnTo>
                  <a:lnTo>
                    <a:pt x="153245" y="232918"/>
                  </a:lnTo>
                  <a:lnTo>
                    <a:pt x="150705" y="229235"/>
                  </a:lnTo>
                  <a:close/>
                </a:path>
                <a:path w="375285" h="334645">
                  <a:moveTo>
                    <a:pt x="256877" y="0"/>
                  </a:moveTo>
                  <a:lnTo>
                    <a:pt x="210943" y="9376"/>
                  </a:lnTo>
                  <a:lnTo>
                    <a:pt x="177534" y="30656"/>
                  </a:lnTo>
                  <a:lnTo>
                    <a:pt x="149674" y="68427"/>
                  </a:lnTo>
                  <a:lnTo>
                    <a:pt x="141815" y="90931"/>
                  </a:lnTo>
                  <a:lnTo>
                    <a:pt x="152833" y="93499"/>
                  </a:lnTo>
                  <a:lnTo>
                    <a:pt x="163564" y="96996"/>
                  </a:lnTo>
                  <a:lnTo>
                    <a:pt x="214160" y="131583"/>
                  </a:lnTo>
                  <a:lnTo>
                    <a:pt x="245612" y="198870"/>
                  </a:lnTo>
                  <a:lnTo>
                    <a:pt x="245574" y="236347"/>
                  </a:lnTo>
                  <a:lnTo>
                    <a:pt x="264230" y="236739"/>
                  </a:lnTo>
                  <a:lnTo>
                    <a:pt x="282611" y="234156"/>
                  </a:lnTo>
                  <a:lnTo>
                    <a:pt x="300349" y="228667"/>
                  </a:lnTo>
                  <a:lnTo>
                    <a:pt x="317075" y="220344"/>
                  </a:lnTo>
                  <a:lnTo>
                    <a:pt x="371114" y="220344"/>
                  </a:lnTo>
                  <a:lnTo>
                    <a:pt x="359747" y="177673"/>
                  </a:lnTo>
                  <a:lnTo>
                    <a:pt x="366508" y="163710"/>
                  </a:lnTo>
                  <a:lnTo>
                    <a:pt x="370032" y="153035"/>
                  </a:lnTo>
                  <a:lnTo>
                    <a:pt x="251924" y="153035"/>
                  </a:lnTo>
                  <a:lnTo>
                    <a:pt x="251924" y="116840"/>
                  </a:lnTo>
                  <a:lnTo>
                    <a:pt x="227286" y="116840"/>
                  </a:lnTo>
                  <a:lnTo>
                    <a:pt x="220301" y="109855"/>
                  </a:lnTo>
                  <a:lnTo>
                    <a:pt x="257639" y="72517"/>
                  </a:lnTo>
                  <a:lnTo>
                    <a:pt x="365972" y="72517"/>
                  </a:lnTo>
                  <a:lnTo>
                    <a:pt x="365945" y="72384"/>
                  </a:lnTo>
                  <a:lnTo>
                    <a:pt x="340586" y="34718"/>
                  </a:lnTo>
                  <a:lnTo>
                    <a:pt x="303053" y="9376"/>
                  </a:lnTo>
                  <a:lnTo>
                    <a:pt x="303259" y="9376"/>
                  </a:lnTo>
                  <a:lnTo>
                    <a:pt x="256877" y="0"/>
                  </a:lnTo>
                  <a:close/>
                </a:path>
                <a:path w="375285" h="334645">
                  <a:moveTo>
                    <a:pt x="371114" y="220344"/>
                  </a:moveTo>
                  <a:lnTo>
                    <a:pt x="317075" y="220344"/>
                  </a:lnTo>
                  <a:lnTo>
                    <a:pt x="375241" y="235838"/>
                  </a:lnTo>
                  <a:lnTo>
                    <a:pt x="371216" y="220725"/>
                  </a:lnTo>
                  <a:lnTo>
                    <a:pt x="371114" y="220344"/>
                  </a:lnTo>
                  <a:close/>
                </a:path>
                <a:path w="375285" h="334645">
                  <a:moveTo>
                    <a:pt x="229009" y="178688"/>
                  </a:moveTo>
                  <a:lnTo>
                    <a:pt x="93174" y="178688"/>
                  </a:lnTo>
                  <a:lnTo>
                    <a:pt x="100521" y="179958"/>
                  </a:lnTo>
                  <a:lnTo>
                    <a:pt x="106033" y="183610"/>
                  </a:lnTo>
                  <a:lnTo>
                    <a:pt x="109498" y="189404"/>
                  </a:lnTo>
                  <a:lnTo>
                    <a:pt x="110700" y="197104"/>
                  </a:lnTo>
                  <a:lnTo>
                    <a:pt x="109516" y="204910"/>
                  </a:lnTo>
                  <a:lnTo>
                    <a:pt x="106081" y="210693"/>
                  </a:lnTo>
                  <a:lnTo>
                    <a:pt x="100574" y="214284"/>
                  </a:lnTo>
                  <a:lnTo>
                    <a:pt x="93174" y="215519"/>
                  </a:lnTo>
                  <a:lnTo>
                    <a:pt x="116226" y="215519"/>
                  </a:lnTo>
                  <a:lnTo>
                    <a:pt x="140037" y="180212"/>
                  </a:lnTo>
                  <a:lnTo>
                    <a:pt x="229735" y="180212"/>
                  </a:lnTo>
                  <a:lnTo>
                    <a:pt x="229009" y="178688"/>
                  </a:lnTo>
                  <a:close/>
                </a:path>
                <a:path w="375285" h="334645">
                  <a:moveTo>
                    <a:pt x="97492" y="187325"/>
                  </a:moveTo>
                  <a:lnTo>
                    <a:pt x="88856" y="187325"/>
                  </a:lnTo>
                  <a:lnTo>
                    <a:pt x="86189" y="191007"/>
                  </a:lnTo>
                  <a:lnTo>
                    <a:pt x="86189" y="203326"/>
                  </a:lnTo>
                  <a:lnTo>
                    <a:pt x="88856" y="207010"/>
                  </a:lnTo>
                  <a:lnTo>
                    <a:pt x="97619" y="207010"/>
                  </a:lnTo>
                  <a:lnTo>
                    <a:pt x="100159" y="203326"/>
                  </a:lnTo>
                  <a:lnTo>
                    <a:pt x="100159" y="191007"/>
                  </a:lnTo>
                  <a:lnTo>
                    <a:pt x="97492" y="187325"/>
                  </a:lnTo>
                  <a:close/>
                </a:path>
                <a:path w="375285" h="334645">
                  <a:moveTo>
                    <a:pt x="261830" y="90678"/>
                  </a:moveTo>
                  <a:lnTo>
                    <a:pt x="261830" y="153035"/>
                  </a:lnTo>
                  <a:lnTo>
                    <a:pt x="370032" y="153035"/>
                  </a:lnTo>
                  <a:lnTo>
                    <a:pt x="371352" y="149034"/>
                  </a:lnTo>
                  <a:lnTo>
                    <a:pt x="374267" y="133881"/>
                  </a:lnTo>
                  <a:lnTo>
                    <a:pt x="375241" y="118491"/>
                  </a:lnTo>
                  <a:lnTo>
                    <a:pt x="374909" y="116840"/>
                  </a:lnTo>
                  <a:lnTo>
                    <a:pt x="287992" y="116840"/>
                  </a:lnTo>
                  <a:lnTo>
                    <a:pt x="261830" y="90678"/>
                  </a:lnTo>
                  <a:close/>
                </a:path>
                <a:path w="375285" h="334645">
                  <a:moveTo>
                    <a:pt x="251924" y="92201"/>
                  </a:moveTo>
                  <a:lnTo>
                    <a:pt x="227286" y="116840"/>
                  </a:lnTo>
                  <a:lnTo>
                    <a:pt x="251924" y="116840"/>
                  </a:lnTo>
                  <a:lnTo>
                    <a:pt x="251924" y="92201"/>
                  </a:lnTo>
                  <a:close/>
                </a:path>
                <a:path w="375285" h="334645">
                  <a:moveTo>
                    <a:pt x="365972" y="72517"/>
                  </a:moveTo>
                  <a:lnTo>
                    <a:pt x="257639" y="72517"/>
                  </a:lnTo>
                  <a:lnTo>
                    <a:pt x="294977" y="109855"/>
                  </a:lnTo>
                  <a:lnTo>
                    <a:pt x="287992" y="116840"/>
                  </a:lnTo>
                  <a:lnTo>
                    <a:pt x="374909" y="116840"/>
                  </a:lnTo>
                  <a:lnTo>
                    <a:pt x="365972" y="72517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331208" y="1563624"/>
              <a:ext cx="7861300" cy="741045"/>
            </a:xfrm>
            <a:custGeom>
              <a:avLst/>
              <a:gdLst/>
              <a:ahLst/>
              <a:cxnLst/>
              <a:rect l="l" t="t" r="r" b="b"/>
              <a:pathLst>
                <a:path w="7861300" h="741044">
                  <a:moveTo>
                    <a:pt x="7860792" y="0"/>
                  </a:moveTo>
                  <a:lnTo>
                    <a:pt x="0" y="0"/>
                  </a:lnTo>
                  <a:lnTo>
                    <a:pt x="0" y="740663"/>
                  </a:lnTo>
                  <a:lnTo>
                    <a:pt x="7860792" y="740663"/>
                  </a:lnTo>
                  <a:lnTo>
                    <a:pt x="7860792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5" name="object 25"/>
          <p:cNvSpPr/>
          <p:nvPr/>
        </p:nvSpPr>
        <p:spPr>
          <a:xfrm>
            <a:off x="0" y="1563624"/>
            <a:ext cx="436245" cy="741045"/>
          </a:xfrm>
          <a:custGeom>
            <a:avLst/>
            <a:gdLst/>
            <a:ahLst/>
            <a:cxnLst/>
            <a:rect l="l" t="t" r="r" b="b"/>
            <a:pathLst>
              <a:path w="436245" h="741044">
                <a:moveTo>
                  <a:pt x="435864" y="0"/>
                </a:moveTo>
                <a:lnTo>
                  <a:pt x="0" y="0"/>
                </a:lnTo>
                <a:lnTo>
                  <a:pt x="0" y="740663"/>
                </a:lnTo>
                <a:lnTo>
                  <a:pt x="435864" y="740663"/>
                </a:lnTo>
                <a:lnTo>
                  <a:pt x="4358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5347461" y="1764283"/>
            <a:ext cx="4358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entury Gothic"/>
                <a:cs typeface="Century Gothic"/>
              </a:rPr>
              <a:t>Rivalry</a:t>
            </a:r>
            <a:r>
              <a:rPr sz="2000" b="1" spc="-4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Among</a:t>
            </a:r>
            <a:r>
              <a:rPr sz="2000" b="1" spc="-4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Existing</a:t>
            </a:r>
            <a:r>
              <a:rPr sz="2000" b="1" spc="-55" dirty="0">
                <a:latin typeface="Century Gothic"/>
                <a:cs typeface="Century Gothic"/>
              </a:rPr>
              <a:t> </a:t>
            </a:r>
            <a:r>
              <a:rPr sz="2000" b="1" spc="-10" dirty="0">
                <a:latin typeface="Century Gothic"/>
                <a:cs typeface="Century Gothic"/>
              </a:rPr>
              <a:t>Competitors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Selecting</a:t>
            </a:r>
            <a:r>
              <a:rPr sz="2600" spc="-80" dirty="0"/>
              <a:t> </a:t>
            </a:r>
            <a:r>
              <a:rPr sz="2600" dirty="0"/>
              <a:t>Target</a:t>
            </a:r>
            <a:r>
              <a:rPr sz="2600" spc="-50" dirty="0"/>
              <a:t> </a:t>
            </a:r>
            <a:r>
              <a:rPr sz="2600" dirty="0"/>
              <a:t>Audience</a:t>
            </a:r>
            <a:r>
              <a:rPr sz="2600" spc="-70" dirty="0"/>
              <a:t> </a:t>
            </a:r>
            <a:r>
              <a:rPr sz="2600" dirty="0"/>
              <a:t>in</a:t>
            </a:r>
            <a:r>
              <a:rPr sz="2600" spc="-40" dirty="0"/>
              <a:t> </a:t>
            </a:r>
            <a:r>
              <a:rPr sz="2600" dirty="0"/>
              <a:t>Business</a:t>
            </a:r>
            <a:r>
              <a:rPr sz="2600" spc="-35" dirty="0"/>
              <a:t> </a:t>
            </a:r>
            <a:r>
              <a:rPr sz="2600" dirty="0"/>
              <a:t>Concept</a:t>
            </a:r>
            <a:r>
              <a:rPr sz="2600" spc="-80" dirty="0"/>
              <a:t> </a:t>
            </a:r>
            <a:r>
              <a:rPr sz="2600" spc="-10" dirty="0"/>
              <a:t>Funding</a:t>
            </a:r>
            <a:endParaRPr sz="2600" dirty="0"/>
          </a:p>
        </p:txBody>
      </p:sp>
      <p:sp>
        <p:nvSpPr>
          <p:cNvPr id="3" name="object 3"/>
          <p:cNvSpPr/>
          <p:nvPr/>
        </p:nvSpPr>
        <p:spPr>
          <a:xfrm>
            <a:off x="9555480" y="0"/>
            <a:ext cx="741045" cy="3321050"/>
          </a:xfrm>
          <a:custGeom>
            <a:avLst/>
            <a:gdLst/>
            <a:ahLst/>
            <a:cxnLst/>
            <a:rect l="l" t="t" r="r" b="b"/>
            <a:pathLst>
              <a:path w="741045" h="3321050">
                <a:moveTo>
                  <a:pt x="740664" y="0"/>
                </a:moveTo>
                <a:lnTo>
                  <a:pt x="0" y="0"/>
                </a:lnTo>
                <a:lnTo>
                  <a:pt x="0" y="3320796"/>
                </a:lnTo>
                <a:lnTo>
                  <a:pt x="740664" y="3320796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9555480" y="6597395"/>
            <a:ext cx="741045" cy="260985"/>
          </a:xfrm>
          <a:custGeom>
            <a:avLst/>
            <a:gdLst/>
            <a:ahLst/>
            <a:cxnLst/>
            <a:rect l="l" t="t" r="r" b="b"/>
            <a:pathLst>
              <a:path w="741045" h="260984">
                <a:moveTo>
                  <a:pt x="740664" y="0"/>
                </a:moveTo>
                <a:lnTo>
                  <a:pt x="0" y="0"/>
                </a:lnTo>
                <a:lnTo>
                  <a:pt x="0" y="260603"/>
                </a:lnTo>
                <a:lnTo>
                  <a:pt x="740664" y="260603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852" y="3429000"/>
            <a:ext cx="5522976" cy="30601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51838" y="1100703"/>
            <a:ext cx="2945130" cy="6864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400" b="1" dirty="0">
                <a:latin typeface="Century Gothic"/>
                <a:cs typeface="Century Gothic"/>
              </a:rPr>
              <a:t>When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they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20" dirty="0">
                <a:latin typeface="Century Gothic"/>
                <a:cs typeface="Century Gothic"/>
              </a:rPr>
              <a:t>buy?</a:t>
            </a:r>
            <a:endParaRPr sz="1400" dirty="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Understanding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purchasing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cycle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4395" y="1011300"/>
            <a:ext cx="904240" cy="916305"/>
            <a:chOff x="624395" y="1011300"/>
            <a:chExt cx="904240" cy="916305"/>
          </a:xfrm>
        </p:grpSpPr>
        <p:sp>
          <p:nvSpPr>
            <p:cNvPr id="8" name="object 8"/>
            <p:cNvSpPr/>
            <p:nvPr/>
          </p:nvSpPr>
          <p:spPr>
            <a:xfrm>
              <a:off x="864743" y="1011300"/>
              <a:ext cx="423545" cy="90805"/>
            </a:xfrm>
            <a:custGeom>
              <a:avLst/>
              <a:gdLst/>
              <a:ahLst/>
              <a:cxnLst/>
              <a:rect l="l" t="t" r="r" b="b"/>
              <a:pathLst>
                <a:path w="423544" h="90805">
                  <a:moveTo>
                    <a:pt x="210197" y="0"/>
                  </a:moveTo>
                  <a:lnTo>
                    <a:pt x="158200" y="2597"/>
                  </a:lnTo>
                  <a:lnTo>
                    <a:pt x="107705" y="10207"/>
                  </a:lnTo>
                  <a:lnTo>
                    <a:pt x="58968" y="22556"/>
                  </a:lnTo>
                  <a:lnTo>
                    <a:pt x="12242" y="39370"/>
                  </a:lnTo>
                  <a:lnTo>
                    <a:pt x="0" y="45974"/>
                  </a:lnTo>
                  <a:lnTo>
                    <a:pt x="18084" y="87757"/>
                  </a:lnTo>
                  <a:lnTo>
                    <a:pt x="30175" y="81279"/>
                  </a:lnTo>
                  <a:lnTo>
                    <a:pt x="72668" y="65932"/>
                  </a:lnTo>
                  <a:lnTo>
                    <a:pt x="116990" y="54705"/>
                  </a:lnTo>
                  <a:lnTo>
                    <a:pt x="162911" y="47811"/>
                  </a:lnTo>
                  <a:lnTo>
                    <a:pt x="210197" y="45465"/>
                  </a:lnTo>
                  <a:lnTo>
                    <a:pt x="257483" y="47811"/>
                  </a:lnTo>
                  <a:lnTo>
                    <a:pt x="303404" y="54705"/>
                  </a:lnTo>
                  <a:lnTo>
                    <a:pt x="347727" y="65932"/>
                  </a:lnTo>
                  <a:lnTo>
                    <a:pt x="390220" y="81279"/>
                  </a:lnTo>
                  <a:lnTo>
                    <a:pt x="407288" y="90424"/>
                  </a:lnTo>
                  <a:lnTo>
                    <a:pt x="423418" y="47625"/>
                  </a:lnTo>
                  <a:lnTo>
                    <a:pt x="408178" y="39370"/>
                  </a:lnTo>
                  <a:lnTo>
                    <a:pt x="361438" y="22556"/>
                  </a:lnTo>
                  <a:lnTo>
                    <a:pt x="312693" y="10207"/>
                  </a:lnTo>
                  <a:lnTo>
                    <a:pt x="262195" y="2597"/>
                  </a:lnTo>
                  <a:lnTo>
                    <a:pt x="2101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395" y="1023873"/>
              <a:ext cx="903795" cy="90373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5225" y="1107947"/>
              <a:ext cx="723265" cy="723265"/>
            </a:xfrm>
            <a:custGeom>
              <a:avLst/>
              <a:gdLst/>
              <a:ahLst/>
              <a:cxnLst/>
              <a:rect l="l" t="t" r="r" b="b"/>
              <a:pathLst>
                <a:path w="723265" h="723264">
                  <a:moveTo>
                    <a:pt x="361505" y="0"/>
                  </a:moveTo>
                  <a:lnTo>
                    <a:pt x="312453" y="3301"/>
                  </a:lnTo>
                  <a:lnTo>
                    <a:pt x="265406" y="12918"/>
                  </a:lnTo>
                  <a:lnTo>
                    <a:pt x="220795" y="28420"/>
                  </a:lnTo>
                  <a:lnTo>
                    <a:pt x="179051" y="49374"/>
                  </a:lnTo>
                  <a:lnTo>
                    <a:pt x="140604" y="75351"/>
                  </a:lnTo>
                  <a:lnTo>
                    <a:pt x="105886" y="105917"/>
                  </a:lnTo>
                  <a:lnTo>
                    <a:pt x="75327" y="140644"/>
                  </a:lnTo>
                  <a:lnTo>
                    <a:pt x="49358" y="179098"/>
                  </a:lnTo>
                  <a:lnTo>
                    <a:pt x="28410" y="220849"/>
                  </a:lnTo>
                  <a:lnTo>
                    <a:pt x="12914" y="265465"/>
                  </a:lnTo>
                  <a:lnTo>
                    <a:pt x="3300" y="312515"/>
                  </a:lnTo>
                  <a:lnTo>
                    <a:pt x="0" y="361568"/>
                  </a:lnTo>
                  <a:lnTo>
                    <a:pt x="3300" y="410619"/>
                  </a:lnTo>
                  <a:lnTo>
                    <a:pt x="12914" y="457663"/>
                  </a:lnTo>
                  <a:lnTo>
                    <a:pt x="28410" y="502269"/>
                  </a:lnTo>
                  <a:lnTo>
                    <a:pt x="49358" y="544006"/>
                  </a:lnTo>
                  <a:lnTo>
                    <a:pt x="75327" y="582446"/>
                  </a:lnTo>
                  <a:lnTo>
                    <a:pt x="105886" y="617156"/>
                  </a:lnTo>
                  <a:lnTo>
                    <a:pt x="140604" y="647707"/>
                  </a:lnTo>
                  <a:lnTo>
                    <a:pt x="179051" y="673669"/>
                  </a:lnTo>
                  <a:lnTo>
                    <a:pt x="220795" y="694610"/>
                  </a:lnTo>
                  <a:lnTo>
                    <a:pt x="265406" y="710101"/>
                  </a:lnTo>
                  <a:lnTo>
                    <a:pt x="312453" y="719711"/>
                  </a:lnTo>
                  <a:lnTo>
                    <a:pt x="361505" y="723011"/>
                  </a:lnTo>
                  <a:lnTo>
                    <a:pt x="410552" y="719711"/>
                  </a:lnTo>
                  <a:lnTo>
                    <a:pt x="457598" y="710101"/>
                  </a:lnTo>
                  <a:lnTo>
                    <a:pt x="502210" y="694610"/>
                  </a:lnTo>
                  <a:lnTo>
                    <a:pt x="543958" y="673669"/>
                  </a:lnTo>
                  <a:lnTo>
                    <a:pt x="582410" y="647707"/>
                  </a:lnTo>
                  <a:lnTo>
                    <a:pt x="617134" y="617156"/>
                  </a:lnTo>
                  <a:lnTo>
                    <a:pt x="647699" y="582446"/>
                  </a:lnTo>
                  <a:lnTo>
                    <a:pt x="673675" y="544006"/>
                  </a:lnTo>
                  <a:lnTo>
                    <a:pt x="694629" y="502269"/>
                  </a:lnTo>
                  <a:lnTo>
                    <a:pt x="710130" y="457663"/>
                  </a:lnTo>
                  <a:lnTo>
                    <a:pt x="719747" y="410619"/>
                  </a:lnTo>
                  <a:lnTo>
                    <a:pt x="723049" y="361568"/>
                  </a:lnTo>
                  <a:lnTo>
                    <a:pt x="719747" y="312515"/>
                  </a:lnTo>
                  <a:lnTo>
                    <a:pt x="710130" y="265465"/>
                  </a:lnTo>
                  <a:lnTo>
                    <a:pt x="694629" y="220849"/>
                  </a:lnTo>
                  <a:lnTo>
                    <a:pt x="673675" y="179098"/>
                  </a:lnTo>
                  <a:lnTo>
                    <a:pt x="647699" y="140644"/>
                  </a:lnTo>
                  <a:lnTo>
                    <a:pt x="617134" y="105918"/>
                  </a:lnTo>
                  <a:lnTo>
                    <a:pt x="582410" y="75351"/>
                  </a:lnTo>
                  <a:lnTo>
                    <a:pt x="543958" y="49374"/>
                  </a:lnTo>
                  <a:lnTo>
                    <a:pt x="502210" y="28420"/>
                  </a:lnTo>
                  <a:lnTo>
                    <a:pt x="457598" y="12918"/>
                  </a:lnTo>
                  <a:lnTo>
                    <a:pt x="410552" y="3301"/>
                  </a:lnTo>
                  <a:lnTo>
                    <a:pt x="361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174" y="1251203"/>
              <a:ext cx="474980" cy="436245"/>
            </a:xfrm>
            <a:custGeom>
              <a:avLst/>
              <a:gdLst/>
              <a:ahLst/>
              <a:cxnLst/>
              <a:rect l="l" t="t" r="r" b="b"/>
              <a:pathLst>
                <a:path w="474980" h="436244">
                  <a:moveTo>
                    <a:pt x="405447" y="385063"/>
                  </a:moveTo>
                  <a:lnTo>
                    <a:pt x="395575" y="387068"/>
                  </a:lnTo>
                  <a:lnTo>
                    <a:pt x="387513" y="392525"/>
                  </a:lnTo>
                  <a:lnTo>
                    <a:pt x="382078" y="400601"/>
                  </a:lnTo>
                  <a:lnTo>
                    <a:pt x="380085" y="410463"/>
                  </a:lnTo>
                  <a:lnTo>
                    <a:pt x="382078" y="420379"/>
                  </a:lnTo>
                  <a:lnTo>
                    <a:pt x="387513" y="428450"/>
                  </a:lnTo>
                  <a:lnTo>
                    <a:pt x="395575" y="433877"/>
                  </a:lnTo>
                  <a:lnTo>
                    <a:pt x="405447" y="435863"/>
                  </a:lnTo>
                  <a:lnTo>
                    <a:pt x="415327" y="433877"/>
                  </a:lnTo>
                  <a:lnTo>
                    <a:pt x="423392" y="428450"/>
                  </a:lnTo>
                  <a:lnTo>
                    <a:pt x="428828" y="420379"/>
                  </a:lnTo>
                  <a:lnTo>
                    <a:pt x="430822" y="410463"/>
                  </a:lnTo>
                  <a:lnTo>
                    <a:pt x="428828" y="400601"/>
                  </a:lnTo>
                  <a:lnTo>
                    <a:pt x="423392" y="392525"/>
                  </a:lnTo>
                  <a:lnTo>
                    <a:pt x="415327" y="387068"/>
                  </a:lnTo>
                  <a:lnTo>
                    <a:pt x="405447" y="385063"/>
                  </a:lnTo>
                  <a:close/>
                </a:path>
                <a:path w="474980" h="436244">
                  <a:moveTo>
                    <a:pt x="315404" y="385063"/>
                  </a:moveTo>
                  <a:lnTo>
                    <a:pt x="305532" y="387068"/>
                  </a:lnTo>
                  <a:lnTo>
                    <a:pt x="297470" y="392525"/>
                  </a:lnTo>
                  <a:lnTo>
                    <a:pt x="292035" y="400601"/>
                  </a:lnTo>
                  <a:lnTo>
                    <a:pt x="290042" y="410463"/>
                  </a:lnTo>
                  <a:lnTo>
                    <a:pt x="292035" y="420379"/>
                  </a:lnTo>
                  <a:lnTo>
                    <a:pt x="297470" y="428450"/>
                  </a:lnTo>
                  <a:lnTo>
                    <a:pt x="305532" y="433877"/>
                  </a:lnTo>
                  <a:lnTo>
                    <a:pt x="315404" y="435863"/>
                  </a:lnTo>
                  <a:lnTo>
                    <a:pt x="325284" y="433877"/>
                  </a:lnTo>
                  <a:lnTo>
                    <a:pt x="333349" y="428450"/>
                  </a:lnTo>
                  <a:lnTo>
                    <a:pt x="338785" y="420379"/>
                  </a:lnTo>
                  <a:lnTo>
                    <a:pt x="340779" y="410463"/>
                  </a:lnTo>
                  <a:lnTo>
                    <a:pt x="338785" y="400601"/>
                  </a:lnTo>
                  <a:lnTo>
                    <a:pt x="333349" y="392525"/>
                  </a:lnTo>
                  <a:lnTo>
                    <a:pt x="325284" y="387068"/>
                  </a:lnTo>
                  <a:lnTo>
                    <a:pt x="315404" y="385063"/>
                  </a:lnTo>
                  <a:close/>
                </a:path>
                <a:path w="474980" h="436244">
                  <a:moveTo>
                    <a:pt x="263664" y="191516"/>
                  </a:moveTo>
                  <a:lnTo>
                    <a:pt x="225856" y="191516"/>
                  </a:lnTo>
                  <a:lnTo>
                    <a:pt x="228345" y="196976"/>
                  </a:lnTo>
                  <a:lnTo>
                    <a:pt x="229844" y="203454"/>
                  </a:lnTo>
                  <a:lnTo>
                    <a:pt x="228345" y="209423"/>
                  </a:lnTo>
                  <a:lnTo>
                    <a:pt x="227850" y="213487"/>
                  </a:lnTo>
                  <a:lnTo>
                    <a:pt x="226352" y="216916"/>
                  </a:lnTo>
                  <a:lnTo>
                    <a:pt x="224370" y="219963"/>
                  </a:lnTo>
                  <a:lnTo>
                    <a:pt x="246253" y="219963"/>
                  </a:lnTo>
                  <a:lnTo>
                    <a:pt x="281584" y="361188"/>
                  </a:lnTo>
                  <a:lnTo>
                    <a:pt x="283070" y="367665"/>
                  </a:lnTo>
                  <a:lnTo>
                    <a:pt x="289039" y="372237"/>
                  </a:lnTo>
                  <a:lnTo>
                    <a:pt x="438810" y="372237"/>
                  </a:lnTo>
                  <a:lnTo>
                    <a:pt x="444779" y="367665"/>
                  </a:lnTo>
                  <a:lnTo>
                    <a:pt x="446303" y="361188"/>
                  </a:lnTo>
                  <a:lnTo>
                    <a:pt x="473608" y="247776"/>
                  </a:lnTo>
                  <a:lnTo>
                    <a:pt x="474624" y="243332"/>
                  </a:lnTo>
                  <a:lnTo>
                    <a:pt x="473608" y="238887"/>
                  </a:lnTo>
                  <a:lnTo>
                    <a:pt x="471068" y="235331"/>
                  </a:lnTo>
                  <a:lnTo>
                    <a:pt x="468655" y="231901"/>
                  </a:lnTo>
                  <a:lnTo>
                    <a:pt x="464210" y="229870"/>
                  </a:lnTo>
                  <a:lnTo>
                    <a:pt x="278091" y="229870"/>
                  </a:lnTo>
                  <a:lnTo>
                    <a:pt x="271132" y="202565"/>
                  </a:lnTo>
                  <a:lnTo>
                    <a:pt x="269633" y="196087"/>
                  </a:lnTo>
                  <a:lnTo>
                    <a:pt x="263664" y="191516"/>
                  </a:lnTo>
                  <a:close/>
                </a:path>
                <a:path w="474980" h="436244">
                  <a:moveTo>
                    <a:pt x="324866" y="110998"/>
                  </a:moveTo>
                  <a:lnTo>
                    <a:pt x="321373" y="110998"/>
                  </a:lnTo>
                  <a:lnTo>
                    <a:pt x="318897" y="113411"/>
                  </a:lnTo>
                  <a:lnTo>
                    <a:pt x="304965" y="127381"/>
                  </a:lnTo>
                  <a:lnTo>
                    <a:pt x="302475" y="129921"/>
                  </a:lnTo>
                  <a:lnTo>
                    <a:pt x="302475" y="133350"/>
                  </a:lnTo>
                  <a:lnTo>
                    <a:pt x="364159" y="196087"/>
                  </a:lnTo>
                  <a:lnTo>
                    <a:pt x="367639" y="196087"/>
                  </a:lnTo>
                  <a:lnTo>
                    <a:pt x="370128" y="193548"/>
                  </a:lnTo>
                  <a:lnTo>
                    <a:pt x="426834" y="136779"/>
                  </a:lnTo>
                  <a:lnTo>
                    <a:pt x="382066" y="136779"/>
                  </a:lnTo>
                  <a:lnTo>
                    <a:pt x="382066" y="136271"/>
                  </a:lnTo>
                  <a:lnTo>
                    <a:pt x="350227" y="136271"/>
                  </a:lnTo>
                  <a:lnTo>
                    <a:pt x="327342" y="113411"/>
                  </a:lnTo>
                  <a:lnTo>
                    <a:pt x="324866" y="110998"/>
                  </a:lnTo>
                  <a:close/>
                </a:path>
                <a:path w="474980" h="436244">
                  <a:moveTo>
                    <a:pt x="410921" y="111506"/>
                  </a:moveTo>
                  <a:lnTo>
                    <a:pt x="407441" y="111506"/>
                  </a:lnTo>
                  <a:lnTo>
                    <a:pt x="404952" y="113919"/>
                  </a:lnTo>
                  <a:lnTo>
                    <a:pt x="382066" y="136779"/>
                  </a:lnTo>
                  <a:lnTo>
                    <a:pt x="426834" y="136779"/>
                  </a:lnTo>
                  <a:lnTo>
                    <a:pt x="429831" y="133858"/>
                  </a:lnTo>
                  <a:lnTo>
                    <a:pt x="429831" y="130301"/>
                  </a:lnTo>
                  <a:lnTo>
                    <a:pt x="427342" y="127888"/>
                  </a:lnTo>
                  <a:lnTo>
                    <a:pt x="413410" y="113919"/>
                  </a:lnTo>
                  <a:lnTo>
                    <a:pt x="410921" y="111506"/>
                  </a:lnTo>
                  <a:close/>
                </a:path>
                <a:path w="474980" h="436244">
                  <a:moveTo>
                    <a:pt x="379590" y="38862"/>
                  </a:moveTo>
                  <a:lnTo>
                    <a:pt x="352717" y="38862"/>
                  </a:lnTo>
                  <a:lnTo>
                    <a:pt x="350227" y="41275"/>
                  </a:lnTo>
                  <a:lnTo>
                    <a:pt x="350227" y="136271"/>
                  </a:lnTo>
                  <a:lnTo>
                    <a:pt x="382066" y="136271"/>
                  </a:lnTo>
                  <a:lnTo>
                    <a:pt x="382066" y="41275"/>
                  </a:lnTo>
                  <a:lnTo>
                    <a:pt x="379590" y="38862"/>
                  </a:lnTo>
                  <a:close/>
                </a:path>
                <a:path w="474980" h="436244">
                  <a:moveTo>
                    <a:pt x="95516" y="303022"/>
                  </a:moveTo>
                  <a:lnTo>
                    <a:pt x="43281" y="303022"/>
                  </a:lnTo>
                  <a:lnTo>
                    <a:pt x="46224" y="410972"/>
                  </a:lnTo>
                  <a:lnTo>
                    <a:pt x="46266" y="412496"/>
                  </a:lnTo>
                  <a:lnTo>
                    <a:pt x="48550" y="421882"/>
                  </a:lnTo>
                  <a:lnTo>
                    <a:pt x="54100" y="429291"/>
                  </a:lnTo>
                  <a:lnTo>
                    <a:pt x="62077" y="433891"/>
                  </a:lnTo>
                  <a:lnTo>
                    <a:pt x="71640" y="434848"/>
                  </a:lnTo>
                  <a:lnTo>
                    <a:pt x="79871" y="432367"/>
                  </a:lnTo>
                  <a:lnTo>
                    <a:pt x="86377" y="427005"/>
                  </a:lnTo>
                  <a:lnTo>
                    <a:pt x="90737" y="419596"/>
                  </a:lnTo>
                  <a:lnTo>
                    <a:pt x="92532" y="410972"/>
                  </a:lnTo>
                  <a:lnTo>
                    <a:pt x="95516" y="303022"/>
                  </a:lnTo>
                  <a:close/>
                </a:path>
                <a:path w="474980" h="436244">
                  <a:moveTo>
                    <a:pt x="98353" y="92122"/>
                  </a:moveTo>
                  <a:lnTo>
                    <a:pt x="91049" y="92715"/>
                  </a:lnTo>
                  <a:lnTo>
                    <a:pt x="91619" y="92715"/>
                  </a:lnTo>
                  <a:lnTo>
                    <a:pt x="85750" y="94234"/>
                  </a:lnTo>
                  <a:lnTo>
                    <a:pt x="77863" y="97028"/>
                  </a:lnTo>
                  <a:lnTo>
                    <a:pt x="71145" y="102488"/>
                  </a:lnTo>
                  <a:lnTo>
                    <a:pt x="66662" y="109982"/>
                  </a:lnTo>
                  <a:lnTo>
                    <a:pt x="65671" y="112013"/>
                  </a:lnTo>
                  <a:lnTo>
                    <a:pt x="58963" y="123440"/>
                  </a:lnTo>
                  <a:lnTo>
                    <a:pt x="49688" y="140843"/>
                  </a:lnTo>
                  <a:lnTo>
                    <a:pt x="39575" y="163484"/>
                  </a:lnTo>
                  <a:lnTo>
                    <a:pt x="30353" y="190626"/>
                  </a:lnTo>
                  <a:lnTo>
                    <a:pt x="1993" y="290575"/>
                  </a:lnTo>
                  <a:lnTo>
                    <a:pt x="0" y="296545"/>
                  </a:lnTo>
                  <a:lnTo>
                    <a:pt x="4978" y="303022"/>
                  </a:lnTo>
                  <a:lnTo>
                    <a:pt x="134327" y="303022"/>
                  </a:lnTo>
                  <a:lnTo>
                    <a:pt x="139293" y="296545"/>
                  </a:lnTo>
                  <a:lnTo>
                    <a:pt x="136804" y="290068"/>
                  </a:lnTo>
                  <a:lnTo>
                    <a:pt x="113931" y="224409"/>
                  </a:lnTo>
                  <a:lnTo>
                    <a:pt x="112928" y="221361"/>
                  </a:lnTo>
                  <a:lnTo>
                    <a:pt x="112928" y="217932"/>
                  </a:lnTo>
                  <a:lnTo>
                    <a:pt x="113385" y="214764"/>
                  </a:lnTo>
                  <a:lnTo>
                    <a:pt x="113423" y="214503"/>
                  </a:lnTo>
                  <a:lnTo>
                    <a:pt x="121881" y="183134"/>
                  </a:lnTo>
                  <a:lnTo>
                    <a:pt x="198300" y="183134"/>
                  </a:lnTo>
                  <a:lnTo>
                    <a:pt x="161188" y="172212"/>
                  </a:lnTo>
                  <a:lnTo>
                    <a:pt x="147256" y="144208"/>
                  </a:lnTo>
                  <a:lnTo>
                    <a:pt x="137260" y="123884"/>
                  </a:lnTo>
                  <a:lnTo>
                    <a:pt x="131838" y="112395"/>
                  </a:lnTo>
                  <a:lnTo>
                    <a:pt x="130835" y="110490"/>
                  </a:lnTo>
                  <a:lnTo>
                    <a:pt x="129844" y="108966"/>
                  </a:lnTo>
                  <a:lnTo>
                    <a:pt x="128854" y="107950"/>
                  </a:lnTo>
                  <a:lnTo>
                    <a:pt x="124371" y="101981"/>
                  </a:lnTo>
                  <a:lnTo>
                    <a:pt x="118897" y="97028"/>
                  </a:lnTo>
                  <a:lnTo>
                    <a:pt x="111937" y="94487"/>
                  </a:lnTo>
                  <a:lnTo>
                    <a:pt x="105072" y="92715"/>
                  </a:lnTo>
                  <a:lnTo>
                    <a:pt x="98353" y="92122"/>
                  </a:lnTo>
                  <a:close/>
                </a:path>
                <a:path w="474980" h="436244">
                  <a:moveTo>
                    <a:pt x="198300" y="183134"/>
                  </a:moveTo>
                  <a:lnTo>
                    <a:pt x="121881" y="183134"/>
                  </a:lnTo>
                  <a:lnTo>
                    <a:pt x="131838" y="202946"/>
                  </a:lnTo>
                  <a:lnTo>
                    <a:pt x="136309" y="207010"/>
                  </a:lnTo>
                  <a:lnTo>
                    <a:pt x="193522" y="223393"/>
                  </a:lnTo>
                  <a:lnTo>
                    <a:pt x="197497" y="224409"/>
                  </a:lnTo>
                  <a:lnTo>
                    <a:pt x="198996" y="224409"/>
                  </a:lnTo>
                  <a:lnTo>
                    <a:pt x="205811" y="223242"/>
                  </a:lnTo>
                  <a:lnTo>
                    <a:pt x="211742" y="219932"/>
                  </a:lnTo>
                  <a:lnTo>
                    <a:pt x="216275" y="214764"/>
                  </a:lnTo>
                  <a:lnTo>
                    <a:pt x="218897" y="208025"/>
                  </a:lnTo>
                  <a:lnTo>
                    <a:pt x="218797" y="200338"/>
                  </a:lnTo>
                  <a:lnTo>
                    <a:pt x="215850" y="193484"/>
                  </a:lnTo>
                  <a:lnTo>
                    <a:pt x="210572" y="188059"/>
                  </a:lnTo>
                  <a:lnTo>
                    <a:pt x="203479" y="184658"/>
                  </a:lnTo>
                  <a:lnTo>
                    <a:pt x="198300" y="183134"/>
                  </a:lnTo>
                  <a:close/>
                </a:path>
                <a:path w="474980" h="436244">
                  <a:moveTo>
                    <a:pt x="125374" y="0"/>
                  </a:moveTo>
                  <a:lnTo>
                    <a:pt x="108718" y="3365"/>
                  </a:lnTo>
                  <a:lnTo>
                    <a:pt x="95118" y="12541"/>
                  </a:lnTo>
                  <a:lnTo>
                    <a:pt x="85949" y="26146"/>
                  </a:lnTo>
                  <a:lnTo>
                    <a:pt x="82588" y="42799"/>
                  </a:lnTo>
                  <a:lnTo>
                    <a:pt x="85949" y="59451"/>
                  </a:lnTo>
                  <a:lnTo>
                    <a:pt x="95118" y="73056"/>
                  </a:lnTo>
                  <a:lnTo>
                    <a:pt x="108718" y="82232"/>
                  </a:lnTo>
                  <a:lnTo>
                    <a:pt x="125374" y="85598"/>
                  </a:lnTo>
                  <a:lnTo>
                    <a:pt x="142023" y="82232"/>
                  </a:lnTo>
                  <a:lnTo>
                    <a:pt x="155619" y="73056"/>
                  </a:lnTo>
                  <a:lnTo>
                    <a:pt x="164786" y="59451"/>
                  </a:lnTo>
                  <a:lnTo>
                    <a:pt x="168147" y="42799"/>
                  </a:lnTo>
                  <a:lnTo>
                    <a:pt x="164786" y="26146"/>
                  </a:lnTo>
                  <a:lnTo>
                    <a:pt x="155619" y="12541"/>
                  </a:lnTo>
                  <a:lnTo>
                    <a:pt x="142023" y="3365"/>
                  </a:lnTo>
                  <a:lnTo>
                    <a:pt x="125374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51838" y="2328458"/>
            <a:ext cx="1844039" cy="5010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dirty="0">
                <a:latin typeface="Century Gothic"/>
                <a:cs typeface="Century Gothic"/>
              </a:rPr>
              <a:t>How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they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20" dirty="0">
                <a:latin typeface="Century Gothic"/>
                <a:cs typeface="Century Gothic"/>
              </a:rPr>
              <a:t>buy?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Website,</a:t>
            </a:r>
            <a:r>
              <a:rPr sz="1200" spc="-10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App,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–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person?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4395" y="2145283"/>
            <a:ext cx="904240" cy="916305"/>
            <a:chOff x="624395" y="2145283"/>
            <a:chExt cx="904240" cy="916305"/>
          </a:xfrm>
        </p:grpSpPr>
        <p:sp>
          <p:nvSpPr>
            <p:cNvPr id="14" name="object 14"/>
            <p:cNvSpPr/>
            <p:nvPr/>
          </p:nvSpPr>
          <p:spPr>
            <a:xfrm>
              <a:off x="864743" y="2145283"/>
              <a:ext cx="423545" cy="90805"/>
            </a:xfrm>
            <a:custGeom>
              <a:avLst/>
              <a:gdLst/>
              <a:ahLst/>
              <a:cxnLst/>
              <a:rect l="l" t="t" r="r" b="b"/>
              <a:pathLst>
                <a:path w="423544" h="90805">
                  <a:moveTo>
                    <a:pt x="210197" y="0"/>
                  </a:moveTo>
                  <a:lnTo>
                    <a:pt x="158200" y="2599"/>
                  </a:lnTo>
                  <a:lnTo>
                    <a:pt x="107705" y="10223"/>
                  </a:lnTo>
                  <a:lnTo>
                    <a:pt x="58968" y="22609"/>
                  </a:lnTo>
                  <a:lnTo>
                    <a:pt x="12242" y="39496"/>
                  </a:lnTo>
                  <a:lnTo>
                    <a:pt x="0" y="45974"/>
                  </a:lnTo>
                  <a:lnTo>
                    <a:pt x="18084" y="87756"/>
                  </a:lnTo>
                  <a:lnTo>
                    <a:pt x="30175" y="81279"/>
                  </a:lnTo>
                  <a:lnTo>
                    <a:pt x="72668" y="65986"/>
                  </a:lnTo>
                  <a:lnTo>
                    <a:pt x="116990" y="54752"/>
                  </a:lnTo>
                  <a:lnTo>
                    <a:pt x="162911" y="47829"/>
                  </a:lnTo>
                  <a:lnTo>
                    <a:pt x="210197" y="45465"/>
                  </a:lnTo>
                  <a:lnTo>
                    <a:pt x="257483" y="47829"/>
                  </a:lnTo>
                  <a:lnTo>
                    <a:pt x="303404" y="54752"/>
                  </a:lnTo>
                  <a:lnTo>
                    <a:pt x="347727" y="65986"/>
                  </a:lnTo>
                  <a:lnTo>
                    <a:pt x="390220" y="81279"/>
                  </a:lnTo>
                  <a:lnTo>
                    <a:pt x="407288" y="90424"/>
                  </a:lnTo>
                  <a:lnTo>
                    <a:pt x="423418" y="47625"/>
                  </a:lnTo>
                  <a:lnTo>
                    <a:pt x="408178" y="39496"/>
                  </a:lnTo>
                  <a:lnTo>
                    <a:pt x="361438" y="22609"/>
                  </a:lnTo>
                  <a:lnTo>
                    <a:pt x="312693" y="10223"/>
                  </a:lnTo>
                  <a:lnTo>
                    <a:pt x="262195" y="2599"/>
                  </a:lnTo>
                  <a:lnTo>
                    <a:pt x="2101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395" y="2157856"/>
              <a:ext cx="903795" cy="9037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15225" y="2242057"/>
              <a:ext cx="723265" cy="723265"/>
            </a:xfrm>
            <a:custGeom>
              <a:avLst/>
              <a:gdLst/>
              <a:ahLst/>
              <a:cxnLst/>
              <a:rect l="l" t="t" r="r" b="b"/>
              <a:pathLst>
                <a:path w="723265" h="723264">
                  <a:moveTo>
                    <a:pt x="361505" y="0"/>
                  </a:moveTo>
                  <a:lnTo>
                    <a:pt x="312453" y="3299"/>
                  </a:lnTo>
                  <a:lnTo>
                    <a:pt x="265406" y="12909"/>
                  </a:lnTo>
                  <a:lnTo>
                    <a:pt x="220795" y="28400"/>
                  </a:lnTo>
                  <a:lnTo>
                    <a:pt x="179051" y="49341"/>
                  </a:lnTo>
                  <a:lnTo>
                    <a:pt x="140604" y="75303"/>
                  </a:lnTo>
                  <a:lnTo>
                    <a:pt x="105886" y="105854"/>
                  </a:lnTo>
                  <a:lnTo>
                    <a:pt x="75327" y="140564"/>
                  </a:lnTo>
                  <a:lnTo>
                    <a:pt x="49358" y="179004"/>
                  </a:lnTo>
                  <a:lnTo>
                    <a:pt x="28410" y="220741"/>
                  </a:lnTo>
                  <a:lnTo>
                    <a:pt x="12914" y="265347"/>
                  </a:lnTo>
                  <a:lnTo>
                    <a:pt x="3300" y="312391"/>
                  </a:lnTo>
                  <a:lnTo>
                    <a:pt x="0" y="361441"/>
                  </a:lnTo>
                  <a:lnTo>
                    <a:pt x="3300" y="410495"/>
                  </a:lnTo>
                  <a:lnTo>
                    <a:pt x="12914" y="457545"/>
                  </a:lnTo>
                  <a:lnTo>
                    <a:pt x="28410" y="502161"/>
                  </a:lnTo>
                  <a:lnTo>
                    <a:pt x="49358" y="543912"/>
                  </a:lnTo>
                  <a:lnTo>
                    <a:pt x="75327" y="582366"/>
                  </a:lnTo>
                  <a:lnTo>
                    <a:pt x="105886" y="617092"/>
                  </a:lnTo>
                  <a:lnTo>
                    <a:pt x="140604" y="647659"/>
                  </a:lnTo>
                  <a:lnTo>
                    <a:pt x="179051" y="673636"/>
                  </a:lnTo>
                  <a:lnTo>
                    <a:pt x="220795" y="694590"/>
                  </a:lnTo>
                  <a:lnTo>
                    <a:pt x="265406" y="710092"/>
                  </a:lnTo>
                  <a:lnTo>
                    <a:pt x="312453" y="719709"/>
                  </a:lnTo>
                  <a:lnTo>
                    <a:pt x="361505" y="723011"/>
                  </a:lnTo>
                  <a:lnTo>
                    <a:pt x="410552" y="719709"/>
                  </a:lnTo>
                  <a:lnTo>
                    <a:pt x="457598" y="710092"/>
                  </a:lnTo>
                  <a:lnTo>
                    <a:pt x="502210" y="694590"/>
                  </a:lnTo>
                  <a:lnTo>
                    <a:pt x="543958" y="673636"/>
                  </a:lnTo>
                  <a:lnTo>
                    <a:pt x="582410" y="647659"/>
                  </a:lnTo>
                  <a:lnTo>
                    <a:pt x="617134" y="617093"/>
                  </a:lnTo>
                  <a:lnTo>
                    <a:pt x="647699" y="582366"/>
                  </a:lnTo>
                  <a:lnTo>
                    <a:pt x="673675" y="543912"/>
                  </a:lnTo>
                  <a:lnTo>
                    <a:pt x="694629" y="502161"/>
                  </a:lnTo>
                  <a:lnTo>
                    <a:pt x="710130" y="457545"/>
                  </a:lnTo>
                  <a:lnTo>
                    <a:pt x="719747" y="410495"/>
                  </a:lnTo>
                  <a:lnTo>
                    <a:pt x="723049" y="361441"/>
                  </a:lnTo>
                  <a:lnTo>
                    <a:pt x="719747" y="312391"/>
                  </a:lnTo>
                  <a:lnTo>
                    <a:pt x="710130" y="265347"/>
                  </a:lnTo>
                  <a:lnTo>
                    <a:pt x="694629" y="220741"/>
                  </a:lnTo>
                  <a:lnTo>
                    <a:pt x="673675" y="179004"/>
                  </a:lnTo>
                  <a:lnTo>
                    <a:pt x="647699" y="140564"/>
                  </a:lnTo>
                  <a:lnTo>
                    <a:pt x="617134" y="105854"/>
                  </a:lnTo>
                  <a:lnTo>
                    <a:pt x="582410" y="75303"/>
                  </a:lnTo>
                  <a:lnTo>
                    <a:pt x="543958" y="49341"/>
                  </a:lnTo>
                  <a:lnTo>
                    <a:pt x="502210" y="28400"/>
                  </a:lnTo>
                  <a:lnTo>
                    <a:pt x="457598" y="12909"/>
                  </a:lnTo>
                  <a:lnTo>
                    <a:pt x="410552" y="3299"/>
                  </a:lnTo>
                  <a:lnTo>
                    <a:pt x="361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74776" y="2401823"/>
              <a:ext cx="403860" cy="403860"/>
            </a:xfrm>
            <a:custGeom>
              <a:avLst/>
              <a:gdLst/>
              <a:ahLst/>
              <a:cxnLst/>
              <a:rect l="l" t="t" r="r" b="b"/>
              <a:pathLst>
                <a:path w="403859" h="403860">
                  <a:moveTo>
                    <a:pt x="299059" y="395477"/>
                  </a:moveTo>
                  <a:lnTo>
                    <a:pt x="104775" y="395477"/>
                  </a:lnTo>
                  <a:lnTo>
                    <a:pt x="104775" y="403860"/>
                  </a:lnTo>
                  <a:lnTo>
                    <a:pt x="299059" y="403860"/>
                  </a:lnTo>
                  <a:lnTo>
                    <a:pt x="299059" y="395477"/>
                  </a:lnTo>
                  <a:close/>
                </a:path>
                <a:path w="403859" h="403860">
                  <a:moveTo>
                    <a:pt x="262928" y="347472"/>
                  </a:moveTo>
                  <a:lnTo>
                    <a:pt x="140893" y="347472"/>
                  </a:lnTo>
                  <a:lnTo>
                    <a:pt x="140893" y="395477"/>
                  </a:lnTo>
                  <a:lnTo>
                    <a:pt x="262928" y="395477"/>
                  </a:lnTo>
                  <a:lnTo>
                    <a:pt x="262928" y="347472"/>
                  </a:lnTo>
                  <a:close/>
                </a:path>
                <a:path w="403859" h="403860">
                  <a:moveTo>
                    <a:pt x="396367" y="0"/>
                  </a:moveTo>
                  <a:lnTo>
                    <a:pt x="7531" y="0"/>
                  </a:lnTo>
                  <a:lnTo>
                    <a:pt x="0" y="7492"/>
                  </a:lnTo>
                  <a:lnTo>
                    <a:pt x="0" y="331470"/>
                  </a:lnTo>
                  <a:lnTo>
                    <a:pt x="7531" y="339089"/>
                  </a:lnTo>
                  <a:lnTo>
                    <a:pt x="396367" y="339089"/>
                  </a:lnTo>
                  <a:lnTo>
                    <a:pt x="403860" y="331470"/>
                  </a:lnTo>
                  <a:lnTo>
                    <a:pt x="403860" y="325120"/>
                  </a:lnTo>
                  <a:lnTo>
                    <a:pt x="193890" y="325120"/>
                  </a:lnTo>
                  <a:lnTo>
                    <a:pt x="187413" y="318642"/>
                  </a:lnTo>
                  <a:lnTo>
                    <a:pt x="187413" y="302640"/>
                  </a:lnTo>
                  <a:lnTo>
                    <a:pt x="193890" y="296163"/>
                  </a:lnTo>
                  <a:lnTo>
                    <a:pt x="403860" y="296163"/>
                  </a:lnTo>
                  <a:lnTo>
                    <a:pt x="403860" y="282193"/>
                  </a:lnTo>
                  <a:lnTo>
                    <a:pt x="33108" y="282193"/>
                  </a:lnTo>
                  <a:lnTo>
                    <a:pt x="33108" y="33147"/>
                  </a:lnTo>
                  <a:lnTo>
                    <a:pt x="403860" y="33147"/>
                  </a:lnTo>
                  <a:lnTo>
                    <a:pt x="403860" y="7492"/>
                  </a:lnTo>
                  <a:lnTo>
                    <a:pt x="396367" y="0"/>
                  </a:lnTo>
                  <a:close/>
                </a:path>
                <a:path w="403859" h="403860">
                  <a:moveTo>
                    <a:pt x="403860" y="296163"/>
                  </a:moveTo>
                  <a:lnTo>
                    <a:pt x="209918" y="296163"/>
                  </a:lnTo>
                  <a:lnTo>
                    <a:pt x="216395" y="302640"/>
                  </a:lnTo>
                  <a:lnTo>
                    <a:pt x="216395" y="318642"/>
                  </a:lnTo>
                  <a:lnTo>
                    <a:pt x="209918" y="325120"/>
                  </a:lnTo>
                  <a:lnTo>
                    <a:pt x="403860" y="325120"/>
                  </a:lnTo>
                  <a:lnTo>
                    <a:pt x="403860" y="296163"/>
                  </a:lnTo>
                  <a:close/>
                </a:path>
                <a:path w="403859" h="403860">
                  <a:moveTo>
                    <a:pt x="403860" y="33147"/>
                  </a:moveTo>
                  <a:lnTo>
                    <a:pt x="370713" y="33147"/>
                  </a:lnTo>
                  <a:lnTo>
                    <a:pt x="370713" y="282193"/>
                  </a:lnTo>
                  <a:lnTo>
                    <a:pt x="403860" y="282193"/>
                  </a:lnTo>
                  <a:lnTo>
                    <a:pt x="403860" y="33147"/>
                  </a:lnTo>
                  <a:close/>
                </a:path>
                <a:path w="403859" h="403860">
                  <a:moveTo>
                    <a:pt x="118833" y="257937"/>
                  </a:moveTo>
                  <a:lnTo>
                    <a:pt x="58851" y="257937"/>
                  </a:lnTo>
                  <a:lnTo>
                    <a:pt x="58851" y="266318"/>
                  </a:lnTo>
                  <a:lnTo>
                    <a:pt x="118833" y="266318"/>
                  </a:lnTo>
                  <a:lnTo>
                    <a:pt x="118833" y="257937"/>
                  </a:lnTo>
                  <a:close/>
                </a:path>
                <a:path w="403859" h="403860">
                  <a:moveTo>
                    <a:pt x="82016" y="186054"/>
                  </a:moveTo>
                  <a:lnTo>
                    <a:pt x="82016" y="217297"/>
                  </a:lnTo>
                  <a:lnTo>
                    <a:pt x="113271" y="217297"/>
                  </a:lnTo>
                  <a:lnTo>
                    <a:pt x="109830" y="205825"/>
                  </a:lnTo>
                  <a:lnTo>
                    <a:pt x="102997" y="196294"/>
                  </a:lnTo>
                  <a:lnTo>
                    <a:pt x="93486" y="189454"/>
                  </a:lnTo>
                  <a:lnTo>
                    <a:pt x="82016" y="186054"/>
                  </a:lnTo>
                  <a:close/>
                </a:path>
                <a:path w="403859" h="403860">
                  <a:moveTo>
                    <a:pt x="281749" y="98043"/>
                  </a:moveTo>
                  <a:lnTo>
                    <a:pt x="122072" y="98043"/>
                  </a:lnTo>
                  <a:lnTo>
                    <a:pt x="117919" y="112976"/>
                  </a:lnTo>
                  <a:lnTo>
                    <a:pt x="109202" y="125301"/>
                  </a:lnTo>
                  <a:lnTo>
                    <a:pt x="96906" y="134030"/>
                  </a:lnTo>
                  <a:lnTo>
                    <a:pt x="81560" y="138302"/>
                  </a:lnTo>
                  <a:lnTo>
                    <a:pt x="82016" y="138302"/>
                  </a:lnTo>
                  <a:lnTo>
                    <a:pt x="82016" y="177164"/>
                  </a:lnTo>
                  <a:lnTo>
                    <a:pt x="96906" y="181363"/>
                  </a:lnTo>
                  <a:lnTo>
                    <a:pt x="109202" y="190087"/>
                  </a:lnTo>
                  <a:lnTo>
                    <a:pt x="117919" y="202382"/>
                  </a:lnTo>
                  <a:lnTo>
                    <a:pt x="122072" y="217297"/>
                  </a:lnTo>
                  <a:lnTo>
                    <a:pt x="281749" y="217297"/>
                  </a:lnTo>
                  <a:lnTo>
                    <a:pt x="285902" y="202382"/>
                  </a:lnTo>
                  <a:lnTo>
                    <a:pt x="287033" y="200787"/>
                  </a:lnTo>
                  <a:lnTo>
                    <a:pt x="197535" y="200787"/>
                  </a:lnTo>
                  <a:lnTo>
                    <a:pt x="197535" y="189454"/>
                  </a:lnTo>
                  <a:lnTo>
                    <a:pt x="197944" y="189454"/>
                  </a:lnTo>
                  <a:lnTo>
                    <a:pt x="189522" y="187451"/>
                  </a:lnTo>
                  <a:lnTo>
                    <a:pt x="183540" y="180212"/>
                  </a:lnTo>
                  <a:lnTo>
                    <a:pt x="183540" y="171576"/>
                  </a:lnTo>
                  <a:lnTo>
                    <a:pt x="211531" y="171576"/>
                  </a:lnTo>
                  <a:lnTo>
                    <a:pt x="211531" y="166242"/>
                  </a:lnTo>
                  <a:lnTo>
                    <a:pt x="207213" y="161925"/>
                  </a:lnTo>
                  <a:lnTo>
                    <a:pt x="201917" y="161925"/>
                  </a:lnTo>
                  <a:lnTo>
                    <a:pt x="194770" y="160496"/>
                  </a:lnTo>
                  <a:lnTo>
                    <a:pt x="188928" y="156590"/>
                  </a:lnTo>
                  <a:lnTo>
                    <a:pt x="184986" y="150780"/>
                  </a:lnTo>
                  <a:lnTo>
                    <a:pt x="183540" y="143637"/>
                  </a:lnTo>
                  <a:lnTo>
                    <a:pt x="183540" y="135000"/>
                  </a:lnTo>
                  <a:lnTo>
                    <a:pt x="189522" y="127762"/>
                  </a:lnTo>
                  <a:lnTo>
                    <a:pt x="197110" y="125958"/>
                  </a:lnTo>
                  <a:lnTo>
                    <a:pt x="197535" y="125958"/>
                  </a:lnTo>
                  <a:lnTo>
                    <a:pt x="197535" y="114553"/>
                  </a:lnTo>
                  <a:lnTo>
                    <a:pt x="287018" y="114553"/>
                  </a:lnTo>
                  <a:lnTo>
                    <a:pt x="285902" y="112976"/>
                  </a:lnTo>
                  <a:lnTo>
                    <a:pt x="281749" y="98043"/>
                  </a:lnTo>
                  <a:close/>
                </a:path>
                <a:path w="403859" h="403860">
                  <a:moveTo>
                    <a:pt x="321805" y="186054"/>
                  </a:moveTo>
                  <a:lnTo>
                    <a:pt x="310335" y="189454"/>
                  </a:lnTo>
                  <a:lnTo>
                    <a:pt x="300829" y="196294"/>
                  </a:lnTo>
                  <a:lnTo>
                    <a:pt x="294007" y="205825"/>
                  </a:lnTo>
                  <a:lnTo>
                    <a:pt x="290588" y="217297"/>
                  </a:lnTo>
                  <a:lnTo>
                    <a:pt x="321805" y="217297"/>
                  </a:lnTo>
                  <a:lnTo>
                    <a:pt x="321805" y="186054"/>
                  </a:lnTo>
                  <a:close/>
                </a:path>
                <a:path w="403859" h="403860">
                  <a:moveTo>
                    <a:pt x="207258" y="134030"/>
                  </a:moveTo>
                  <a:lnTo>
                    <a:pt x="196563" y="134030"/>
                  </a:lnTo>
                  <a:lnTo>
                    <a:pt x="192290" y="138302"/>
                  </a:lnTo>
                  <a:lnTo>
                    <a:pt x="192290" y="148843"/>
                  </a:lnTo>
                  <a:lnTo>
                    <a:pt x="196608" y="153162"/>
                  </a:lnTo>
                  <a:lnTo>
                    <a:pt x="201917" y="153162"/>
                  </a:lnTo>
                  <a:lnTo>
                    <a:pt x="209064" y="154610"/>
                  </a:lnTo>
                  <a:lnTo>
                    <a:pt x="214906" y="158559"/>
                  </a:lnTo>
                  <a:lnTo>
                    <a:pt x="218847" y="164413"/>
                  </a:lnTo>
                  <a:lnTo>
                    <a:pt x="220294" y="171576"/>
                  </a:lnTo>
                  <a:lnTo>
                    <a:pt x="220294" y="180212"/>
                  </a:lnTo>
                  <a:lnTo>
                    <a:pt x="214299" y="187451"/>
                  </a:lnTo>
                  <a:lnTo>
                    <a:pt x="205877" y="189454"/>
                  </a:lnTo>
                  <a:lnTo>
                    <a:pt x="206286" y="189454"/>
                  </a:lnTo>
                  <a:lnTo>
                    <a:pt x="206286" y="200787"/>
                  </a:lnTo>
                  <a:lnTo>
                    <a:pt x="287033" y="200787"/>
                  </a:lnTo>
                  <a:lnTo>
                    <a:pt x="294619" y="190087"/>
                  </a:lnTo>
                  <a:lnTo>
                    <a:pt x="306915" y="181363"/>
                  </a:lnTo>
                  <a:lnTo>
                    <a:pt x="321805" y="177164"/>
                  </a:lnTo>
                  <a:lnTo>
                    <a:pt x="321805" y="143637"/>
                  </a:lnTo>
                  <a:lnTo>
                    <a:pt x="211531" y="143637"/>
                  </a:lnTo>
                  <a:lnTo>
                    <a:pt x="211531" y="138302"/>
                  </a:lnTo>
                  <a:lnTo>
                    <a:pt x="207258" y="134030"/>
                  </a:lnTo>
                  <a:close/>
                </a:path>
                <a:path w="403859" h="403860">
                  <a:moveTo>
                    <a:pt x="211531" y="171576"/>
                  </a:moveTo>
                  <a:lnTo>
                    <a:pt x="192290" y="171576"/>
                  </a:lnTo>
                  <a:lnTo>
                    <a:pt x="192290" y="176911"/>
                  </a:lnTo>
                  <a:lnTo>
                    <a:pt x="196608" y="181228"/>
                  </a:lnTo>
                  <a:lnTo>
                    <a:pt x="207213" y="181228"/>
                  </a:lnTo>
                  <a:lnTo>
                    <a:pt x="211531" y="176911"/>
                  </a:lnTo>
                  <a:lnTo>
                    <a:pt x="211531" y="171576"/>
                  </a:lnTo>
                  <a:close/>
                </a:path>
                <a:path w="403859" h="403860">
                  <a:moveTo>
                    <a:pt x="287018" y="114553"/>
                  </a:moveTo>
                  <a:lnTo>
                    <a:pt x="206286" y="114553"/>
                  </a:lnTo>
                  <a:lnTo>
                    <a:pt x="206286" y="125958"/>
                  </a:lnTo>
                  <a:lnTo>
                    <a:pt x="206711" y="125958"/>
                  </a:lnTo>
                  <a:lnTo>
                    <a:pt x="214299" y="127762"/>
                  </a:lnTo>
                  <a:lnTo>
                    <a:pt x="220294" y="135000"/>
                  </a:lnTo>
                  <a:lnTo>
                    <a:pt x="220294" y="143637"/>
                  </a:lnTo>
                  <a:lnTo>
                    <a:pt x="321805" y="143637"/>
                  </a:lnTo>
                  <a:lnTo>
                    <a:pt x="321805" y="138302"/>
                  </a:lnTo>
                  <a:lnTo>
                    <a:pt x="322261" y="138302"/>
                  </a:lnTo>
                  <a:lnTo>
                    <a:pt x="306915" y="134030"/>
                  </a:lnTo>
                  <a:lnTo>
                    <a:pt x="294619" y="125301"/>
                  </a:lnTo>
                  <a:lnTo>
                    <a:pt x="287018" y="114553"/>
                  </a:lnTo>
                  <a:close/>
                </a:path>
                <a:path w="403859" h="403860">
                  <a:moveTo>
                    <a:pt x="113271" y="98043"/>
                  </a:moveTo>
                  <a:lnTo>
                    <a:pt x="82016" y="98043"/>
                  </a:lnTo>
                  <a:lnTo>
                    <a:pt x="82016" y="129412"/>
                  </a:lnTo>
                  <a:lnTo>
                    <a:pt x="93486" y="125958"/>
                  </a:lnTo>
                  <a:lnTo>
                    <a:pt x="102997" y="119110"/>
                  </a:lnTo>
                  <a:lnTo>
                    <a:pt x="109830" y="109571"/>
                  </a:lnTo>
                  <a:lnTo>
                    <a:pt x="113271" y="98043"/>
                  </a:lnTo>
                  <a:close/>
                </a:path>
                <a:path w="403859" h="403860">
                  <a:moveTo>
                    <a:pt x="321805" y="98043"/>
                  </a:moveTo>
                  <a:lnTo>
                    <a:pt x="290588" y="98043"/>
                  </a:lnTo>
                  <a:lnTo>
                    <a:pt x="294007" y="109571"/>
                  </a:lnTo>
                  <a:lnTo>
                    <a:pt x="300829" y="119110"/>
                  </a:lnTo>
                  <a:lnTo>
                    <a:pt x="310335" y="125958"/>
                  </a:lnTo>
                  <a:lnTo>
                    <a:pt x="321805" y="129412"/>
                  </a:lnTo>
                  <a:lnTo>
                    <a:pt x="321805" y="98043"/>
                  </a:lnTo>
                  <a:close/>
                </a:path>
                <a:path w="403859" h="403860">
                  <a:moveTo>
                    <a:pt x="59893" y="80899"/>
                  </a:moveTo>
                  <a:lnTo>
                    <a:pt x="51485" y="80899"/>
                  </a:lnTo>
                  <a:lnTo>
                    <a:pt x="51485" y="99060"/>
                  </a:lnTo>
                  <a:lnTo>
                    <a:pt x="59893" y="99060"/>
                  </a:lnTo>
                  <a:lnTo>
                    <a:pt x="59893" y="80899"/>
                  </a:lnTo>
                  <a:close/>
                </a:path>
                <a:path w="403859" h="403860">
                  <a:moveTo>
                    <a:pt x="352336" y="80899"/>
                  </a:moveTo>
                  <a:lnTo>
                    <a:pt x="343928" y="80899"/>
                  </a:lnTo>
                  <a:lnTo>
                    <a:pt x="343928" y="99060"/>
                  </a:lnTo>
                  <a:lnTo>
                    <a:pt x="352336" y="99060"/>
                  </a:lnTo>
                  <a:lnTo>
                    <a:pt x="352336" y="80899"/>
                  </a:lnTo>
                  <a:close/>
                </a:path>
                <a:path w="403859" h="403860">
                  <a:moveTo>
                    <a:pt x="93726" y="51815"/>
                  </a:moveTo>
                  <a:lnTo>
                    <a:pt x="51485" y="51815"/>
                  </a:lnTo>
                  <a:lnTo>
                    <a:pt x="51485" y="70230"/>
                  </a:lnTo>
                  <a:lnTo>
                    <a:pt x="59893" y="70230"/>
                  </a:lnTo>
                  <a:lnTo>
                    <a:pt x="59893" y="60325"/>
                  </a:lnTo>
                  <a:lnTo>
                    <a:pt x="93726" y="60325"/>
                  </a:lnTo>
                  <a:lnTo>
                    <a:pt x="93726" y="51815"/>
                  </a:lnTo>
                  <a:close/>
                </a:path>
                <a:path w="403859" h="403860">
                  <a:moveTo>
                    <a:pt x="352336" y="51815"/>
                  </a:moveTo>
                  <a:lnTo>
                    <a:pt x="310108" y="51815"/>
                  </a:lnTo>
                  <a:lnTo>
                    <a:pt x="310108" y="60325"/>
                  </a:lnTo>
                  <a:lnTo>
                    <a:pt x="343928" y="60325"/>
                  </a:lnTo>
                  <a:lnTo>
                    <a:pt x="343928" y="70230"/>
                  </a:lnTo>
                  <a:lnTo>
                    <a:pt x="352336" y="70230"/>
                  </a:lnTo>
                  <a:lnTo>
                    <a:pt x="352336" y="51815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51838" y="3276126"/>
            <a:ext cx="2999740" cy="192278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0"/>
              </a:spcBef>
            </a:pPr>
            <a:r>
              <a:rPr sz="1400" b="1" dirty="0">
                <a:latin typeface="Century Gothic"/>
                <a:cs typeface="Century Gothic"/>
              </a:rPr>
              <a:t>What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they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expect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of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20" dirty="0">
                <a:latin typeface="Century Gothic"/>
                <a:cs typeface="Century Gothic"/>
              </a:rPr>
              <a:t>you?</a:t>
            </a:r>
            <a:endParaRPr sz="1400" dirty="0">
              <a:latin typeface="Century Gothic"/>
              <a:cs typeface="Century Gothic"/>
            </a:endParaRPr>
          </a:p>
          <a:p>
            <a:pPr marL="12700" marR="5080" algn="just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If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expect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reliable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delivery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don’t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disappoint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them,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stand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gain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repeat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business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Understand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your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Customer</a:t>
            </a:r>
            <a:endParaRPr sz="1400" dirty="0">
              <a:latin typeface="Century Gothic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44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If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small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private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or</a:t>
            </a:r>
            <a:endParaRPr sz="12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big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MNC?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4395" y="3279394"/>
            <a:ext cx="904240" cy="916305"/>
            <a:chOff x="624395" y="3279394"/>
            <a:chExt cx="904240" cy="916305"/>
          </a:xfrm>
        </p:grpSpPr>
        <p:sp>
          <p:nvSpPr>
            <p:cNvPr id="20" name="object 20"/>
            <p:cNvSpPr/>
            <p:nvPr/>
          </p:nvSpPr>
          <p:spPr>
            <a:xfrm>
              <a:off x="864743" y="3279394"/>
              <a:ext cx="423545" cy="90805"/>
            </a:xfrm>
            <a:custGeom>
              <a:avLst/>
              <a:gdLst/>
              <a:ahLst/>
              <a:cxnLst/>
              <a:rect l="l" t="t" r="r" b="b"/>
              <a:pathLst>
                <a:path w="423544" h="90804">
                  <a:moveTo>
                    <a:pt x="210197" y="0"/>
                  </a:moveTo>
                  <a:lnTo>
                    <a:pt x="158200" y="2579"/>
                  </a:lnTo>
                  <a:lnTo>
                    <a:pt x="107705" y="10159"/>
                  </a:lnTo>
                  <a:lnTo>
                    <a:pt x="58968" y="22502"/>
                  </a:lnTo>
                  <a:lnTo>
                    <a:pt x="12242" y="39369"/>
                  </a:lnTo>
                  <a:lnTo>
                    <a:pt x="0" y="45973"/>
                  </a:lnTo>
                  <a:lnTo>
                    <a:pt x="18084" y="87756"/>
                  </a:lnTo>
                  <a:lnTo>
                    <a:pt x="30175" y="81279"/>
                  </a:lnTo>
                  <a:lnTo>
                    <a:pt x="72668" y="65912"/>
                  </a:lnTo>
                  <a:lnTo>
                    <a:pt x="116990" y="54641"/>
                  </a:lnTo>
                  <a:lnTo>
                    <a:pt x="162911" y="47704"/>
                  </a:lnTo>
                  <a:lnTo>
                    <a:pt x="210197" y="45338"/>
                  </a:lnTo>
                  <a:lnTo>
                    <a:pt x="257483" y="47704"/>
                  </a:lnTo>
                  <a:lnTo>
                    <a:pt x="303404" y="54641"/>
                  </a:lnTo>
                  <a:lnTo>
                    <a:pt x="347727" y="65912"/>
                  </a:lnTo>
                  <a:lnTo>
                    <a:pt x="390220" y="81279"/>
                  </a:lnTo>
                  <a:lnTo>
                    <a:pt x="407288" y="90423"/>
                  </a:lnTo>
                  <a:lnTo>
                    <a:pt x="423418" y="47497"/>
                  </a:lnTo>
                  <a:lnTo>
                    <a:pt x="408178" y="39369"/>
                  </a:lnTo>
                  <a:lnTo>
                    <a:pt x="361438" y="22502"/>
                  </a:lnTo>
                  <a:lnTo>
                    <a:pt x="312693" y="10160"/>
                  </a:lnTo>
                  <a:lnTo>
                    <a:pt x="262195" y="2579"/>
                  </a:lnTo>
                  <a:lnTo>
                    <a:pt x="2101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95" y="3291967"/>
              <a:ext cx="903795" cy="90373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15225" y="3376041"/>
              <a:ext cx="723265" cy="723265"/>
            </a:xfrm>
            <a:custGeom>
              <a:avLst/>
              <a:gdLst/>
              <a:ahLst/>
              <a:cxnLst/>
              <a:rect l="l" t="t" r="r" b="b"/>
              <a:pathLst>
                <a:path w="723265" h="723264">
                  <a:moveTo>
                    <a:pt x="361505" y="0"/>
                  </a:moveTo>
                  <a:lnTo>
                    <a:pt x="312453" y="3299"/>
                  </a:lnTo>
                  <a:lnTo>
                    <a:pt x="265406" y="12909"/>
                  </a:lnTo>
                  <a:lnTo>
                    <a:pt x="220795" y="28400"/>
                  </a:lnTo>
                  <a:lnTo>
                    <a:pt x="179051" y="49341"/>
                  </a:lnTo>
                  <a:lnTo>
                    <a:pt x="140604" y="75303"/>
                  </a:lnTo>
                  <a:lnTo>
                    <a:pt x="105886" y="105854"/>
                  </a:lnTo>
                  <a:lnTo>
                    <a:pt x="75327" y="140564"/>
                  </a:lnTo>
                  <a:lnTo>
                    <a:pt x="49358" y="179004"/>
                  </a:lnTo>
                  <a:lnTo>
                    <a:pt x="28410" y="220741"/>
                  </a:lnTo>
                  <a:lnTo>
                    <a:pt x="12914" y="265347"/>
                  </a:lnTo>
                  <a:lnTo>
                    <a:pt x="3300" y="312391"/>
                  </a:lnTo>
                  <a:lnTo>
                    <a:pt x="0" y="361442"/>
                  </a:lnTo>
                  <a:lnTo>
                    <a:pt x="3300" y="410495"/>
                  </a:lnTo>
                  <a:lnTo>
                    <a:pt x="12914" y="457545"/>
                  </a:lnTo>
                  <a:lnTo>
                    <a:pt x="28410" y="502161"/>
                  </a:lnTo>
                  <a:lnTo>
                    <a:pt x="49358" y="543912"/>
                  </a:lnTo>
                  <a:lnTo>
                    <a:pt x="75327" y="582366"/>
                  </a:lnTo>
                  <a:lnTo>
                    <a:pt x="105886" y="617093"/>
                  </a:lnTo>
                  <a:lnTo>
                    <a:pt x="140604" y="647659"/>
                  </a:lnTo>
                  <a:lnTo>
                    <a:pt x="179051" y="673636"/>
                  </a:lnTo>
                  <a:lnTo>
                    <a:pt x="220795" y="694590"/>
                  </a:lnTo>
                  <a:lnTo>
                    <a:pt x="265406" y="710092"/>
                  </a:lnTo>
                  <a:lnTo>
                    <a:pt x="312453" y="719709"/>
                  </a:lnTo>
                  <a:lnTo>
                    <a:pt x="361505" y="723011"/>
                  </a:lnTo>
                  <a:lnTo>
                    <a:pt x="410552" y="719709"/>
                  </a:lnTo>
                  <a:lnTo>
                    <a:pt x="457598" y="710092"/>
                  </a:lnTo>
                  <a:lnTo>
                    <a:pt x="502210" y="694590"/>
                  </a:lnTo>
                  <a:lnTo>
                    <a:pt x="543958" y="673636"/>
                  </a:lnTo>
                  <a:lnTo>
                    <a:pt x="582410" y="647659"/>
                  </a:lnTo>
                  <a:lnTo>
                    <a:pt x="617134" y="617093"/>
                  </a:lnTo>
                  <a:lnTo>
                    <a:pt x="647699" y="582366"/>
                  </a:lnTo>
                  <a:lnTo>
                    <a:pt x="673675" y="543912"/>
                  </a:lnTo>
                  <a:lnTo>
                    <a:pt x="694629" y="502161"/>
                  </a:lnTo>
                  <a:lnTo>
                    <a:pt x="710130" y="457545"/>
                  </a:lnTo>
                  <a:lnTo>
                    <a:pt x="719747" y="410495"/>
                  </a:lnTo>
                  <a:lnTo>
                    <a:pt x="723049" y="361442"/>
                  </a:lnTo>
                  <a:lnTo>
                    <a:pt x="719747" y="312391"/>
                  </a:lnTo>
                  <a:lnTo>
                    <a:pt x="710130" y="265347"/>
                  </a:lnTo>
                  <a:lnTo>
                    <a:pt x="694629" y="220741"/>
                  </a:lnTo>
                  <a:lnTo>
                    <a:pt x="673675" y="179004"/>
                  </a:lnTo>
                  <a:lnTo>
                    <a:pt x="647699" y="140564"/>
                  </a:lnTo>
                  <a:lnTo>
                    <a:pt x="617134" y="105854"/>
                  </a:lnTo>
                  <a:lnTo>
                    <a:pt x="582410" y="75303"/>
                  </a:lnTo>
                  <a:lnTo>
                    <a:pt x="543958" y="49341"/>
                  </a:lnTo>
                  <a:lnTo>
                    <a:pt x="502210" y="28400"/>
                  </a:lnTo>
                  <a:lnTo>
                    <a:pt x="457598" y="12909"/>
                  </a:lnTo>
                  <a:lnTo>
                    <a:pt x="410552" y="3299"/>
                  </a:lnTo>
                  <a:lnTo>
                    <a:pt x="361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864730" y="3525012"/>
              <a:ext cx="426084" cy="429895"/>
            </a:xfrm>
            <a:custGeom>
              <a:avLst/>
              <a:gdLst/>
              <a:ahLst/>
              <a:cxnLst/>
              <a:rect l="l" t="t" r="r" b="b"/>
              <a:pathLst>
                <a:path w="426084" h="429895">
                  <a:moveTo>
                    <a:pt x="106591" y="45338"/>
                  </a:moveTo>
                  <a:lnTo>
                    <a:pt x="33934" y="45338"/>
                  </a:lnTo>
                  <a:lnTo>
                    <a:pt x="37997" y="58806"/>
                  </a:lnTo>
                  <a:lnTo>
                    <a:pt x="46004" y="69738"/>
                  </a:lnTo>
                  <a:lnTo>
                    <a:pt x="57056" y="77075"/>
                  </a:lnTo>
                  <a:lnTo>
                    <a:pt x="70256" y="79755"/>
                  </a:lnTo>
                  <a:lnTo>
                    <a:pt x="83732" y="77075"/>
                  </a:lnTo>
                  <a:lnTo>
                    <a:pt x="94876" y="69738"/>
                  </a:lnTo>
                  <a:lnTo>
                    <a:pt x="102794" y="58806"/>
                  </a:lnTo>
                  <a:lnTo>
                    <a:pt x="106591" y="45338"/>
                  </a:lnTo>
                  <a:close/>
                </a:path>
                <a:path w="426084" h="429895">
                  <a:moveTo>
                    <a:pt x="70739" y="0"/>
                  </a:moveTo>
                  <a:lnTo>
                    <a:pt x="57000" y="2174"/>
                  </a:lnTo>
                  <a:lnTo>
                    <a:pt x="45410" y="9207"/>
                  </a:lnTo>
                  <a:lnTo>
                    <a:pt x="37404" y="20716"/>
                  </a:lnTo>
                  <a:lnTo>
                    <a:pt x="34514" y="35813"/>
                  </a:lnTo>
                  <a:lnTo>
                    <a:pt x="34417" y="36322"/>
                  </a:lnTo>
                  <a:lnTo>
                    <a:pt x="128092" y="36322"/>
                  </a:lnTo>
                  <a:lnTo>
                    <a:pt x="128092" y="26288"/>
                  </a:lnTo>
                  <a:lnTo>
                    <a:pt x="105156" y="26288"/>
                  </a:lnTo>
                  <a:lnTo>
                    <a:pt x="99981" y="15751"/>
                  </a:lnTo>
                  <a:lnTo>
                    <a:pt x="92071" y="7429"/>
                  </a:lnTo>
                  <a:lnTo>
                    <a:pt x="82099" y="1964"/>
                  </a:lnTo>
                  <a:lnTo>
                    <a:pt x="70739" y="0"/>
                  </a:lnTo>
                  <a:close/>
                </a:path>
                <a:path w="426084" h="429895">
                  <a:moveTo>
                    <a:pt x="422925" y="163830"/>
                  </a:moveTo>
                  <a:lnTo>
                    <a:pt x="351790" y="163830"/>
                  </a:lnTo>
                  <a:lnTo>
                    <a:pt x="370433" y="408050"/>
                  </a:lnTo>
                  <a:lnTo>
                    <a:pt x="372567" y="415635"/>
                  </a:lnTo>
                  <a:lnTo>
                    <a:pt x="377121" y="421671"/>
                  </a:lnTo>
                  <a:lnTo>
                    <a:pt x="383469" y="425660"/>
                  </a:lnTo>
                  <a:lnTo>
                    <a:pt x="390982" y="427100"/>
                  </a:lnTo>
                  <a:lnTo>
                    <a:pt x="398781" y="425660"/>
                  </a:lnTo>
                  <a:lnTo>
                    <a:pt x="405282" y="421671"/>
                  </a:lnTo>
                  <a:lnTo>
                    <a:pt x="409888" y="415635"/>
                  </a:lnTo>
                  <a:lnTo>
                    <a:pt x="412000" y="408050"/>
                  </a:lnTo>
                  <a:lnTo>
                    <a:pt x="424954" y="250825"/>
                  </a:lnTo>
                  <a:lnTo>
                    <a:pt x="425462" y="247523"/>
                  </a:lnTo>
                  <a:lnTo>
                    <a:pt x="425462" y="241300"/>
                  </a:lnTo>
                  <a:lnTo>
                    <a:pt x="422925" y="163830"/>
                  </a:lnTo>
                  <a:close/>
                </a:path>
                <a:path w="426084" h="429895">
                  <a:moveTo>
                    <a:pt x="399592" y="88392"/>
                  </a:moveTo>
                  <a:lnTo>
                    <a:pt x="369950" y="88392"/>
                  </a:lnTo>
                  <a:lnTo>
                    <a:pt x="365175" y="90296"/>
                  </a:lnTo>
                  <a:lnTo>
                    <a:pt x="360870" y="94106"/>
                  </a:lnTo>
                  <a:lnTo>
                    <a:pt x="293954" y="149098"/>
                  </a:lnTo>
                  <a:lnTo>
                    <a:pt x="254762" y="149098"/>
                  </a:lnTo>
                  <a:lnTo>
                    <a:pt x="246285" y="150622"/>
                  </a:lnTo>
                  <a:lnTo>
                    <a:pt x="239288" y="154908"/>
                  </a:lnTo>
                  <a:lnTo>
                    <a:pt x="234532" y="161528"/>
                  </a:lnTo>
                  <a:lnTo>
                    <a:pt x="232778" y="170052"/>
                  </a:lnTo>
                  <a:lnTo>
                    <a:pt x="234600" y="178597"/>
                  </a:lnTo>
                  <a:lnTo>
                    <a:pt x="239469" y="185261"/>
                  </a:lnTo>
                  <a:lnTo>
                    <a:pt x="246488" y="189591"/>
                  </a:lnTo>
                  <a:lnTo>
                    <a:pt x="254762" y="191135"/>
                  </a:lnTo>
                  <a:lnTo>
                    <a:pt x="305422" y="191135"/>
                  </a:lnTo>
                  <a:lnTo>
                    <a:pt x="310210" y="189737"/>
                  </a:lnTo>
                  <a:lnTo>
                    <a:pt x="351790" y="163830"/>
                  </a:lnTo>
                  <a:lnTo>
                    <a:pt x="422925" y="163830"/>
                  </a:lnTo>
                  <a:lnTo>
                    <a:pt x="421144" y="109474"/>
                  </a:lnTo>
                  <a:lnTo>
                    <a:pt x="419182" y="101143"/>
                  </a:lnTo>
                  <a:lnTo>
                    <a:pt x="414497" y="94456"/>
                  </a:lnTo>
                  <a:lnTo>
                    <a:pt x="407748" y="90007"/>
                  </a:lnTo>
                  <a:lnTo>
                    <a:pt x="399592" y="88392"/>
                  </a:lnTo>
                  <a:close/>
                </a:path>
                <a:path w="426084" h="429895">
                  <a:moveTo>
                    <a:pt x="195491" y="149098"/>
                  </a:moveTo>
                  <a:lnTo>
                    <a:pt x="195491" y="191135"/>
                  </a:lnTo>
                  <a:lnTo>
                    <a:pt x="203894" y="189591"/>
                  </a:lnTo>
                  <a:lnTo>
                    <a:pt x="210729" y="185261"/>
                  </a:lnTo>
                  <a:lnTo>
                    <a:pt x="215323" y="178597"/>
                  </a:lnTo>
                  <a:lnTo>
                    <a:pt x="217004" y="170052"/>
                  </a:lnTo>
                  <a:lnTo>
                    <a:pt x="215256" y="161528"/>
                  </a:lnTo>
                  <a:lnTo>
                    <a:pt x="210548" y="154908"/>
                  </a:lnTo>
                  <a:lnTo>
                    <a:pt x="203690" y="150622"/>
                  </a:lnTo>
                  <a:lnTo>
                    <a:pt x="195491" y="149098"/>
                  </a:lnTo>
                  <a:close/>
                </a:path>
                <a:path w="426084" h="429895">
                  <a:moveTo>
                    <a:pt x="382866" y="2921"/>
                  </a:moveTo>
                  <a:lnTo>
                    <a:pt x="368019" y="5929"/>
                  </a:lnTo>
                  <a:lnTo>
                    <a:pt x="355860" y="14128"/>
                  </a:lnTo>
                  <a:lnTo>
                    <a:pt x="347644" y="26281"/>
                  </a:lnTo>
                  <a:lnTo>
                    <a:pt x="344627" y="41148"/>
                  </a:lnTo>
                  <a:lnTo>
                    <a:pt x="347644" y="56020"/>
                  </a:lnTo>
                  <a:lnTo>
                    <a:pt x="355764" y="68167"/>
                  </a:lnTo>
                  <a:lnTo>
                    <a:pt x="355860" y="68310"/>
                  </a:lnTo>
                  <a:lnTo>
                    <a:pt x="368019" y="76670"/>
                  </a:lnTo>
                  <a:lnTo>
                    <a:pt x="382866" y="79755"/>
                  </a:lnTo>
                  <a:lnTo>
                    <a:pt x="397978" y="76509"/>
                  </a:lnTo>
                  <a:lnTo>
                    <a:pt x="410259" y="68167"/>
                  </a:lnTo>
                  <a:lnTo>
                    <a:pt x="418472" y="56020"/>
                  </a:lnTo>
                  <a:lnTo>
                    <a:pt x="421525" y="41148"/>
                  </a:lnTo>
                  <a:lnTo>
                    <a:pt x="418508" y="26281"/>
                  </a:lnTo>
                  <a:lnTo>
                    <a:pt x="410259" y="14128"/>
                  </a:lnTo>
                  <a:lnTo>
                    <a:pt x="397978" y="5929"/>
                  </a:lnTo>
                  <a:lnTo>
                    <a:pt x="382866" y="2921"/>
                  </a:lnTo>
                  <a:close/>
                </a:path>
                <a:path w="426084" h="429895">
                  <a:moveTo>
                    <a:pt x="94640" y="194437"/>
                  </a:moveTo>
                  <a:lnTo>
                    <a:pt x="21501" y="194437"/>
                  </a:lnTo>
                  <a:lnTo>
                    <a:pt x="30551" y="410337"/>
                  </a:lnTo>
                  <a:lnTo>
                    <a:pt x="30594" y="411352"/>
                  </a:lnTo>
                  <a:lnTo>
                    <a:pt x="32159" y="417780"/>
                  </a:lnTo>
                  <a:lnTo>
                    <a:pt x="32263" y="418209"/>
                  </a:lnTo>
                  <a:lnTo>
                    <a:pt x="32368" y="418637"/>
                  </a:lnTo>
                  <a:lnTo>
                    <a:pt x="36564" y="424386"/>
                  </a:lnTo>
                  <a:lnTo>
                    <a:pt x="42554" y="428158"/>
                  </a:lnTo>
                  <a:lnTo>
                    <a:pt x="49707" y="429513"/>
                  </a:lnTo>
                  <a:lnTo>
                    <a:pt x="56354" y="428158"/>
                  </a:lnTo>
                  <a:lnTo>
                    <a:pt x="56898" y="428158"/>
                  </a:lnTo>
                  <a:lnTo>
                    <a:pt x="68834" y="261874"/>
                  </a:lnTo>
                  <a:lnTo>
                    <a:pt x="121552" y="261874"/>
                  </a:lnTo>
                  <a:lnTo>
                    <a:pt x="122834" y="223138"/>
                  </a:lnTo>
                  <a:lnTo>
                    <a:pt x="94640" y="223138"/>
                  </a:lnTo>
                  <a:lnTo>
                    <a:pt x="94640" y="194437"/>
                  </a:lnTo>
                  <a:close/>
                </a:path>
                <a:path w="426084" h="429895">
                  <a:moveTo>
                    <a:pt x="104522" y="428158"/>
                  </a:moveTo>
                  <a:lnTo>
                    <a:pt x="90864" y="428158"/>
                  </a:lnTo>
                  <a:lnTo>
                    <a:pt x="97510" y="429513"/>
                  </a:lnTo>
                  <a:lnTo>
                    <a:pt x="104522" y="428158"/>
                  </a:lnTo>
                  <a:close/>
                </a:path>
                <a:path w="426084" h="429895">
                  <a:moveTo>
                    <a:pt x="121552" y="261874"/>
                  </a:moveTo>
                  <a:lnTo>
                    <a:pt x="78384" y="261874"/>
                  </a:lnTo>
                  <a:lnTo>
                    <a:pt x="78487" y="410844"/>
                  </a:lnTo>
                  <a:lnTo>
                    <a:pt x="79894" y="417780"/>
                  </a:lnTo>
                  <a:lnTo>
                    <a:pt x="84004" y="423878"/>
                  </a:lnTo>
                  <a:lnTo>
                    <a:pt x="90320" y="428158"/>
                  </a:lnTo>
                  <a:lnTo>
                    <a:pt x="104811" y="428158"/>
                  </a:lnTo>
                  <a:lnTo>
                    <a:pt x="121552" y="261874"/>
                  </a:lnTo>
                  <a:close/>
                </a:path>
                <a:path w="426084" h="429895">
                  <a:moveTo>
                    <a:pt x="185928" y="131825"/>
                  </a:moveTo>
                  <a:lnTo>
                    <a:pt x="104203" y="131825"/>
                  </a:lnTo>
                  <a:lnTo>
                    <a:pt x="104203" y="146176"/>
                  </a:lnTo>
                  <a:lnTo>
                    <a:pt x="112951" y="148532"/>
                  </a:lnTo>
                  <a:lnTo>
                    <a:pt x="120088" y="153685"/>
                  </a:lnTo>
                  <a:lnTo>
                    <a:pt x="124895" y="161053"/>
                  </a:lnTo>
                  <a:lnTo>
                    <a:pt x="126657" y="170052"/>
                  </a:lnTo>
                  <a:lnTo>
                    <a:pt x="124895" y="178909"/>
                  </a:lnTo>
                  <a:lnTo>
                    <a:pt x="120088" y="186324"/>
                  </a:lnTo>
                  <a:lnTo>
                    <a:pt x="112951" y="191573"/>
                  </a:lnTo>
                  <a:lnTo>
                    <a:pt x="104203" y="193929"/>
                  </a:lnTo>
                  <a:lnTo>
                    <a:pt x="104203" y="213106"/>
                  </a:lnTo>
                  <a:lnTo>
                    <a:pt x="185928" y="213106"/>
                  </a:lnTo>
                  <a:lnTo>
                    <a:pt x="185928" y="131825"/>
                  </a:lnTo>
                  <a:close/>
                </a:path>
                <a:path w="426084" h="429895">
                  <a:moveTo>
                    <a:pt x="122834" y="88900"/>
                  </a:moveTo>
                  <a:lnTo>
                    <a:pt x="114236" y="88900"/>
                  </a:lnTo>
                  <a:lnTo>
                    <a:pt x="21501" y="89407"/>
                  </a:lnTo>
                  <a:lnTo>
                    <a:pt x="15773" y="89407"/>
                  </a:lnTo>
                  <a:lnTo>
                    <a:pt x="10033" y="91312"/>
                  </a:lnTo>
                  <a:lnTo>
                    <a:pt x="6210" y="95504"/>
                  </a:lnTo>
                  <a:lnTo>
                    <a:pt x="1435" y="100330"/>
                  </a:lnTo>
                  <a:lnTo>
                    <a:pt x="0" y="107442"/>
                  </a:lnTo>
                  <a:lnTo>
                    <a:pt x="1435" y="113664"/>
                  </a:lnTo>
                  <a:lnTo>
                    <a:pt x="17678" y="176783"/>
                  </a:lnTo>
                  <a:lnTo>
                    <a:pt x="19113" y="181610"/>
                  </a:lnTo>
                  <a:lnTo>
                    <a:pt x="23418" y="184912"/>
                  </a:lnTo>
                  <a:lnTo>
                    <a:pt x="110896" y="184912"/>
                  </a:lnTo>
                  <a:lnTo>
                    <a:pt x="118059" y="176783"/>
                  </a:lnTo>
                  <a:lnTo>
                    <a:pt x="116141" y="167258"/>
                  </a:lnTo>
                  <a:lnTo>
                    <a:pt x="114830" y="161053"/>
                  </a:lnTo>
                  <a:lnTo>
                    <a:pt x="114719" y="160527"/>
                  </a:lnTo>
                  <a:lnTo>
                    <a:pt x="108496" y="155701"/>
                  </a:lnTo>
                  <a:lnTo>
                    <a:pt x="50660" y="155701"/>
                  </a:lnTo>
                  <a:lnTo>
                    <a:pt x="40627" y="123698"/>
                  </a:lnTo>
                  <a:lnTo>
                    <a:pt x="39674" y="121412"/>
                  </a:lnTo>
                  <a:lnTo>
                    <a:pt x="41109" y="118490"/>
                  </a:lnTo>
                  <a:lnTo>
                    <a:pt x="43967" y="117475"/>
                  </a:lnTo>
                  <a:lnTo>
                    <a:pt x="46367" y="116586"/>
                  </a:lnTo>
                  <a:lnTo>
                    <a:pt x="137042" y="116586"/>
                  </a:lnTo>
                  <a:lnTo>
                    <a:pt x="132880" y="102743"/>
                  </a:lnTo>
                  <a:lnTo>
                    <a:pt x="130492" y="94614"/>
                  </a:lnTo>
                  <a:lnTo>
                    <a:pt x="122834" y="88900"/>
                  </a:lnTo>
                  <a:close/>
                </a:path>
                <a:path w="426084" h="429895">
                  <a:moveTo>
                    <a:pt x="137042" y="116586"/>
                  </a:moveTo>
                  <a:lnTo>
                    <a:pt x="46367" y="116586"/>
                  </a:lnTo>
                  <a:lnTo>
                    <a:pt x="49225" y="117982"/>
                  </a:lnTo>
                  <a:lnTo>
                    <a:pt x="50347" y="121412"/>
                  </a:lnTo>
                  <a:lnTo>
                    <a:pt x="57835" y="145669"/>
                  </a:lnTo>
                  <a:lnTo>
                    <a:pt x="94157" y="145669"/>
                  </a:lnTo>
                  <a:lnTo>
                    <a:pt x="94157" y="121793"/>
                  </a:lnTo>
                  <a:lnTo>
                    <a:pt x="138607" y="121793"/>
                  </a:lnTo>
                  <a:lnTo>
                    <a:pt x="137042" y="11658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24395" y="4413377"/>
            <a:ext cx="904240" cy="916305"/>
            <a:chOff x="624395" y="4413377"/>
            <a:chExt cx="904240" cy="916305"/>
          </a:xfrm>
        </p:grpSpPr>
        <p:sp>
          <p:nvSpPr>
            <p:cNvPr id="25" name="object 25"/>
            <p:cNvSpPr/>
            <p:nvPr/>
          </p:nvSpPr>
          <p:spPr>
            <a:xfrm>
              <a:off x="864743" y="4413377"/>
              <a:ext cx="423545" cy="90805"/>
            </a:xfrm>
            <a:custGeom>
              <a:avLst/>
              <a:gdLst/>
              <a:ahLst/>
              <a:cxnLst/>
              <a:rect l="l" t="t" r="r" b="b"/>
              <a:pathLst>
                <a:path w="423544" h="90804">
                  <a:moveTo>
                    <a:pt x="210197" y="0"/>
                  </a:moveTo>
                  <a:lnTo>
                    <a:pt x="158200" y="2597"/>
                  </a:lnTo>
                  <a:lnTo>
                    <a:pt x="107705" y="10207"/>
                  </a:lnTo>
                  <a:lnTo>
                    <a:pt x="58968" y="22556"/>
                  </a:lnTo>
                  <a:lnTo>
                    <a:pt x="12242" y="39370"/>
                  </a:lnTo>
                  <a:lnTo>
                    <a:pt x="0" y="45974"/>
                  </a:lnTo>
                  <a:lnTo>
                    <a:pt x="18084" y="87756"/>
                  </a:lnTo>
                  <a:lnTo>
                    <a:pt x="30175" y="81280"/>
                  </a:lnTo>
                  <a:lnTo>
                    <a:pt x="72668" y="65932"/>
                  </a:lnTo>
                  <a:lnTo>
                    <a:pt x="116990" y="54705"/>
                  </a:lnTo>
                  <a:lnTo>
                    <a:pt x="162911" y="47811"/>
                  </a:lnTo>
                  <a:lnTo>
                    <a:pt x="210197" y="45466"/>
                  </a:lnTo>
                  <a:lnTo>
                    <a:pt x="257483" y="47811"/>
                  </a:lnTo>
                  <a:lnTo>
                    <a:pt x="303404" y="54705"/>
                  </a:lnTo>
                  <a:lnTo>
                    <a:pt x="347727" y="65932"/>
                  </a:lnTo>
                  <a:lnTo>
                    <a:pt x="390220" y="81280"/>
                  </a:lnTo>
                  <a:lnTo>
                    <a:pt x="407288" y="90424"/>
                  </a:lnTo>
                  <a:lnTo>
                    <a:pt x="423418" y="47625"/>
                  </a:lnTo>
                  <a:lnTo>
                    <a:pt x="408178" y="39370"/>
                  </a:lnTo>
                  <a:lnTo>
                    <a:pt x="361438" y="22556"/>
                  </a:lnTo>
                  <a:lnTo>
                    <a:pt x="312693" y="10207"/>
                  </a:lnTo>
                  <a:lnTo>
                    <a:pt x="262195" y="2597"/>
                  </a:lnTo>
                  <a:lnTo>
                    <a:pt x="2101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395" y="4425950"/>
              <a:ext cx="903795" cy="90373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5225" y="4510024"/>
              <a:ext cx="723265" cy="723265"/>
            </a:xfrm>
            <a:custGeom>
              <a:avLst/>
              <a:gdLst/>
              <a:ahLst/>
              <a:cxnLst/>
              <a:rect l="l" t="t" r="r" b="b"/>
              <a:pathLst>
                <a:path w="723265" h="723264">
                  <a:moveTo>
                    <a:pt x="361505" y="0"/>
                  </a:moveTo>
                  <a:lnTo>
                    <a:pt x="312453" y="3301"/>
                  </a:lnTo>
                  <a:lnTo>
                    <a:pt x="265406" y="12918"/>
                  </a:lnTo>
                  <a:lnTo>
                    <a:pt x="220795" y="28420"/>
                  </a:lnTo>
                  <a:lnTo>
                    <a:pt x="179051" y="49374"/>
                  </a:lnTo>
                  <a:lnTo>
                    <a:pt x="140604" y="75351"/>
                  </a:lnTo>
                  <a:lnTo>
                    <a:pt x="105886" y="105917"/>
                  </a:lnTo>
                  <a:lnTo>
                    <a:pt x="75327" y="140644"/>
                  </a:lnTo>
                  <a:lnTo>
                    <a:pt x="49358" y="179098"/>
                  </a:lnTo>
                  <a:lnTo>
                    <a:pt x="28410" y="220849"/>
                  </a:lnTo>
                  <a:lnTo>
                    <a:pt x="12914" y="265465"/>
                  </a:lnTo>
                  <a:lnTo>
                    <a:pt x="3300" y="312515"/>
                  </a:lnTo>
                  <a:lnTo>
                    <a:pt x="0" y="361569"/>
                  </a:lnTo>
                  <a:lnTo>
                    <a:pt x="3300" y="410619"/>
                  </a:lnTo>
                  <a:lnTo>
                    <a:pt x="12914" y="457663"/>
                  </a:lnTo>
                  <a:lnTo>
                    <a:pt x="28410" y="502269"/>
                  </a:lnTo>
                  <a:lnTo>
                    <a:pt x="49358" y="544006"/>
                  </a:lnTo>
                  <a:lnTo>
                    <a:pt x="75327" y="582446"/>
                  </a:lnTo>
                  <a:lnTo>
                    <a:pt x="105886" y="617156"/>
                  </a:lnTo>
                  <a:lnTo>
                    <a:pt x="140604" y="647707"/>
                  </a:lnTo>
                  <a:lnTo>
                    <a:pt x="179051" y="673669"/>
                  </a:lnTo>
                  <a:lnTo>
                    <a:pt x="220795" y="694610"/>
                  </a:lnTo>
                  <a:lnTo>
                    <a:pt x="265406" y="710101"/>
                  </a:lnTo>
                  <a:lnTo>
                    <a:pt x="312453" y="719711"/>
                  </a:lnTo>
                  <a:lnTo>
                    <a:pt x="361505" y="723010"/>
                  </a:lnTo>
                  <a:lnTo>
                    <a:pt x="410552" y="719711"/>
                  </a:lnTo>
                  <a:lnTo>
                    <a:pt x="457598" y="710101"/>
                  </a:lnTo>
                  <a:lnTo>
                    <a:pt x="502210" y="694610"/>
                  </a:lnTo>
                  <a:lnTo>
                    <a:pt x="543958" y="673669"/>
                  </a:lnTo>
                  <a:lnTo>
                    <a:pt x="582410" y="647707"/>
                  </a:lnTo>
                  <a:lnTo>
                    <a:pt x="617134" y="617156"/>
                  </a:lnTo>
                  <a:lnTo>
                    <a:pt x="647699" y="582446"/>
                  </a:lnTo>
                  <a:lnTo>
                    <a:pt x="673675" y="544006"/>
                  </a:lnTo>
                  <a:lnTo>
                    <a:pt x="694629" y="502269"/>
                  </a:lnTo>
                  <a:lnTo>
                    <a:pt x="710130" y="457663"/>
                  </a:lnTo>
                  <a:lnTo>
                    <a:pt x="719747" y="410619"/>
                  </a:lnTo>
                  <a:lnTo>
                    <a:pt x="723049" y="361569"/>
                  </a:lnTo>
                  <a:lnTo>
                    <a:pt x="719747" y="312515"/>
                  </a:lnTo>
                  <a:lnTo>
                    <a:pt x="710130" y="265465"/>
                  </a:lnTo>
                  <a:lnTo>
                    <a:pt x="694629" y="220849"/>
                  </a:lnTo>
                  <a:lnTo>
                    <a:pt x="673675" y="179098"/>
                  </a:lnTo>
                  <a:lnTo>
                    <a:pt x="647699" y="140644"/>
                  </a:lnTo>
                  <a:lnTo>
                    <a:pt x="617134" y="105917"/>
                  </a:lnTo>
                  <a:lnTo>
                    <a:pt x="582410" y="75351"/>
                  </a:lnTo>
                  <a:lnTo>
                    <a:pt x="543958" y="49374"/>
                  </a:lnTo>
                  <a:lnTo>
                    <a:pt x="502210" y="28420"/>
                  </a:lnTo>
                  <a:lnTo>
                    <a:pt x="457598" y="12918"/>
                  </a:lnTo>
                  <a:lnTo>
                    <a:pt x="410552" y="3301"/>
                  </a:lnTo>
                  <a:lnTo>
                    <a:pt x="361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28"/>
            <p:cNvSpPr/>
            <p:nvPr/>
          </p:nvSpPr>
          <p:spPr>
            <a:xfrm>
              <a:off x="854964" y="4642104"/>
              <a:ext cx="443865" cy="459105"/>
            </a:xfrm>
            <a:custGeom>
              <a:avLst/>
              <a:gdLst/>
              <a:ahLst/>
              <a:cxnLst/>
              <a:rect l="l" t="t" r="r" b="b"/>
              <a:pathLst>
                <a:path w="443865" h="459104">
                  <a:moveTo>
                    <a:pt x="180340" y="389890"/>
                  </a:moveTo>
                  <a:lnTo>
                    <a:pt x="160566" y="389890"/>
                  </a:lnTo>
                  <a:lnTo>
                    <a:pt x="142709" y="393499"/>
                  </a:lnTo>
                  <a:lnTo>
                    <a:pt x="128128" y="403336"/>
                  </a:lnTo>
                  <a:lnTo>
                    <a:pt x="118298" y="417911"/>
                  </a:lnTo>
                  <a:lnTo>
                    <a:pt x="114693" y="435737"/>
                  </a:lnTo>
                  <a:lnTo>
                    <a:pt x="114693" y="458724"/>
                  </a:lnTo>
                  <a:lnTo>
                    <a:pt x="328790" y="458724"/>
                  </a:lnTo>
                  <a:lnTo>
                    <a:pt x="328790" y="435737"/>
                  </a:lnTo>
                  <a:lnTo>
                    <a:pt x="327249" y="428117"/>
                  </a:lnTo>
                  <a:lnTo>
                    <a:pt x="219786" y="428117"/>
                  </a:lnTo>
                  <a:lnTo>
                    <a:pt x="217830" y="427355"/>
                  </a:lnTo>
                  <a:lnTo>
                    <a:pt x="216331" y="425958"/>
                  </a:lnTo>
                  <a:lnTo>
                    <a:pt x="180340" y="389890"/>
                  </a:lnTo>
                  <a:close/>
                </a:path>
                <a:path w="443865" h="459104">
                  <a:moveTo>
                    <a:pt x="282917" y="389890"/>
                  </a:moveTo>
                  <a:lnTo>
                    <a:pt x="263144" y="389890"/>
                  </a:lnTo>
                  <a:lnTo>
                    <a:pt x="227152" y="425958"/>
                  </a:lnTo>
                  <a:lnTo>
                    <a:pt x="225653" y="427355"/>
                  </a:lnTo>
                  <a:lnTo>
                    <a:pt x="223697" y="428117"/>
                  </a:lnTo>
                  <a:lnTo>
                    <a:pt x="327249" y="428117"/>
                  </a:lnTo>
                  <a:lnTo>
                    <a:pt x="325185" y="417911"/>
                  </a:lnTo>
                  <a:lnTo>
                    <a:pt x="315355" y="403336"/>
                  </a:lnTo>
                  <a:lnTo>
                    <a:pt x="300774" y="393499"/>
                  </a:lnTo>
                  <a:lnTo>
                    <a:pt x="282917" y="389890"/>
                  </a:lnTo>
                  <a:close/>
                </a:path>
                <a:path w="443865" h="459104">
                  <a:moveTo>
                    <a:pt x="221742" y="244602"/>
                  </a:moveTo>
                  <a:lnTo>
                    <a:pt x="197931" y="249416"/>
                  </a:lnTo>
                  <a:lnTo>
                    <a:pt x="178485" y="262540"/>
                  </a:lnTo>
                  <a:lnTo>
                    <a:pt x="165374" y="281999"/>
                  </a:lnTo>
                  <a:lnTo>
                    <a:pt x="160566" y="305816"/>
                  </a:lnTo>
                  <a:lnTo>
                    <a:pt x="162776" y="322127"/>
                  </a:lnTo>
                  <a:lnTo>
                    <a:pt x="169010" y="336772"/>
                  </a:lnTo>
                  <a:lnTo>
                    <a:pt x="178670" y="349178"/>
                  </a:lnTo>
                  <a:lnTo>
                    <a:pt x="191160" y="358775"/>
                  </a:lnTo>
                  <a:lnTo>
                    <a:pt x="191160" y="379095"/>
                  </a:lnTo>
                  <a:lnTo>
                    <a:pt x="221742" y="409702"/>
                  </a:lnTo>
                  <a:lnTo>
                    <a:pt x="252323" y="379095"/>
                  </a:lnTo>
                  <a:lnTo>
                    <a:pt x="252323" y="358775"/>
                  </a:lnTo>
                  <a:lnTo>
                    <a:pt x="264813" y="349178"/>
                  </a:lnTo>
                  <a:lnTo>
                    <a:pt x="274473" y="336772"/>
                  </a:lnTo>
                  <a:lnTo>
                    <a:pt x="280707" y="322127"/>
                  </a:lnTo>
                  <a:lnTo>
                    <a:pt x="282917" y="305816"/>
                  </a:lnTo>
                  <a:lnTo>
                    <a:pt x="278109" y="281999"/>
                  </a:lnTo>
                  <a:lnTo>
                    <a:pt x="264998" y="262540"/>
                  </a:lnTo>
                  <a:lnTo>
                    <a:pt x="245552" y="249416"/>
                  </a:lnTo>
                  <a:lnTo>
                    <a:pt x="221742" y="244602"/>
                  </a:lnTo>
                  <a:close/>
                </a:path>
                <a:path w="443865" h="459104">
                  <a:moveTo>
                    <a:pt x="114693" y="206375"/>
                  </a:moveTo>
                  <a:lnTo>
                    <a:pt x="68821" y="206375"/>
                  </a:lnTo>
                  <a:lnTo>
                    <a:pt x="137629" y="275209"/>
                  </a:lnTo>
                  <a:lnTo>
                    <a:pt x="114693" y="206375"/>
                  </a:lnTo>
                  <a:close/>
                </a:path>
                <a:path w="443865" h="459104">
                  <a:moveTo>
                    <a:pt x="374662" y="206375"/>
                  </a:moveTo>
                  <a:lnTo>
                    <a:pt x="328790" y="206375"/>
                  </a:lnTo>
                  <a:lnTo>
                    <a:pt x="305854" y="267589"/>
                  </a:lnTo>
                  <a:lnTo>
                    <a:pt x="374662" y="206375"/>
                  </a:lnTo>
                  <a:close/>
                </a:path>
                <a:path w="443865" h="459104">
                  <a:moveTo>
                    <a:pt x="244678" y="160528"/>
                  </a:moveTo>
                  <a:lnTo>
                    <a:pt x="198805" y="160528"/>
                  </a:lnTo>
                  <a:lnTo>
                    <a:pt x="221742" y="214122"/>
                  </a:lnTo>
                  <a:lnTo>
                    <a:pt x="244678" y="160528"/>
                  </a:lnTo>
                  <a:close/>
                </a:path>
                <a:path w="443865" h="459104">
                  <a:moveTo>
                    <a:pt x="107048" y="30607"/>
                  </a:moveTo>
                  <a:lnTo>
                    <a:pt x="0" y="30607"/>
                  </a:lnTo>
                  <a:lnTo>
                    <a:pt x="0" y="206375"/>
                  </a:lnTo>
                  <a:lnTo>
                    <a:pt x="168224" y="206375"/>
                  </a:lnTo>
                  <a:lnTo>
                    <a:pt x="168224" y="175895"/>
                  </a:lnTo>
                  <a:lnTo>
                    <a:pt x="113893" y="175895"/>
                  </a:lnTo>
                  <a:lnTo>
                    <a:pt x="107048" y="169037"/>
                  </a:lnTo>
                  <a:lnTo>
                    <a:pt x="107048" y="137668"/>
                  </a:lnTo>
                  <a:lnTo>
                    <a:pt x="15290" y="137668"/>
                  </a:lnTo>
                  <a:lnTo>
                    <a:pt x="15290" y="122301"/>
                  </a:lnTo>
                  <a:lnTo>
                    <a:pt x="107048" y="122301"/>
                  </a:lnTo>
                  <a:lnTo>
                    <a:pt x="107048" y="99441"/>
                  </a:lnTo>
                  <a:lnTo>
                    <a:pt x="15290" y="99441"/>
                  </a:lnTo>
                  <a:lnTo>
                    <a:pt x="15290" y="84074"/>
                  </a:lnTo>
                  <a:lnTo>
                    <a:pt x="107048" y="84074"/>
                  </a:lnTo>
                  <a:lnTo>
                    <a:pt x="107048" y="30607"/>
                  </a:lnTo>
                  <a:close/>
                </a:path>
                <a:path w="443865" h="459104">
                  <a:moveTo>
                    <a:pt x="443484" y="38227"/>
                  </a:moveTo>
                  <a:lnTo>
                    <a:pt x="328790" y="38227"/>
                  </a:lnTo>
                  <a:lnTo>
                    <a:pt x="328790" y="169037"/>
                  </a:lnTo>
                  <a:lnTo>
                    <a:pt x="321945" y="175895"/>
                  </a:lnTo>
                  <a:lnTo>
                    <a:pt x="275259" y="175895"/>
                  </a:lnTo>
                  <a:lnTo>
                    <a:pt x="275259" y="206375"/>
                  </a:lnTo>
                  <a:lnTo>
                    <a:pt x="443484" y="206375"/>
                  </a:lnTo>
                  <a:lnTo>
                    <a:pt x="443484" y="152908"/>
                  </a:lnTo>
                  <a:lnTo>
                    <a:pt x="358686" y="152908"/>
                  </a:lnTo>
                  <a:lnTo>
                    <a:pt x="363194" y="125222"/>
                  </a:lnTo>
                  <a:lnTo>
                    <a:pt x="344081" y="105664"/>
                  </a:lnTo>
                  <a:lnTo>
                    <a:pt x="370497" y="101600"/>
                  </a:lnTo>
                  <a:lnTo>
                    <a:pt x="382308" y="76454"/>
                  </a:lnTo>
                  <a:lnTo>
                    <a:pt x="443484" y="76454"/>
                  </a:lnTo>
                  <a:lnTo>
                    <a:pt x="443484" y="38227"/>
                  </a:lnTo>
                  <a:close/>
                </a:path>
                <a:path w="443865" h="459104">
                  <a:moveTo>
                    <a:pt x="313499" y="0"/>
                  </a:moveTo>
                  <a:lnTo>
                    <a:pt x="122339" y="0"/>
                  </a:lnTo>
                  <a:lnTo>
                    <a:pt x="122339" y="160528"/>
                  </a:lnTo>
                  <a:lnTo>
                    <a:pt x="313499" y="160528"/>
                  </a:lnTo>
                  <a:lnTo>
                    <a:pt x="313499" y="137668"/>
                  </a:lnTo>
                  <a:lnTo>
                    <a:pt x="196303" y="137668"/>
                  </a:lnTo>
                  <a:lnTo>
                    <a:pt x="191160" y="132461"/>
                  </a:lnTo>
                  <a:lnTo>
                    <a:pt x="191160" y="119888"/>
                  </a:lnTo>
                  <a:lnTo>
                    <a:pt x="196303" y="114681"/>
                  </a:lnTo>
                  <a:lnTo>
                    <a:pt x="313499" y="114681"/>
                  </a:lnTo>
                  <a:lnTo>
                    <a:pt x="313499" y="107061"/>
                  </a:lnTo>
                  <a:lnTo>
                    <a:pt x="195503" y="107061"/>
                  </a:lnTo>
                  <a:lnTo>
                    <a:pt x="192595" y="104902"/>
                  </a:lnTo>
                  <a:lnTo>
                    <a:pt x="191541" y="101854"/>
                  </a:lnTo>
                  <a:lnTo>
                    <a:pt x="170345" y="38227"/>
                  </a:lnTo>
                  <a:lnTo>
                    <a:pt x="145275" y="38227"/>
                  </a:lnTo>
                  <a:lnTo>
                    <a:pt x="145275" y="22987"/>
                  </a:lnTo>
                  <a:lnTo>
                    <a:pt x="313499" y="22987"/>
                  </a:lnTo>
                  <a:lnTo>
                    <a:pt x="313499" y="0"/>
                  </a:lnTo>
                  <a:close/>
                </a:path>
                <a:path w="443865" h="459104">
                  <a:moveTo>
                    <a:pt x="382308" y="139827"/>
                  </a:moveTo>
                  <a:lnTo>
                    <a:pt x="358686" y="152908"/>
                  </a:lnTo>
                  <a:lnTo>
                    <a:pt x="405942" y="152908"/>
                  </a:lnTo>
                  <a:lnTo>
                    <a:pt x="382308" y="139827"/>
                  </a:lnTo>
                  <a:close/>
                </a:path>
                <a:path w="443865" h="459104">
                  <a:moveTo>
                    <a:pt x="443484" y="76454"/>
                  </a:moveTo>
                  <a:lnTo>
                    <a:pt x="382308" y="76454"/>
                  </a:lnTo>
                  <a:lnTo>
                    <a:pt x="394131" y="101600"/>
                  </a:lnTo>
                  <a:lnTo>
                    <a:pt x="420497" y="105664"/>
                  </a:lnTo>
                  <a:lnTo>
                    <a:pt x="401434" y="125222"/>
                  </a:lnTo>
                  <a:lnTo>
                    <a:pt x="405942" y="152908"/>
                  </a:lnTo>
                  <a:lnTo>
                    <a:pt x="443484" y="152908"/>
                  </a:lnTo>
                  <a:lnTo>
                    <a:pt x="443484" y="76454"/>
                  </a:lnTo>
                  <a:close/>
                </a:path>
                <a:path w="443865" h="459104">
                  <a:moveTo>
                    <a:pt x="107048" y="122301"/>
                  </a:moveTo>
                  <a:lnTo>
                    <a:pt x="91757" y="122301"/>
                  </a:lnTo>
                  <a:lnTo>
                    <a:pt x="91757" y="137668"/>
                  </a:lnTo>
                  <a:lnTo>
                    <a:pt x="107048" y="137668"/>
                  </a:lnTo>
                  <a:lnTo>
                    <a:pt x="107048" y="122301"/>
                  </a:lnTo>
                  <a:close/>
                </a:path>
                <a:path w="443865" h="459104">
                  <a:moveTo>
                    <a:pt x="242176" y="114681"/>
                  </a:moveTo>
                  <a:lnTo>
                    <a:pt x="208953" y="114681"/>
                  </a:lnTo>
                  <a:lnTo>
                    <a:pt x="214096" y="119888"/>
                  </a:lnTo>
                  <a:lnTo>
                    <a:pt x="214096" y="132461"/>
                  </a:lnTo>
                  <a:lnTo>
                    <a:pt x="208953" y="137668"/>
                  </a:lnTo>
                  <a:lnTo>
                    <a:pt x="242176" y="137668"/>
                  </a:lnTo>
                  <a:lnTo>
                    <a:pt x="237032" y="132461"/>
                  </a:lnTo>
                  <a:lnTo>
                    <a:pt x="237032" y="119888"/>
                  </a:lnTo>
                  <a:lnTo>
                    <a:pt x="242176" y="114681"/>
                  </a:lnTo>
                  <a:close/>
                </a:path>
                <a:path w="443865" h="459104">
                  <a:moveTo>
                    <a:pt x="313499" y="114681"/>
                  </a:moveTo>
                  <a:lnTo>
                    <a:pt x="254825" y="114681"/>
                  </a:lnTo>
                  <a:lnTo>
                    <a:pt x="259969" y="119888"/>
                  </a:lnTo>
                  <a:lnTo>
                    <a:pt x="259969" y="132461"/>
                  </a:lnTo>
                  <a:lnTo>
                    <a:pt x="254825" y="137668"/>
                  </a:lnTo>
                  <a:lnTo>
                    <a:pt x="313499" y="137668"/>
                  </a:lnTo>
                  <a:lnTo>
                    <a:pt x="313499" y="114681"/>
                  </a:lnTo>
                  <a:close/>
                </a:path>
                <a:path w="443865" h="459104">
                  <a:moveTo>
                    <a:pt x="313499" y="38227"/>
                  </a:moveTo>
                  <a:lnTo>
                    <a:pt x="277672" y="38227"/>
                  </a:lnTo>
                  <a:lnTo>
                    <a:pt x="279920" y="39370"/>
                  </a:lnTo>
                  <a:lnTo>
                    <a:pt x="282816" y="43180"/>
                  </a:lnTo>
                  <a:lnTo>
                    <a:pt x="283273" y="45720"/>
                  </a:lnTo>
                  <a:lnTo>
                    <a:pt x="266346" y="104902"/>
                  </a:lnTo>
                  <a:lnTo>
                    <a:pt x="266215" y="104902"/>
                  </a:lnTo>
                  <a:lnTo>
                    <a:pt x="263385" y="107061"/>
                  </a:lnTo>
                  <a:lnTo>
                    <a:pt x="313499" y="107061"/>
                  </a:lnTo>
                  <a:lnTo>
                    <a:pt x="313499" y="38227"/>
                  </a:lnTo>
                  <a:close/>
                </a:path>
                <a:path w="443865" h="459104">
                  <a:moveTo>
                    <a:pt x="76466" y="84074"/>
                  </a:moveTo>
                  <a:lnTo>
                    <a:pt x="61175" y="84074"/>
                  </a:lnTo>
                  <a:lnTo>
                    <a:pt x="61175" y="99441"/>
                  </a:lnTo>
                  <a:lnTo>
                    <a:pt x="76466" y="99441"/>
                  </a:lnTo>
                  <a:lnTo>
                    <a:pt x="76466" y="84074"/>
                  </a:lnTo>
                  <a:close/>
                </a:path>
                <a:path w="443865" h="459104">
                  <a:moveTo>
                    <a:pt x="107048" y="84074"/>
                  </a:moveTo>
                  <a:lnTo>
                    <a:pt x="91757" y="84074"/>
                  </a:lnTo>
                  <a:lnTo>
                    <a:pt x="91757" y="99441"/>
                  </a:lnTo>
                  <a:lnTo>
                    <a:pt x="107048" y="99441"/>
                  </a:lnTo>
                  <a:lnTo>
                    <a:pt x="107048" y="84074"/>
                  </a:lnTo>
                  <a:close/>
                </a:path>
                <a:path w="443865" h="459104">
                  <a:moveTo>
                    <a:pt x="313499" y="22987"/>
                  </a:moveTo>
                  <a:lnTo>
                    <a:pt x="179158" y="22987"/>
                  </a:lnTo>
                  <a:lnTo>
                    <a:pt x="182067" y="25019"/>
                  </a:lnTo>
                  <a:lnTo>
                    <a:pt x="204317" y="91694"/>
                  </a:lnTo>
                  <a:lnTo>
                    <a:pt x="254203" y="91694"/>
                  </a:lnTo>
                  <a:lnTo>
                    <a:pt x="265137" y="53467"/>
                  </a:lnTo>
                  <a:lnTo>
                    <a:pt x="206451" y="53467"/>
                  </a:lnTo>
                  <a:lnTo>
                    <a:pt x="206451" y="38227"/>
                  </a:lnTo>
                  <a:lnTo>
                    <a:pt x="313499" y="38227"/>
                  </a:lnTo>
                  <a:lnTo>
                    <a:pt x="313499" y="2298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751838" y="5718146"/>
            <a:ext cx="2846705" cy="5238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400" b="1" dirty="0">
                <a:latin typeface="Century Gothic"/>
                <a:cs typeface="Century Gothic"/>
              </a:rPr>
              <a:t>What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they</a:t>
            </a:r>
            <a:r>
              <a:rPr sz="1400" b="1" spc="-25" dirty="0">
                <a:latin typeface="Century Gothic"/>
                <a:cs typeface="Century Gothic"/>
              </a:rPr>
              <a:t> do?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Understand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their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occupation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interest?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4395" y="5547359"/>
            <a:ext cx="904240" cy="916940"/>
            <a:chOff x="624395" y="5547359"/>
            <a:chExt cx="904240" cy="916940"/>
          </a:xfrm>
        </p:grpSpPr>
        <p:sp>
          <p:nvSpPr>
            <p:cNvPr id="31" name="object 31"/>
            <p:cNvSpPr/>
            <p:nvPr/>
          </p:nvSpPr>
          <p:spPr>
            <a:xfrm>
              <a:off x="864743" y="5547359"/>
              <a:ext cx="423545" cy="90805"/>
            </a:xfrm>
            <a:custGeom>
              <a:avLst/>
              <a:gdLst/>
              <a:ahLst/>
              <a:cxnLst/>
              <a:rect l="l" t="t" r="r" b="b"/>
              <a:pathLst>
                <a:path w="423544" h="90804">
                  <a:moveTo>
                    <a:pt x="210197" y="0"/>
                  </a:moveTo>
                  <a:lnTo>
                    <a:pt x="158200" y="2599"/>
                  </a:lnTo>
                  <a:lnTo>
                    <a:pt x="107705" y="10223"/>
                  </a:lnTo>
                  <a:lnTo>
                    <a:pt x="58968" y="22609"/>
                  </a:lnTo>
                  <a:lnTo>
                    <a:pt x="12242" y="39496"/>
                  </a:lnTo>
                  <a:lnTo>
                    <a:pt x="0" y="46012"/>
                  </a:lnTo>
                  <a:lnTo>
                    <a:pt x="18084" y="87782"/>
                  </a:lnTo>
                  <a:lnTo>
                    <a:pt x="30175" y="81305"/>
                  </a:lnTo>
                  <a:lnTo>
                    <a:pt x="72668" y="65972"/>
                  </a:lnTo>
                  <a:lnTo>
                    <a:pt x="116990" y="54738"/>
                  </a:lnTo>
                  <a:lnTo>
                    <a:pt x="162911" y="47831"/>
                  </a:lnTo>
                  <a:lnTo>
                    <a:pt x="210197" y="45478"/>
                  </a:lnTo>
                  <a:lnTo>
                    <a:pt x="257483" y="47831"/>
                  </a:lnTo>
                  <a:lnTo>
                    <a:pt x="303404" y="54738"/>
                  </a:lnTo>
                  <a:lnTo>
                    <a:pt x="347727" y="65972"/>
                  </a:lnTo>
                  <a:lnTo>
                    <a:pt x="390220" y="81305"/>
                  </a:lnTo>
                  <a:lnTo>
                    <a:pt x="407288" y="90462"/>
                  </a:lnTo>
                  <a:lnTo>
                    <a:pt x="423418" y="47624"/>
                  </a:lnTo>
                  <a:lnTo>
                    <a:pt x="408178" y="39496"/>
                  </a:lnTo>
                  <a:lnTo>
                    <a:pt x="361438" y="22609"/>
                  </a:lnTo>
                  <a:lnTo>
                    <a:pt x="312693" y="10223"/>
                  </a:lnTo>
                  <a:lnTo>
                    <a:pt x="262195" y="2599"/>
                  </a:lnTo>
                  <a:lnTo>
                    <a:pt x="2101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395" y="5559932"/>
              <a:ext cx="903795" cy="90379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15225" y="5644070"/>
              <a:ext cx="723265" cy="723265"/>
            </a:xfrm>
            <a:custGeom>
              <a:avLst/>
              <a:gdLst/>
              <a:ahLst/>
              <a:cxnLst/>
              <a:rect l="l" t="t" r="r" b="b"/>
              <a:pathLst>
                <a:path w="723265" h="723264">
                  <a:moveTo>
                    <a:pt x="361505" y="0"/>
                  </a:moveTo>
                  <a:lnTo>
                    <a:pt x="312453" y="3300"/>
                  </a:lnTo>
                  <a:lnTo>
                    <a:pt x="265406" y="12914"/>
                  </a:lnTo>
                  <a:lnTo>
                    <a:pt x="220795" y="28410"/>
                  </a:lnTo>
                  <a:lnTo>
                    <a:pt x="179051" y="49358"/>
                  </a:lnTo>
                  <a:lnTo>
                    <a:pt x="140604" y="75327"/>
                  </a:lnTo>
                  <a:lnTo>
                    <a:pt x="105886" y="105886"/>
                  </a:lnTo>
                  <a:lnTo>
                    <a:pt x="75327" y="140604"/>
                  </a:lnTo>
                  <a:lnTo>
                    <a:pt x="49358" y="179051"/>
                  </a:lnTo>
                  <a:lnTo>
                    <a:pt x="28410" y="220795"/>
                  </a:lnTo>
                  <a:lnTo>
                    <a:pt x="12914" y="265406"/>
                  </a:lnTo>
                  <a:lnTo>
                    <a:pt x="3300" y="312453"/>
                  </a:lnTo>
                  <a:lnTo>
                    <a:pt x="0" y="361505"/>
                  </a:lnTo>
                  <a:lnTo>
                    <a:pt x="3300" y="410560"/>
                  </a:lnTo>
                  <a:lnTo>
                    <a:pt x="12914" y="457608"/>
                  </a:lnTo>
                  <a:lnTo>
                    <a:pt x="28410" y="502220"/>
                  </a:lnTo>
                  <a:lnTo>
                    <a:pt x="49358" y="543965"/>
                  </a:lnTo>
                  <a:lnTo>
                    <a:pt x="75327" y="582411"/>
                  </a:lnTo>
                  <a:lnTo>
                    <a:pt x="105886" y="617129"/>
                  </a:lnTo>
                  <a:lnTo>
                    <a:pt x="140604" y="647687"/>
                  </a:lnTo>
                  <a:lnTo>
                    <a:pt x="179051" y="673655"/>
                  </a:lnTo>
                  <a:lnTo>
                    <a:pt x="220795" y="694602"/>
                  </a:lnTo>
                  <a:lnTo>
                    <a:pt x="265406" y="710097"/>
                  </a:lnTo>
                  <a:lnTo>
                    <a:pt x="312453" y="719710"/>
                  </a:lnTo>
                  <a:lnTo>
                    <a:pt x="361505" y="723010"/>
                  </a:lnTo>
                  <a:lnTo>
                    <a:pt x="410552" y="719710"/>
                  </a:lnTo>
                  <a:lnTo>
                    <a:pt x="457598" y="710097"/>
                  </a:lnTo>
                  <a:lnTo>
                    <a:pt x="502210" y="694602"/>
                  </a:lnTo>
                  <a:lnTo>
                    <a:pt x="543958" y="673655"/>
                  </a:lnTo>
                  <a:lnTo>
                    <a:pt x="582410" y="647687"/>
                  </a:lnTo>
                  <a:lnTo>
                    <a:pt x="617134" y="617129"/>
                  </a:lnTo>
                  <a:lnTo>
                    <a:pt x="647699" y="582411"/>
                  </a:lnTo>
                  <a:lnTo>
                    <a:pt x="673675" y="543965"/>
                  </a:lnTo>
                  <a:lnTo>
                    <a:pt x="694629" y="502220"/>
                  </a:lnTo>
                  <a:lnTo>
                    <a:pt x="710130" y="457608"/>
                  </a:lnTo>
                  <a:lnTo>
                    <a:pt x="719747" y="410560"/>
                  </a:lnTo>
                  <a:lnTo>
                    <a:pt x="723049" y="361505"/>
                  </a:lnTo>
                  <a:lnTo>
                    <a:pt x="719747" y="312453"/>
                  </a:lnTo>
                  <a:lnTo>
                    <a:pt x="710130" y="265406"/>
                  </a:lnTo>
                  <a:lnTo>
                    <a:pt x="694629" y="220795"/>
                  </a:lnTo>
                  <a:lnTo>
                    <a:pt x="673675" y="179051"/>
                  </a:lnTo>
                  <a:lnTo>
                    <a:pt x="647699" y="140604"/>
                  </a:lnTo>
                  <a:lnTo>
                    <a:pt x="617134" y="105886"/>
                  </a:lnTo>
                  <a:lnTo>
                    <a:pt x="582410" y="75327"/>
                  </a:lnTo>
                  <a:lnTo>
                    <a:pt x="543958" y="49358"/>
                  </a:lnTo>
                  <a:lnTo>
                    <a:pt x="502210" y="28410"/>
                  </a:lnTo>
                  <a:lnTo>
                    <a:pt x="457598" y="12914"/>
                  </a:lnTo>
                  <a:lnTo>
                    <a:pt x="410552" y="3300"/>
                  </a:lnTo>
                  <a:lnTo>
                    <a:pt x="3615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844296" y="5795771"/>
              <a:ext cx="464820" cy="419100"/>
            </a:xfrm>
            <a:custGeom>
              <a:avLst/>
              <a:gdLst/>
              <a:ahLst/>
              <a:cxnLst/>
              <a:rect l="l" t="t" r="r" b="b"/>
              <a:pathLst>
                <a:path w="464819" h="419100">
                  <a:moveTo>
                    <a:pt x="421195" y="381063"/>
                  </a:moveTo>
                  <a:lnTo>
                    <a:pt x="44335" y="381063"/>
                  </a:lnTo>
                  <a:lnTo>
                    <a:pt x="52920" y="414070"/>
                  </a:lnTo>
                  <a:lnTo>
                    <a:pt x="53632" y="416940"/>
                  </a:lnTo>
                  <a:lnTo>
                    <a:pt x="56489" y="419099"/>
                  </a:lnTo>
                  <a:lnTo>
                    <a:pt x="409041" y="419099"/>
                  </a:lnTo>
                  <a:lnTo>
                    <a:pt x="411187" y="416940"/>
                  </a:lnTo>
                  <a:lnTo>
                    <a:pt x="412610" y="414070"/>
                  </a:lnTo>
                  <a:lnTo>
                    <a:pt x="421195" y="381063"/>
                  </a:lnTo>
                  <a:close/>
                </a:path>
                <a:path w="464819" h="419100">
                  <a:moveTo>
                    <a:pt x="366141" y="161467"/>
                  </a:moveTo>
                  <a:lnTo>
                    <a:pt x="99402" y="161467"/>
                  </a:lnTo>
                  <a:lnTo>
                    <a:pt x="90923" y="163216"/>
                  </a:lnTo>
                  <a:lnTo>
                    <a:pt x="84120" y="167925"/>
                  </a:lnTo>
                  <a:lnTo>
                    <a:pt x="79595" y="174787"/>
                  </a:lnTo>
                  <a:lnTo>
                    <a:pt x="77952" y="182994"/>
                  </a:lnTo>
                  <a:lnTo>
                    <a:pt x="77952" y="366712"/>
                  </a:lnTo>
                  <a:lnTo>
                    <a:pt x="387591" y="366712"/>
                  </a:lnTo>
                  <a:lnTo>
                    <a:pt x="387591" y="349491"/>
                  </a:lnTo>
                  <a:lnTo>
                    <a:pt x="232409" y="349491"/>
                  </a:lnTo>
                  <a:lnTo>
                    <a:pt x="202320" y="343412"/>
                  </a:lnTo>
                  <a:lnTo>
                    <a:pt x="177357" y="326770"/>
                  </a:lnTo>
                  <a:lnTo>
                    <a:pt x="172712" y="320065"/>
                  </a:lnTo>
                  <a:lnTo>
                    <a:pt x="160104" y="301651"/>
                  </a:lnTo>
                  <a:lnTo>
                    <a:pt x="153746" y="270548"/>
                  </a:lnTo>
                  <a:lnTo>
                    <a:pt x="159902" y="240163"/>
                  </a:lnTo>
                  <a:lnTo>
                    <a:pt x="176718" y="215293"/>
                  </a:lnTo>
                  <a:lnTo>
                    <a:pt x="201714" y="198496"/>
                  </a:lnTo>
                  <a:lnTo>
                    <a:pt x="232409" y="192328"/>
                  </a:lnTo>
                  <a:lnTo>
                    <a:pt x="387591" y="192328"/>
                  </a:lnTo>
                  <a:lnTo>
                    <a:pt x="387591" y="182994"/>
                  </a:lnTo>
                  <a:lnTo>
                    <a:pt x="386006" y="174787"/>
                  </a:lnTo>
                  <a:lnTo>
                    <a:pt x="385948" y="174487"/>
                  </a:lnTo>
                  <a:lnTo>
                    <a:pt x="381423" y="167659"/>
                  </a:lnTo>
                  <a:lnTo>
                    <a:pt x="374769" y="163216"/>
                  </a:lnTo>
                  <a:lnTo>
                    <a:pt x="375134" y="163216"/>
                  </a:lnTo>
                  <a:lnTo>
                    <a:pt x="366141" y="161467"/>
                  </a:lnTo>
                  <a:close/>
                </a:path>
                <a:path w="464819" h="419100">
                  <a:moveTo>
                    <a:pt x="387591" y="192328"/>
                  </a:moveTo>
                  <a:lnTo>
                    <a:pt x="232409" y="192328"/>
                  </a:lnTo>
                  <a:lnTo>
                    <a:pt x="262686" y="198496"/>
                  </a:lnTo>
                  <a:lnTo>
                    <a:pt x="287467" y="215293"/>
                  </a:lnTo>
                  <a:lnTo>
                    <a:pt x="304204" y="240163"/>
                  </a:lnTo>
                  <a:lnTo>
                    <a:pt x="310349" y="270548"/>
                  </a:lnTo>
                  <a:lnTo>
                    <a:pt x="304204" y="301651"/>
                  </a:lnTo>
                  <a:lnTo>
                    <a:pt x="291902" y="320065"/>
                  </a:lnTo>
                  <a:lnTo>
                    <a:pt x="287367" y="326770"/>
                  </a:lnTo>
                  <a:lnTo>
                    <a:pt x="262686" y="343412"/>
                  </a:lnTo>
                  <a:lnTo>
                    <a:pt x="232409" y="349491"/>
                  </a:lnTo>
                  <a:lnTo>
                    <a:pt x="387591" y="349491"/>
                  </a:lnTo>
                  <a:lnTo>
                    <a:pt x="387591" y="192328"/>
                  </a:lnTo>
                  <a:close/>
                </a:path>
                <a:path w="464819" h="419100">
                  <a:moveTo>
                    <a:pt x="232409" y="292798"/>
                  </a:moveTo>
                  <a:lnTo>
                    <a:pt x="219390" y="294737"/>
                  </a:lnTo>
                  <a:lnTo>
                    <a:pt x="207646" y="300240"/>
                  </a:lnTo>
                  <a:lnTo>
                    <a:pt x="197914" y="308839"/>
                  </a:lnTo>
                  <a:lnTo>
                    <a:pt x="190931" y="320065"/>
                  </a:lnTo>
                  <a:lnTo>
                    <a:pt x="200127" y="326770"/>
                  </a:lnTo>
                  <a:lnTo>
                    <a:pt x="210327" y="331725"/>
                  </a:lnTo>
                  <a:lnTo>
                    <a:pt x="221199" y="334797"/>
                  </a:lnTo>
                  <a:lnTo>
                    <a:pt x="232409" y="335851"/>
                  </a:lnTo>
                  <a:lnTo>
                    <a:pt x="243920" y="334797"/>
                  </a:lnTo>
                  <a:lnTo>
                    <a:pt x="254758" y="331725"/>
                  </a:lnTo>
                  <a:lnTo>
                    <a:pt x="264792" y="326770"/>
                  </a:lnTo>
                  <a:lnTo>
                    <a:pt x="273888" y="320065"/>
                  </a:lnTo>
                  <a:lnTo>
                    <a:pt x="266905" y="308839"/>
                  </a:lnTo>
                  <a:lnTo>
                    <a:pt x="257173" y="300240"/>
                  </a:lnTo>
                  <a:lnTo>
                    <a:pt x="245429" y="294737"/>
                  </a:lnTo>
                  <a:lnTo>
                    <a:pt x="232409" y="292798"/>
                  </a:lnTo>
                  <a:close/>
                </a:path>
                <a:path w="464819" h="419100">
                  <a:moveTo>
                    <a:pt x="232409" y="206679"/>
                  </a:moveTo>
                  <a:lnTo>
                    <a:pt x="207068" y="211815"/>
                  </a:lnTo>
                  <a:lnTo>
                    <a:pt x="207418" y="211815"/>
                  </a:lnTo>
                  <a:lnTo>
                    <a:pt x="187088" y="225426"/>
                  </a:lnTo>
                  <a:lnTo>
                    <a:pt x="173175" y="245732"/>
                  </a:lnTo>
                  <a:lnTo>
                    <a:pt x="168046" y="270548"/>
                  </a:lnTo>
                  <a:lnTo>
                    <a:pt x="168776" y="279808"/>
                  </a:lnTo>
                  <a:lnTo>
                    <a:pt x="168840" y="280619"/>
                  </a:lnTo>
                  <a:lnTo>
                    <a:pt x="171176" y="290285"/>
                  </a:lnTo>
                  <a:lnTo>
                    <a:pt x="174990" y="299410"/>
                  </a:lnTo>
                  <a:lnTo>
                    <a:pt x="180212" y="307860"/>
                  </a:lnTo>
                  <a:lnTo>
                    <a:pt x="189772" y="295281"/>
                  </a:lnTo>
                  <a:lnTo>
                    <a:pt x="202015" y="285796"/>
                  </a:lnTo>
                  <a:lnTo>
                    <a:pt x="216406" y="279808"/>
                  </a:lnTo>
                  <a:lnTo>
                    <a:pt x="232409" y="277723"/>
                  </a:lnTo>
                  <a:lnTo>
                    <a:pt x="296208" y="277723"/>
                  </a:lnTo>
                  <a:lnTo>
                    <a:pt x="296264" y="277012"/>
                  </a:lnTo>
                  <a:lnTo>
                    <a:pt x="232409" y="277012"/>
                  </a:lnTo>
                  <a:lnTo>
                    <a:pt x="220254" y="274500"/>
                  </a:lnTo>
                  <a:lnTo>
                    <a:pt x="210240" y="267682"/>
                  </a:lnTo>
                  <a:lnTo>
                    <a:pt x="203443" y="257633"/>
                  </a:lnTo>
                  <a:lnTo>
                    <a:pt x="201064" y="246038"/>
                  </a:lnTo>
                  <a:lnTo>
                    <a:pt x="200939" y="245427"/>
                  </a:lnTo>
                  <a:lnTo>
                    <a:pt x="203443" y="233229"/>
                  </a:lnTo>
                  <a:lnTo>
                    <a:pt x="210240" y="223183"/>
                  </a:lnTo>
                  <a:lnTo>
                    <a:pt x="220254" y="216366"/>
                  </a:lnTo>
                  <a:lnTo>
                    <a:pt x="232409" y="213855"/>
                  </a:lnTo>
                  <a:lnTo>
                    <a:pt x="260131" y="213855"/>
                  </a:lnTo>
                  <a:lnTo>
                    <a:pt x="257147" y="211815"/>
                  </a:lnTo>
                  <a:lnTo>
                    <a:pt x="232409" y="206679"/>
                  </a:lnTo>
                  <a:close/>
                </a:path>
                <a:path w="464819" h="419100">
                  <a:moveTo>
                    <a:pt x="296208" y="277723"/>
                  </a:moveTo>
                  <a:lnTo>
                    <a:pt x="232409" y="277723"/>
                  </a:lnTo>
                  <a:lnTo>
                    <a:pt x="248107" y="279808"/>
                  </a:lnTo>
                  <a:lnTo>
                    <a:pt x="262532" y="285796"/>
                  </a:lnTo>
                  <a:lnTo>
                    <a:pt x="274945" y="295281"/>
                  </a:lnTo>
                  <a:lnTo>
                    <a:pt x="284606" y="307860"/>
                  </a:lnTo>
                  <a:lnTo>
                    <a:pt x="289829" y="299410"/>
                  </a:lnTo>
                  <a:lnTo>
                    <a:pt x="293643" y="290285"/>
                  </a:lnTo>
                  <a:lnTo>
                    <a:pt x="295979" y="280619"/>
                  </a:lnTo>
                  <a:lnTo>
                    <a:pt x="296208" y="277723"/>
                  </a:lnTo>
                  <a:close/>
                </a:path>
                <a:path w="464819" h="419100">
                  <a:moveTo>
                    <a:pt x="260131" y="213855"/>
                  </a:moveTo>
                  <a:lnTo>
                    <a:pt x="232409" y="213855"/>
                  </a:lnTo>
                  <a:lnTo>
                    <a:pt x="244563" y="216366"/>
                  </a:lnTo>
                  <a:lnTo>
                    <a:pt x="254573" y="223183"/>
                  </a:lnTo>
                  <a:lnTo>
                    <a:pt x="261365" y="233229"/>
                  </a:lnTo>
                  <a:lnTo>
                    <a:pt x="263867" y="245427"/>
                  </a:lnTo>
                  <a:lnTo>
                    <a:pt x="261365" y="257633"/>
                  </a:lnTo>
                  <a:lnTo>
                    <a:pt x="254573" y="267682"/>
                  </a:lnTo>
                  <a:lnTo>
                    <a:pt x="244563" y="274500"/>
                  </a:lnTo>
                  <a:lnTo>
                    <a:pt x="232409" y="277012"/>
                  </a:lnTo>
                  <a:lnTo>
                    <a:pt x="296264" y="277012"/>
                  </a:lnTo>
                  <a:lnTo>
                    <a:pt x="296773" y="270548"/>
                  </a:lnTo>
                  <a:lnTo>
                    <a:pt x="291338" y="246038"/>
                  </a:lnTo>
                  <a:lnTo>
                    <a:pt x="277460" y="225698"/>
                  </a:lnTo>
                  <a:lnTo>
                    <a:pt x="260131" y="213855"/>
                  </a:lnTo>
                  <a:close/>
                </a:path>
                <a:path w="464819" h="419100">
                  <a:moveTo>
                    <a:pt x="241884" y="228206"/>
                  </a:moveTo>
                  <a:lnTo>
                    <a:pt x="222935" y="228206"/>
                  </a:lnTo>
                  <a:lnTo>
                    <a:pt x="215252" y="235915"/>
                  </a:lnTo>
                  <a:lnTo>
                    <a:pt x="215252" y="254939"/>
                  </a:lnTo>
                  <a:lnTo>
                    <a:pt x="222935" y="262661"/>
                  </a:lnTo>
                  <a:lnTo>
                    <a:pt x="241884" y="262661"/>
                  </a:lnTo>
                  <a:lnTo>
                    <a:pt x="249567" y="254939"/>
                  </a:lnTo>
                  <a:lnTo>
                    <a:pt x="249567" y="235915"/>
                  </a:lnTo>
                  <a:lnTo>
                    <a:pt x="241884" y="228206"/>
                  </a:lnTo>
                  <a:close/>
                </a:path>
                <a:path w="464819" h="419100">
                  <a:moveTo>
                    <a:pt x="461898" y="243281"/>
                  </a:moveTo>
                  <a:lnTo>
                    <a:pt x="412622" y="243281"/>
                  </a:lnTo>
                  <a:lnTo>
                    <a:pt x="409041" y="246862"/>
                  </a:lnTo>
                  <a:lnTo>
                    <a:pt x="409041" y="264083"/>
                  </a:lnTo>
                  <a:lnTo>
                    <a:pt x="401891" y="264083"/>
                  </a:lnTo>
                  <a:lnTo>
                    <a:pt x="401891" y="278447"/>
                  </a:lnTo>
                  <a:lnTo>
                    <a:pt x="409041" y="278447"/>
                  </a:lnTo>
                  <a:lnTo>
                    <a:pt x="409041" y="295668"/>
                  </a:lnTo>
                  <a:lnTo>
                    <a:pt x="412622" y="299250"/>
                  </a:lnTo>
                  <a:lnTo>
                    <a:pt x="461898" y="299250"/>
                  </a:lnTo>
                  <a:lnTo>
                    <a:pt x="464819" y="295668"/>
                  </a:lnTo>
                  <a:lnTo>
                    <a:pt x="464819" y="246151"/>
                  </a:lnTo>
                  <a:lnTo>
                    <a:pt x="461898" y="243281"/>
                  </a:lnTo>
                  <a:close/>
                </a:path>
                <a:path w="464819" h="419100">
                  <a:moveTo>
                    <a:pt x="27178" y="243281"/>
                  </a:moveTo>
                  <a:lnTo>
                    <a:pt x="20027" y="243281"/>
                  </a:lnTo>
                  <a:lnTo>
                    <a:pt x="12877" y="246151"/>
                  </a:lnTo>
                  <a:lnTo>
                    <a:pt x="7861" y="251167"/>
                  </a:lnTo>
                  <a:lnTo>
                    <a:pt x="2857" y="256908"/>
                  </a:lnTo>
                  <a:lnTo>
                    <a:pt x="0" y="264083"/>
                  </a:lnTo>
                  <a:lnTo>
                    <a:pt x="0" y="279158"/>
                  </a:lnTo>
                  <a:lnTo>
                    <a:pt x="2146" y="286334"/>
                  </a:lnTo>
                  <a:lnTo>
                    <a:pt x="13588" y="296379"/>
                  </a:lnTo>
                  <a:lnTo>
                    <a:pt x="20739" y="299250"/>
                  </a:lnTo>
                  <a:lnTo>
                    <a:pt x="35039" y="299250"/>
                  </a:lnTo>
                  <a:lnTo>
                    <a:pt x="42189" y="296379"/>
                  </a:lnTo>
                  <a:lnTo>
                    <a:pt x="50774" y="287769"/>
                  </a:lnTo>
                  <a:lnTo>
                    <a:pt x="52920" y="283463"/>
                  </a:lnTo>
                  <a:lnTo>
                    <a:pt x="54343" y="278447"/>
                  </a:lnTo>
                  <a:lnTo>
                    <a:pt x="62928" y="278447"/>
                  </a:lnTo>
                  <a:lnTo>
                    <a:pt x="62928" y="264083"/>
                  </a:lnTo>
                  <a:lnTo>
                    <a:pt x="54343" y="264083"/>
                  </a:lnTo>
                  <a:lnTo>
                    <a:pt x="50402" y="255689"/>
                  </a:lnTo>
                  <a:lnTo>
                    <a:pt x="44246" y="249110"/>
                  </a:lnTo>
                  <a:lnTo>
                    <a:pt x="36348" y="244817"/>
                  </a:lnTo>
                  <a:lnTo>
                    <a:pt x="27178" y="243281"/>
                  </a:lnTo>
                  <a:close/>
                </a:path>
                <a:path w="464819" h="419100">
                  <a:moveTo>
                    <a:pt x="439800" y="61721"/>
                  </a:moveTo>
                  <a:lnTo>
                    <a:pt x="390448" y="61721"/>
                  </a:lnTo>
                  <a:lnTo>
                    <a:pt x="386867" y="64592"/>
                  </a:lnTo>
                  <a:lnTo>
                    <a:pt x="386867" y="82524"/>
                  </a:lnTo>
                  <a:lnTo>
                    <a:pt x="307492" y="82524"/>
                  </a:lnTo>
                  <a:lnTo>
                    <a:pt x="303923" y="85394"/>
                  </a:lnTo>
                  <a:lnTo>
                    <a:pt x="303923" y="147116"/>
                  </a:lnTo>
                  <a:lnTo>
                    <a:pt x="318223" y="147116"/>
                  </a:lnTo>
                  <a:lnTo>
                    <a:pt x="318223" y="96875"/>
                  </a:lnTo>
                  <a:lnTo>
                    <a:pt x="443356" y="96875"/>
                  </a:lnTo>
                  <a:lnTo>
                    <a:pt x="443356" y="64592"/>
                  </a:lnTo>
                  <a:lnTo>
                    <a:pt x="439800" y="61721"/>
                  </a:lnTo>
                  <a:close/>
                </a:path>
                <a:path w="464819" h="419100">
                  <a:moveTo>
                    <a:pt x="443356" y="96875"/>
                  </a:moveTo>
                  <a:lnTo>
                    <a:pt x="387591" y="96875"/>
                  </a:lnTo>
                  <a:lnTo>
                    <a:pt x="387591" y="114820"/>
                  </a:lnTo>
                  <a:lnTo>
                    <a:pt x="391159" y="117690"/>
                  </a:lnTo>
                  <a:lnTo>
                    <a:pt x="439800" y="117690"/>
                  </a:lnTo>
                  <a:lnTo>
                    <a:pt x="443356" y="114820"/>
                  </a:lnTo>
                  <a:lnTo>
                    <a:pt x="443356" y="96875"/>
                  </a:lnTo>
                  <a:close/>
                </a:path>
                <a:path w="464819" h="419100">
                  <a:moveTo>
                    <a:pt x="159473" y="96875"/>
                  </a:moveTo>
                  <a:lnTo>
                    <a:pt x="145160" y="96875"/>
                  </a:lnTo>
                  <a:lnTo>
                    <a:pt x="145160" y="147116"/>
                  </a:lnTo>
                  <a:lnTo>
                    <a:pt x="159473" y="147116"/>
                  </a:lnTo>
                  <a:lnTo>
                    <a:pt x="159473" y="96875"/>
                  </a:lnTo>
                  <a:close/>
                </a:path>
                <a:path w="464819" h="419100">
                  <a:moveTo>
                    <a:pt x="72936" y="61721"/>
                  </a:moveTo>
                  <a:lnTo>
                    <a:pt x="23596" y="61721"/>
                  </a:lnTo>
                  <a:lnTo>
                    <a:pt x="20739" y="64592"/>
                  </a:lnTo>
                  <a:lnTo>
                    <a:pt x="20739" y="114820"/>
                  </a:lnTo>
                  <a:lnTo>
                    <a:pt x="24320" y="117690"/>
                  </a:lnTo>
                  <a:lnTo>
                    <a:pt x="72936" y="117690"/>
                  </a:lnTo>
                  <a:lnTo>
                    <a:pt x="76517" y="114820"/>
                  </a:lnTo>
                  <a:lnTo>
                    <a:pt x="76517" y="96875"/>
                  </a:lnTo>
                  <a:lnTo>
                    <a:pt x="159473" y="96875"/>
                  </a:lnTo>
                  <a:lnTo>
                    <a:pt x="159473" y="85394"/>
                  </a:lnTo>
                  <a:lnTo>
                    <a:pt x="156603" y="82524"/>
                  </a:lnTo>
                  <a:lnTo>
                    <a:pt x="76517" y="82524"/>
                  </a:lnTo>
                  <a:lnTo>
                    <a:pt x="76517" y="64592"/>
                  </a:lnTo>
                  <a:lnTo>
                    <a:pt x="72936" y="61721"/>
                  </a:lnTo>
                  <a:close/>
                </a:path>
                <a:path w="464819" h="419100">
                  <a:moveTo>
                    <a:pt x="230263" y="0"/>
                  </a:moveTo>
                  <a:lnTo>
                    <a:pt x="219573" y="2153"/>
                  </a:lnTo>
                  <a:lnTo>
                    <a:pt x="210689" y="8075"/>
                  </a:lnTo>
                  <a:lnTo>
                    <a:pt x="204621" y="16957"/>
                  </a:lnTo>
                  <a:lnTo>
                    <a:pt x="202374" y="27990"/>
                  </a:lnTo>
                  <a:lnTo>
                    <a:pt x="203905" y="36878"/>
                  </a:lnTo>
                  <a:lnTo>
                    <a:pt x="208186" y="44759"/>
                  </a:lnTo>
                  <a:lnTo>
                    <a:pt x="214979" y="50997"/>
                  </a:lnTo>
                  <a:lnTo>
                    <a:pt x="223113" y="54546"/>
                  </a:lnTo>
                  <a:lnTo>
                    <a:pt x="223113" y="146392"/>
                  </a:lnTo>
                  <a:lnTo>
                    <a:pt x="237413" y="146392"/>
                  </a:lnTo>
                  <a:lnTo>
                    <a:pt x="237413" y="54546"/>
                  </a:lnTo>
                  <a:lnTo>
                    <a:pt x="245781" y="50997"/>
                  </a:lnTo>
                  <a:lnTo>
                    <a:pt x="252341" y="45031"/>
                  </a:lnTo>
                  <a:lnTo>
                    <a:pt x="256621" y="37183"/>
                  </a:lnTo>
                  <a:lnTo>
                    <a:pt x="258152" y="27990"/>
                  </a:lnTo>
                  <a:lnTo>
                    <a:pt x="256007" y="16957"/>
                  </a:lnTo>
                  <a:lnTo>
                    <a:pt x="250109" y="8075"/>
                  </a:lnTo>
                  <a:lnTo>
                    <a:pt x="241259" y="2153"/>
                  </a:lnTo>
                  <a:lnTo>
                    <a:pt x="230263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Product</a:t>
            </a:r>
            <a:r>
              <a:rPr spc="-40" dirty="0"/>
              <a:t> </a:t>
            </a:r>
            <a:r>
              <a:rPr dirty="0"/>
              <a:t>Roadmap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Business</a:t>
            </a:r>
            <a:r>
              <a:rPr spc="-25" dirty="0"/>
              <a:t> </a:t>
            </a:r>
            <a:r>
              <a:rPr dirty="0"/>
              <a:t>Concept</a:t>
            </a:r>
            <a:r>
              <a:rPr spc="-30" dirty="0"/>
              <a:t> </a:t>
            </a:r>
            <a:r>
              <a:rPr spc="-10" dirty="0"/>
              <a:t>Funding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047" y="1880616"/>
            <a:ext cx="12198096" cy="4952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79968" y="3187910"/>
            <a:ext cx="2174240" cy="7727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160905" algn="l"/>
              </a:tabLst>
            </a:pPr>
            <a:r>
              <a:rPr sz="1100" b="1" u="sng" spc="330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  </a:t>
            </a: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Product</a:t>
            </a:r>
            <a:r>
              <a:rPr sz="1100" b="1" u="sng" spc="-35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 </a:t>
            </a:r>
            <a:r>
              <a:rPr sz="1100" b="1" u="sng" spc="-10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Development</a:t>
            </a: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	</a:t>
            </a:r>
            <a:endParaRPr sz="1100" dirty="0">
              <a:latin typeface="Century Gothic"/>
              <a:cs typeface="Century Gothic"/>
            </a:endParaRPr>
          </a:p>
          <a:p>
            <a:pPr marL="176530" marR="11557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2773" y="1227582"/>
            <a:ext cx="107823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entury Gothic"/>
                <a:cs typeface="Century Gothic"/>
              </a:rPr>
              <a:t>Product</a:t>
            </a:r>
            <a:r>
              <a:rPr sz="1100" b="1" spc="-55" dirty="0">
                <a:latin typeface="Century Gothic"/>
                <a:cs typeface="Century Gothic"/>
              </a:rPr>
              <a:t> </a:t>
            </a:r>
            <a:r>
              <a:rPr sz="1100" b="1" spc="-10" dirty="0">
                <a:latin typeface="Century Gothic"/>
                <a:cs typeface="Century Gothic"/>
              </a:rPr>
              <a:t>Launch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2773" y="1438402"/>
            <a:ext cx="189992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8200" y="989787"/>
            <a:ext cx="197802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8600" algn="l"/>
                <a:tab pos="1964689" algn="l"/>
              </a:tabLst>
            </a:pP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	Evaluation</a:t>
            </a:r>
            <a:r>
              <a:rPr sz="1100" b="1" u="sng" spc="-45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 </a:t>
            </a: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of </a:t>
            </a:r>
            <a:r>
              <a:rPr sz="1100" b="1" u="sng" spc="-10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Results</a:t>
            </a: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	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4354" y="1220470"/>
            <a:ext cx="189992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1167" y="4190067"/>
            <a:ext cx="2033905" cy="7727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00" b="1" dirty="0">
                <a:latin typeface="Century Gothic"/>
                <a:cs typeface="Century Gothic"/>
              </a:rPr>
              <a:t>Concept</a:t>
            </a:r>
            <a:r>
              <a:rPr sz="1100" b="1" spc="-50" dirty="0">
                <a:latin typeface="Century Gothic"/>
                <a:cs typeface="Century Gothic"/>
              </a:rPr>
              <a:t> </a:t>
            </a:r>
            <a:r>
              <a:rPr sz="1100" b="1" spc="-10" dirty="0">
                <a:latin typeface="Century Gothic"/>
                <a:cs typeface="Century Gothic"/>
              </a:rPr>
              <a:t>Testing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92422" y="982980"/>
            <a:ext cx="5687060" cy="4017645"/>
            <a:chOff x="2792422" y="982980"/>
            <a:chExt cx="5687060" cy="401764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8908" y="4133100"/>
              <a:ext cx="867143" cy="86714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51806" y="4205859"/>
              <a:ext cx="726440" cy="726440"/>
            </a:xfrm>
            <a:custGeom>
              <a:avLst/>
              <a:gdLst/>
              <a:ahLst/>
              <a:cxnLst/>
              <a:rect l="l" t="t" r="r" b="b"/>
              <a:pathLst>
                <a:path w="726439" h="726439">
                  <a:moveTo>
                    <a:pt x="363220" y="0"/>
                  </a:moveTo>
                  <a:lnTo>
                    <a:pt x="313920" y="3314"/>
                  </a:lnTo>
                  <a:lnTo>
                    <a:pt x="266641" y="12969"/>
                  </a:lnTo>
                  <a:lnTo>
                    <a:pt x="221813" y="28533"/>
                  </a:lnTo>
                  <a:lnTo>
                    <a:pt x="179869" y="49572"/>
                  </a:lnTo>
                  <a:lnTo>
                    <a:pt x="141241" y="75654"/>
                  </a:lnTo>
                  <a:lnTo>
                    <a:pt x="106362" y="106346"/>
                  </a:lnTo>
                  <a:lnTo>
                    <a:pt x="75663" y="141216"/>
                  </a:lnTo>
                  <a:lnTo>
                    <a:pt x="49577" y="179832"/>
                  </a:lnTo>
                  <a:lnTo>
                    <a:pt x="28535" y="221759"/>
                  </a:lnTo>
                  <a:lnTo>
                    <a:pt x="12970" y="266567"/>
                  </a:lnTo>
                  <a:lnTo>
                    <a:pt x="3314" y="313822"/>
                  </a:lnTo>
                  <a:lnTo>
                    <a:pt x="0" y="363093"/>
                  </a:lnTo>
                  <a:lnTo>
                    <a:pt x="3314" y="412392"/>
                  </a:lnTo>
                  <a:lnTo>
                    <a:pt x="12970" y="459671"/>
                  </a:lnTo>
                  <a:lnTo>
                    <a:pt x="28535" y="504499"/>
                  </a:lnTo>
                  <a:lnTo>
                    <a:pt x="49577" y="546443"/>
                  </a:lnTo>
                  <a:lnTo>
                    <a:pt x="75663" y="585071"/>
                  </a:lnTo>
                  <a:lnTo>
                    <a:pt x="106362" y="619950"/>
                  </a:lnTo>
                  <a:lnTo>
                    <a:pt x="141241" y="650649"/>
                  </a:lnTo>
                  <a:lnTo>
                    <a:pt x="179869" y="676735"/>
                  </a:lnTo>
                  <a:lnTo>
                    <a:pt x="221813" y="697777"/>
                  </a:lnTo>
                  <a:lnTo>
                    <a:pt x="266641" y="713342"/>
                  </a:lnTo>
                  <a:lnTo>
                    <a:pt x="313920" y="722998"/>
                  </a:lnTo>
                  <a:lnTo>
                    <a:pt x="363220" y="726313"/>
                  </a:lnTo>
                  <a:lnTo>
                    <a:pt x="412492" y="722998"/>
                  </a:lnTo>
                  <a:lnTo>
                    <a:pt x="459754" y="713342"/>
                  </a:lnTo>
                  <a:lnTo>
                    <a:pt x="504572" y="697777"/>
                  </a:lnTo>
                  <a:lnTo>
                    <a:pt x="546513" y="676735"/>
                  </a:lnTo>
                  <a:lnTo>
                    <a:pt x="585144" y="650649"/>
                  </a:lnTo>
                  <a:lnTo>
                    <a:pt x="620029" y="619950"/>
                  </a:lnTo>
                  <a:lnTo>
                    <a:pt x="650737" y="585071"/>
                  </a:lnTo>
                  <a:lnTo>
                    <a:pt x="676834" y="546443"/>
                  </a:lnTo>
                  <a:lnTo>
                    <a:pt x="697886" y="504499"/>
                  </a:lnTo>
                  <a:lnTo>
                    <a:pt x="713460" y="459671"/>
                  </a:lnTo>
                  <a:lnTo>
                    <a:pt x="723122" y="412392"/>
                  </a:lnTo>
                  <a:lnTo>
                    <a:pt x="726440" y="363093"/>
                  </a:lnTo>
                  <a:lnTo>
                    <a:pt x="723122" y="313822"/>
                  </a:lnTo>
                  <a:lnTo>
                    <a:pt x="713460" y="266567"/>
                  </a:lnTo>
                  <a:lnTo>
                    <a:pt x="697886" y="221759"/>
                  </a:lnTo>
                  <a:lnTo>
                    <a:pt x="676834" y="179831"/>
                  </a:lnTo>
                  <a:lnTo>
                    <a:pt x="650737" y="141216"/>
                  </a:lnTo>
                  <a:lnTo>
                    <a:pt x="620029" y="106346"/>
                  </a:lnTo>
                  <a:lnTo>
                    <a:pt x="585144" y="75654"/>
                  </a:lnTo>
                  <a:lnTo>
                    <a:pt x="546513" y="49572"/>
                  </a:lnTo>
                  <a:lnTo>
                    <a:pt x="504572" y="28533"/>
                  </a:lnTo>
                  <a:lnTo>
                    <a:pt x="459754" y="12969"/>
                  </a:lnTo>
                  <a:lnTo>
                    <a:pt x="412492" y="3314"/>
                  </a:lnTo>
                  <a:lnTo>
                    <a:pt x="363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48656" y="4364759"/>
              <a:ext cx="334645" cy="410209"/>
            </a:xfrm>
            <a:custGeom>
              <a:avLst/>
              <a:gdLst/>
              <a:ahLst/>
              <a:cxnLst/>
              <a:rect l="l" t="t" r="r" b="b"/>
              <a:pathLst>
                <a:path w="334645" h="410210">
                  <a:moveTo>
                    <a:pt x="166600" y="0"/>
                  </a:moveTo>
                  <a:lnTo>
                    <a:pt x="128926" y="20200"/>
                  </a:lnTo>
                  <a:lnTo>
                    <a:pt x="124714" y="27789"/>
                  </a:lnTo>
                  <a:lnTo>
                    <a:pt x="5207" y="27789"/>
                  </a:lnTo>
                  <a:lnTo>
                    <a:pt x="0" y="32996"/>
                  </a:lnTo>
                  <a:lnTo>
                    <a:pt x="0" y="404598"/>
                  </a:lnTo>
                  <a:lnTo>
                    <a:pt x="5207" y="409805"/>
                  </a:lnTo>
                  <a:lnTo>
                    <a:pt x="329184" y="409805"/>
                  </a:lnTo>
                  <a:lnTo>
                    <a:pt x="334264" y="404598"/>
                  </a:lnTo>
                  <a:lnTo>
                    <a:pt x="334264" y="336526"/>
                  </a:lnTo>
                  <a:lnTo>
                    <a:pt x="65786" y="336526"/>
                  </a:lnTo>
                  <a:lnTo>
                    <a:pt x="60579" y="331319"/>
                  </a:lnTo>
                  <a:lnTo>
                    <a:pt x="60579" y="273661"/>
                  </a:lnTo>
                  <a:lnTo>
                    <a:pt x="65786" y="268454"/>
                  </a:lnTo>
                  <a:lnTo>
                    <a:pt x="334264" y="268454"/>
                  </a:lnTo>
                  <a:lnTo>
                    <a:pt x="334264" y="225147"/>
                  </a:lnTo>
                  <a:lnTo>
                    <a:pt x="65786" y="225147"/>
                  </a:lnTo>
                  <a:lnTo>
                    <a:pt x="60579" y="219940"/>
                  </a:lnTo>
                  <a:lnTo>
                    <a:pt x="60579" y="162282"/>
                  </a:lnTo>
                  <a:lnTo>
                    <a:pt x="65786" y="157075"/>
                  </a:lnTo>
                  <a:lnTo>
                    <a:pt x="334264" y="157075"/>
                  </a:lnTo>
                  <a:lnTo>
                    <a:pt x="334264" y="90654"/>
                  </a:lnTo>
                  <a:lnTo>
                    <a:pt x="115062" y="90654"/>
                  </a:lnTo>
                  <a:lnTo>
                    <a:pt x="107824" y="89185"/>
                  </a:lnTo>
                  <a:lnTo>
                    <a:pt x="101933" y="85193"/>
                  </a:lnTo>
                  <a:lnTo>
                    <a:pt x="97970" y="79295"/>
                  </a:lnTo>
                  <a:lnTo>
                    <a:pt x="96520" y="72112"/>
                  </a:lnTo>
                  <a:lnTo>
                    <a:pt x="96520" y="51030"/>
                  </a:lnTo>
                  <a:lnTo>
                    <a:pt x="138262" y="51030"/>
                  </a:lnTo>
                  <a:lnTo>
                    <a:pt x="143129" y="46839"/>
                  </a:lnTo>
                  <a:lnTo>
                    <a:pt x="144278" y="42013"/>
                  </a:lnTo>
                  <a:lnTo>
                    <a:pt x="144399" y="41505"/>
                  </a:lnTo>
                  <a:lnTo>
                    <a:pt x="148337" y="32996"/>
                  </a:lnTo>
                  <a:lnTo>
                    <a:pt x="155003" y="26852"/>
                  </a:lnTo>
                  <a:lnTo>
                    <a:pt x="163472" y="23699"/>
                  </a:lnTo>
                  <a:lnTo>
                    <a:pt x="206809" y="23699"/>
                  </a:lnTo>
                  <a:lnTo>
                    <a:pt x="199096" y="12700"/>
                  </a:lnTo>
                  <a:lnTo>
                    <a:pt x="184086" y="3182"/>
                  </a:lnTo>
                  <a:lnTo>
                    <a:pt x="166600" y="0"/>
                  </a:lnTo>
                  <a:close/>
                </a:path>
                <a:path w="334645" h="410210">
                  <a:moveTo>
                    <a:pt x="334264" y="268454"/>
                  </a:moveTo>
                  <a:lnTo>
                    <a:pt x="127889" y="268454"/>
                  </a:lnTo>
                  <a:lnTo>
                    <a:pt x="133096" y="273661"/>
                  </a:lnTo>
                  <a:lnTo>
                    <a:pt x="133096" y="331319"/>
                  </a:lnTo>
                  <a:lnTo>
                    <a:pt x="127889" y="336526"/>
                  </a:lnTo>
                  <a:lnTo>
                    <a:pt x="334264" y="336526"/>
                  </a:lnTo>
                  <a:lnTo>
                    <a:pt x="334264" y="314047"/>
                  </a:lnTo>
                  <a:lnTo>
                    <a:pt x="170561" y="314047"/>
                  </a:lnTo>
                  <a:lnTo>
                    <a:pt x="170561" y="290933"/>
                  </a:lnTo>
                  <a:lnTo>
                    <a:pt x="334264" y="290933"/>
                  </a:lnTo>
                  <a:lnTo>
                    <a:pt x="334264" y="268454"/>
                  </a:lnTo>
                  <a:close/>
                </a:path>
                <a:path w="334645" h="410210">
                  <a:moveTo>
                    <a:pt x="334264" y="290933"/>
                  </a:moveTo>
                  <a:lnTo>
                    <a:pt x="273812" y="290933"/>
                  </a:lnTo>
                  <a:lnTo>
                    <a:pt x="273812" y="314047"/>
                  </a:lnTo>
                  <a:lnTo>
                    <a:pt x="334264" y="314047"/>
                  </a:lnTo>
                  <a:lnTo>
                    <a:pt x="334264" y="290933"/>
                  </a:lnTo>
                  <a:close/>
                </a:path>
                <a:path w="334645" h="410210">
                  <a:moveTo>
                    <a:pt x="334264" y="157075"/>
                  </a:moveTo>
                  <a:lnTo>
                    <a:pt x="127889" y="157075"/>
                  </a:lnTo>
                  <a:lnTo>
                    <a:pt x="133096" y="162282"/>
                  </a:lnTo>
                  <a:lnTo>
                    <a:pt x="133096" y="219940"/>
                  </a:lnTo>
                  <a:lnTo>
                    <a:pt x="127889" y="225147"/>
                  </a:lnTo>
                  <a:lnTo>
                    <a:pt x="334264" y="225147"/>
                  </a:lnTo>
                  <a:lnTo>
                    <a:pt x="334264" y="202668"/>
                  </a:lnTo>
                  <a:lnTo>
                    <a:pt x="170561" y="202668"/>
                  </a:lnTo>
                  <a:lnTo>
                    <a:pt x="170561" y="179554"/>
                  </a:lnTo>
                  <a:lnTo>
                    <a:pt x="334264" y="179554"/>
                  </a:lnTo>
                  <a:lnTo>
                    <a:pt x="334264" y="157075"/>
                  </a:lnTo>
                  <a:close/>
                </a:path>
                <a:path w="334645" h="410210">
                  <a:moveTo>
                    <a:pt x="334264" y="179554"/>
                  </a:moveTo>
                  <a:lnTo>
                    <a:pt x="273812" y="179554"/>
                  </a:lnTo>
                  <a:lnTo>
                    <a:pt x="273812" y="202668"/>
                  </a:lnTo>
                  <a:lnTo>
                    <a:pt x="334264" y="202668"/>
                  </a:lnTo>
                  <a:lnTo>
                    <a:pt x="334264" y="179554"/>
                  </a:lnTo>
                  <a:close/>
                </a:path>
                <a:path w="334645" h="410210">
                  <a:moveTo>
                    <a:pt x="206809" y="23699"/>
                  </a:moveTo>
                  <a:lnTo>
                    <a:pt x="163472" y="23699"/>
                  </a:lnTo>
                  <a:lnTo>
                    <a:pt x="172847" y="24106"/>
                  </a:lnTo>
                  <a:lnTo>
                    <a:pt x="176022" y="24868"/>
                  </a:lnTo>
                  <a:lnTo>
                    <a:pt x="178943" y="26138"/>
                  </a:lnTo>
                  <a:lnTo>
                    <a:pt x="181483" y="28170"/>
                  </a:lnTo>
                  <a:lnTo>
                    <a:pt x="185928" y="31599"/>
                  </a:lnTo>
                  <a:lnTo>
                    <a:pt x="188976" y="36552"/>
                  </a:lnTo>
                  <a:lnTo>
                    <a:pt x="189897" y="41505"/>
                  </a:lnTo>
                  <a:lnTo>
                    <a:pt x="189992" y="42013"/>
                  </a:lnTo>
                  <a:lnTo>
                    <a:pt x="191169" y="46839"/>
                  </a:lnTo>
                  <a:lnTo>
                    <a:pt x="191262" y="47220"/>
                  </a:lnTo>
                  <a:lnTo>
                    <a:pt x="195991" y="51030"/>
                  </a:lnTo>
                  <a:lnTo>
                    <a:pt x="237744" y="51030"/>
                  </a:lnTo>
                  <a:lnTo>
                    <a:pt x="237744" y="72112"/>
                  </a:lnTo>
                  <a:lnTo>
                    <a:pt x="236293" y="79295"/>
                  </a:lnTo>
                  <a:lnTo>
                    <a:pt x="232330" y="85193"/>
                  </a:lnTo>
                  <a:lnTo>
                    <a:pt x="226439" y="89185"/>
                  </a:lnTo>
                  <a:lnTo>
                    <a:pt x="219202" y="90654"/>
                  </a:lnTo>
                  <a:lnTo>
                    <a:pt x="334264" y="90654"/>
                  </a:lnTo>
                  <a:lnTo>
                    <a:pt x="334264" y="32996"/>
                  </a:lnTo>
                  <a:lnTo>
                    <a:pt x="329184" y="27789"/>
                  </a:lnTo>
                  <a:lnTo>
                    <a:pt x="209677" y="27789"/>
                  </a:lnTo>
                  <a:lnTo>
                    <a:pt x="206809" y="2369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7573123" y="3236975"/>
              <a:ext cx="906144" cy="1386840"/>
            </a:xfrm>
            <a:custGeom>
              <a:avLst/>
              <a:gdLst/>
              <a:ahLst/>
              <a:cxnLst/>
              <a:rect l="l" t="t" r="r" b="b"/>
              <a:pathLst>
                <a:path w="906145" h="1386839">
                  <a:moveTo>
                    <a:pt x="458610" y="0"/>
                  </a:moveTo>
                  <a:lnTo>
                    <a:pt x="408958" y="2107"/>
                  </a:lnTo>
                  <a:lnTo>
                    <a:pt x="359710" y="9632"/>
                  </a:lnTo>
                  <a:lnTo>
                    <a:pt x="311349" y="22576"/>
                  </a:lnTo>
                  <a:lnTo>
                    <a:pt x="264357" y="40946"/>
                  </a:lnTo>
                  <a:lnTo>
                    <a:pt x="219215" y="64745"/>
                  </a:lnTo>
                  <a:lnTo>
                    <a:pt x="176405" y="93979"/>
                  </a:lnTo>
                  <a:lnTo>
                    <a:pt x="136411" y="128650"/>
                  </a:lnTo>
                  <a:lnTo>
                    <a:pt x="102914" y="165028"/>
                  </a:lnTo>
                  <a:lnTo>
                    <a:pt x="74106" y="203998"/>
                  </a:lnTo>
                  <a:lnTo>
                    <a:pt x="49992" y="245171"/>
                  </a:lnTo>
                  <a:lnTo>
                    <a:pt x="30576" y="288157"/>
                  </a:lnTo>
                  <a:lnTo>
                    <a:pt x="15864" y="332565"/>
                  </a:lnTo>
                  <a:lnTo>
                    <a:pt x="5861" y="378005"/>
                  </a:lnTo>
                  <a:lnTo>
                    <a:pt x="571" y="424087"/>
                  </a:lnTo>
                  <a:lnTo>
                    <a:pt x="0" y="470419"/>
                  </a:lnTo>
                  <a:lnTo>
                    <a:pt x="4152" y="516612"/>
                  </a:lnTo>
                  <a:lnTo>
                    <a:pt x="13032" y="562276"/>
                  </a:lnTo>
                  <a:lnTo>
                    <a:pt x="26646" y="607019"/>
                  </a:lnTo>
                  <a:lnTo>
                    <a:pt x="44999" y="650452"/>
                  </a:lnTo>
                  <a:lnTo>
                    <a:pt x="68095" y="692184"/>
                  </a:lnTo>
                  <a:lnTo>
                    <a:pt x="95939" y="731825"/>
                  </a:lnTo>
                  <a:lnTo>
                    <a:pt x="128537" y="768985"/>
                  </a:lnTo>
                  <a:lnTo>
                    <a:pt x="160760" y="803498"/>
                  </a:lnTo>
                  <a:lnTo>
                    <a:pt x="191464" y="839492"/>
                  </a:lnTo>
                  <a:lnTo>
                    <a:pt x="220648" y="876968"/>
                  </a:lnTo>
                  <a:lnTo>
                    <a:pt x="248313" y="915923"/>
                  </a:lnTo>
                  <a:lnTo>
                    <a:pt x="274459" y="956359"/>
                  </a:lnTo>
                  <a:lnTo>
                    <a:pt x="299087" y="998274"/>
                  </a:lnTo>
                  <a:lnTo>
                    <a:pt x="322196" y="1041669"/>
                  </a:lnTo>
                  <a:lnTo>
                    <a:pt x="343786" y="1086544"/>
                  </a:lnTo>
                  <a:lnTo>
                    <a:pt x="363859" y="1132897"/>
                  </a:lnTo>
                  <a:lnTo>
                    <a:pt x="382414" y="1180729"/>
                  </a:lnTo>
                  <a:lnTo>
                    <a:pt x="399452" y="1230040"/>
                  </a:lnTo>
                  <a:lnTo>
                    <a:pt x="414973" y="1280829"/>
                  </a:lnTo>
                  <a:lnTo>
                    <a:pt x="428977" y="1333095"/>
                  </a:lnTo>
                  <a:lnTo>
                    <a:pt x="441465" y="1386840"/>
                  </a:lnTo>
                  <a:lnTo>
                    <a:pt x="455270" y="1333414"/>
                  </a:lnTo>
                  <a:lnTo>
                    <a:pt x="470560" y="1281505"/>
                  </a:lnTo>
                  <a:lnTo>
                    <a:pt x="487334" y="1231113"/>
                  </a:lnTo>
                  <a:lnTo>
                    <a:pt x="505591" y="1182238"/>
                  </a:lnTo>
                  <a:lnTo>
                    <a:pt x="525331" y="1134880"/>
                  </a:lnTo>
                  <a:lnTo>
                    <a:pt x="546554" y="1089040"/>
                  </a:lnTo>
                  <a:lnTo>
                    <a:pt x="569258" y="1044717"/>
                  </a:lnTo>
                  <a:lnTo>
                    <a:pt x="593444" y="1001913"/>
                  </a:lnTo>
                  <a:lnTo>
                    <a:pt x="619110" y="960628"/>
                  </a:lnTo>
                  <a:lnTo>
                    <a:pt x="646257" y="920861"/>
                  </a:lnTo>
                  <a:lnTo>
                    <a:pt x="674883" y="882613"/>
                  </a:lnTo>
                  <a:lnTo>
                    <a:pt x="704988" y="845884"/>
                  </a:lnTo>
                  <a:lnTo>
                    <a:pt x="736571" y="810675"/>
                  </a:lnTo>
                  <a:lnTo>
                    <a:pt x="769633" y="776986"/>
                  </a:lnTo>
                  <a:lnTo>
                    <a:pt x="803129" y="740630"/>
                  </a:lnTo>
                  <a:lnTo>
                    <a:pt x="821983" y="715137"/>
                  </a:lnTo>
                  <a:lnTo>
                    <a:pt x="453022" y="715137"/>
                  </a:lnTo>
                  <a:lnTo>
                    <a:pt x="405817" y="710909"/>
                  </a:lnTo>
                  <a:lnTo>
                    <a:pt x="361386" y="698722"/>
                  </a:lnTo>
                  <a:lnTo>
                    <a:pt x="320471" y="679318"/>
                  </a:lnTo>
                  <a:lnTo>
                    <a:pt x="283815" y="653438"/>
                  </a:lnTo>
                  <a:lnTo>
                    <a:pt x="252159" y="621825"/>
                  </a:lnTo>
                  <a:lnTo>
                    <a:pt x="226247" y="585220"/>
                  </a:lnTo>
                  <a:lnTo>
                    <a:pt x="206819" y="544367"/>
                  </a:lnTo>
                  <a:lnTo>
                    <a:pt x="194617" y="500007"/>
                  </a:lnTo>
                  <a:lnTo>
                    <a:pt x="190386" y="452881"/>
                  </a:lnTo>
                  <a:lnTo>
                    <a:pt x="194617" y="405719"/>
                  </a:lnTo>
                  <a:lnTo>
                    <a:pt x="206819" y="361329"/>
                  </a:lnTo>
                  <a:lnTo>
                    <a:pt x="226247" y="320453"/>
                  </a:lnTo>
                  <a:lnTo>
                    <a:pt x="252159" y="283833"/>
                  </a:lnTo>
                  <a:lnTo>
                    <a:pt x="283815" y="252209"/>
                  </a:lnTo>
                  <a:lnTo>
                    <a:pt x="320471" y="226323"/>
                  </a:lnTo>
                  <a:lnTo>
                    <a:pt x="361386" y="206915"/>
                  </a:lnTo>
                  <a:lnTo>
                    <a:pt x="405817" y="194727"/>
                  </a:lnTo>
                  <a:lnTo>
                    <a:pt x="453022" y="190500"/>
                  </a:lnTo>
                  <a:lnTo>
                    <a:pt x="821824" y="190500"/>
                  </a:lnTo>
                  <a:lnTo>
                    <a:pt x="810104" y="173813"/>
                  </a:lnTo>
                  <a:lnTo>
                    <a:pt x="777507" y="136651"/>
                  </a:lnTo>
                  <a:lnTo>
                    <a:pt x="738421" y="100970"/>
                  </a:lnTo>
                  <a:lnTo>
                    <a:pt x="696379" y="70671"/>
                  </a:lnTo>
                  <a:lnTo>
                    <a:pt x="651860" y="45758"/>
                  </a:lnTo>
                  <a:lnTo>
                    <a:pt x="605343" y="26232"/>
                  </a:lnTo>
                  <a:lnTo>
                    <a:pt x="557310" y="12095"/>
                  </a:lnTo>
                  <a:lnTo>
                    <a:pt x="508238" y="3350"/>
                  </a:lnTo>
                  <a:lnTo>
                    <a:pt x="458610" y="0"/>
                  </a:lnTo>
                  <a:close/>
                </a:path>
                <a:path w="906145" h="1386839">
                  <a:moveTo>
                    <a:pt x="821824" y="190500"/>
                  </a:moveTo>
                  <a:lnTo>
                    <a:pt x="453022" y="190500"/>
                  </a:lnTo>
                  <a:lnTo>
                    <a:pt x="500226" y="194727"/>
                  </a:lnTo>
                  <a:lnTo>
                    <a:pt x="544657" y="206915"/>
                  </a:lnTo>
                  <a:lnTo>
                    <a:pt x="585572" y="226323"/>
                  </a:lnTo>
                  <a:lnTo>
                    <a:pt x="622228" y="252209"/>
                  </a:lnTo>
                  <a:lnTo>
                    <a:pt x="653884" y="283833"/>
                  </a:lnTo>
                  <a:lnTo>
                    <a:pt x="679796" y="320453"/>
                  </a:lnTo>
                  <a:lnTo>
                    <a:pt x="699225" y="361329"/>
                  </a:lnTo>
                  <a:lnTo>
                    <a:pt x="711426" y="405719"/>
                  </a:lnTo>
                  <a:lnTo>
                    <a:pt x="715658" y="452881"/>
                  </a:lnTo>
                  <a:lnTo>
                    <a:pt x="711426" y="500007"/>
                  </a:lnTo>
                  <a:lnTo>
                    <a:pt x="699225" y="544367"/>
                  </a:lnTo>
                  <a:lnTo>
                    <a:pt x="679796" y="585220"/>
                  </a:lnTo>
                  <a:lnTo>
                    <a:pt x="653884" y="621825"/>
                  </a:lnTo>
                  <a:lnTo>
                    <a:pt x="622228" y="653438"/>
                  </a:lnTo>
                  <a:lnTo>
                    <a:pt x="585572" y="679318"/>
                  </a:lnTo>
                  <a:lnTo>
                    <a:pt x="544657" y="698722"/>
                  </a:lnTo>
                  <a:lnTo>
                    <a:pt x="500226" y="710909"/>
                  </a:lnTo>
                  <a:lnTo>
                    <a:pt x="453022" y="715137"/>
                  </a:lnTo>
                  <a:lnTo>
                    <a:pt x="821983" y="715137"/>
                  </a:lnTo>
                  <a:lnTo>
                    <a:pt x="856051" y="660513"/>
                  </a:lnTo>
                  <a:lnTo>
                    <a:pt x="875467" y="617533"/>
                  </a:lnTo>
                  <a:lnTo>
                    <a:pt x="890179" y="573127"/>
                  </a:lnTo>
                  <a:lnTo>
                    <a:pt x="900182" y="527686"/>
                  </a:lnTo>
                  <a:lnTo>
                    <a:pt x="905472" y="481600"/>
                  </a:lnTo>
                  <a:lnTo>
                    <a:pt x="906044" y="435261"/>
                  </a:lnTo>
                  <a:lnTo>
                    <a:pt x="901891" y="389060"/>
                  </a:lnTo>
                  <a:lnTo>
                    <a:pt x="893011" y="343389"/>
                  </a:lnTo>
                  <a:lnTo>
                    <a:pt x="879397" y="298637"/>
                  </a:lnTo>
                  <a:lnTo>
                    <a:pt x="861044" y="255196"/>
                  </a:lnTo>
                  <a:lnTo>
                    <a:pt x="837948" y="213458"/>
                  </a:lnTo>
                  <a:lnTo>
                    <a:pt x="821824" y="19050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3048" y="3287268"/>
              <a:ext cx="800100" cy="8000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95564" y="3359403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330200" y="0"/>
                  </a:moveTo>
                  <a:lnTo>
                    <a:pt x="281403" y="3580"/>
                  </a:lnTo>
                  <a:lnTo>
                    <a:pt x="234831" y="13979"/>
                  </a:lnTo>
                  <a:lnTo>
                    <a:pt x="190992" y="30688"/>
                  </a:lnTo>
                  <a:lnTo>
                    <a:pt x="150399" y="53195"/>
                  </a:lnTo>
                  <a:lnTo>
                    <a:pt x="113561" y="80989"/>
                  </a:lnTo>
                  <a:lnTo>
                    <a:pt x="80989" y="113561"/>
                  </a:lnTo>
                  <a:lnTo>
                    <a:pt x="53195" y="150399"/>
                  </a:lnTo>
                  <a:lnTo>
                    <a:pt x="30688" y="190992"/>
                  </a:lnTo>
                  <a:lnTo>
                    <a:pt x="13979" y="234831"/>
                  </a:lnTo>
                  <a:lnTo>
                    <a:pt x="3580" y="281403"/>
                  </a:lnTo>
                  <a:lnTo>
                    <a:pt x="0" y="330200"/>
                  </a:lnTo>
                  <a:lnTo>
                    <a:pt x="3580" y="378996"/>
                  </a:lnTo>
                  <a:lnTo>
                    <a:pt x="13979" y="425568"/>
                  </a:lnTo>
                  <a:lnTo>
                    <a:pt x="30688" y="469407"/>
                  </a:lnTo>
                  <a:lnTo>
                    <a:pt x="53195" y="510000"/>
                  </a:lnTo>
                  <a:lnTo>
                    <a:pt x="80989" y="546838"/>
                  </a:lnTo>
                  <a:lnTo>
                    <a:pt x="113561" y="579410"/>
                  </a:lnTo>
                  <a:lnTo>
                    <a:pt x="150399" y="607204"/>
                  </a:lnTo>
                  <a:lnTo>
                    <a:pt x="190992" y="629711"/>
                  </a:lnTo>
                  <a:lnTo>
                    <a:pt x="234831" y="646420"/>
                  </a:lnTo>
                  <a:lnTo>
                    <a:pt x="281403" y="656819"/>
                  </a:lnTo>
                  <a:lnTo>
                    <a:pt x="330200" y="660400"/>
                  </a:lnTo>
                  <a:lnTo>
                    <a:pt x="378996" y="656819"/>
                  </a:lnTo>
                  <a:lnTo>
                    <a:pt x="425568" y="646420"/>
                  </a:lnTo>
                  <a:lnTo>
                    <a:pt x="469407" y="629711"/>
                  </a:lnTo>
                  <a:lnTo>
                    <a:pt x="510000" y="607204"/>
                  </a:lnTo>
                  <a:lnTo>
                    <a:pt x="546838" y="579410"/>
                  </a:lnTo>
                  <a:lnTo>
                    <a:pt x="579410" y="546838"/>
                  </a:lnTo>
                  <a:lnTo>
                    <a:pt x="607204" y="510000"/>
                  </a:lnTo>
                  <a:lnTo>
                    <a:pt x="629711" y="469407"/>
                  </a:lnTo>
                  <a:lnTo>
                    <a:pt x="646420" y="425568"/>
                  </a:lnTo>
                  <a:lnTo>
                    <a:pt x="656819" y="378996"/>
                  </a:lnTo>
                  <a:lnTo>
                    <a:pt x="660400" y="330200"/>
                  </a:lnTo>
                  <a:lnTo>
                    <a:pt x="656819" y="281403"/>
                  </a:lnTo>
                  <a:lnTo>
                    <a:pt x="646420" y="234831"/>
                  </a:lnTo>
                  <a:lnTo>
                    <a:pt x="629711" y="190992"/>
                  </a:lnTo>
                  <a:lnTo>
                    <a:pt x="607204" y="150399"/>
                  </a:lnTo>
                  <a:lnTo>
                    <a:pt x="579410" y="113561"/>
                  </a:lnTo>
                  <a:lnTo>
                    <a:pt x="546838" y="80989"/>
                  </a:lnTo>
                  <a:lnTo>
                    <a:pt x="510000" y="53195"/>
                  </a:lnTo>
                  <a:lnTo>
                    <a:pt x="469407" y="30688"/>
                  </a:lnTo>
                  <a:lnTo>
                    <a:pt x="425568" y="13979"/>
                  </a:lnTo>
                  <a:lnTo>
                    <a:pt x="378996" y="358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822692" y="3493643"/>
              <a:ext cx="407670" cy="393700"/>
            </a:xfrm>
            <a:custGeom>
              <a:avLst/>
              <a:gdLst/>
              <a:ahLst/>
              <a:cxnLst/>
              <a:rect l="l" t="t" r="r" b="b"/>
              <a:pathLst>
                <a:path w="407670" h="393700">
                  <a:moveTo>
                    <a:pt x="74422" y="38100"/>
                  </a:moveTo>
                  <a:lnTo>
                    <a:pt x="15748" y="55879"/>
                  </a:lnTo>
                  <a:lnTo>
                    <a:pt x="0" y="76200"/>
                  </a:lnTo>
                  <a:lnTo>
                    <a:pt x="0" y="317499"/>
                  </a:lnTo>
                  <a:lnTo>
                    <a:pt x="197357" y="393699"/>
                  </a:lnTo>
                  <a:lnTo>
                    <a:pt x="205866" y="393699"/>
                  </a:lnTo>
                  <a:lnTo>
                    <a:pt x="378881" y="341629"/>
                  </a:lnTo>
                  <a:lnTo>
                    <a:pt x="225932" y="341629"/>
                  </a:lnTo>
                  <a:lnTo>
                    <a:pt x="225932" y="134619"/>
                  </a:lnTo>
                  <a:lnTo>
                    <a:pt x="74422" y="134619"/>
                  </a:lnTo>
                  <a:lnTo>
                    <a:pt x="74422" y="38100"/>
                  </a:lnTo>
                  <a:close/>
                </a:path>
                <a:path w="407670" h="393700">
                  <a:moveTo>
                    <a:pt x="378879" y="52069"/>
                  </a:moveTo>
                  <a:lnTo>
                    <a:pt x="225932" y="52069"/>
                  </a:lnTo>
                  <a:lnTo>
                    <a:pt x="363347" y="92709"/>
                  </a:lnTo>
                  <a:lnTo>
                    <a:pt x="363347" y="300989"/>
                  </a:lnTo>
                  <a:lnTo>
                    <a:pt x="225932" y="341629"/>
                  </a:lnTo>
                  <a:lnTo>
                    <a:pt x="378881" y="341629"/>
                  </a:lnTo>
                  <a:lnTo>
                    <a:pt x="407288" y="317499"/>
                  </a:lnTo>
                  <a:lnTo>
                    <a:pt x="407288" y="76200"/>
                  </a:lnTo>
                  <a:lnTo>
                    <a:pt x="406149" y="69850"/>
                  </a:lnTo>
                  <a:lnTo>
                    <a:pt x="402939" y="63500"/>
                  </a:lnTo>
                  <a:lnTo>
                    <a:pt x="397966" y="58419"/>
                  </a:lnTo>
                  <a:lnTo>
                    <a:pt x="391540" y="55879"/>
                  </a:lnTo>
                  <a:lnTo>
                    <a:pt x="378879" y="52069"/>
                  </a:lnTo>
                  <a:close/>
                </a:path>
                <a:path w="407670" h="393700">
                  <a:moveTo>
                    <a:pt x="310387" y="253999"/>
                  </a:moveTo>
                  <a:lnTo>
                    <a:pt x="282701" y="253999"/>
                  </a:lnTo>
                  <a:lnTo>
                    <a:pt x="283717" y="255269"/>
                  </a:lnTo>
                  <a:lnTo>
                    <a:pt x="285496" y="255269"/>
                  </a:lnTo>
                  <a:lnTo>
                    <a:pt x="286384" y="256539"/>
                  </a:lnTo>
                  <a:lnTo>
                    <a:pt x="288289" y="256539"/>
                  </a:lnTo>
                  <a:lnTo>
                    <a:pt x="289813" y="267969"/>
                  </a:lnTo>
                  <a:lnTo>
                    <a:pt x="289940" y="269239"/>
                  </a:lnTo>
                  <a:lnTo>
                    <a:pt x="290194" y="270509"/>
                  </a:lnTo>
                  <a:lnTo>
                    <a:pt x="290575" y="270509"/>
                  </a:lnTo>
                  <a:lnTo>
                    <a:pt x="290956" y="271779"/>
                  </a:lnTo>
                  <a:lnTo>
                    <a:pt x="291464" y="273049"/>
                  </a:lnTo>
                  <a:lnTo>
                    <a:pt x="292480" y="274319"/>
                  </a:lnTo>
                  <a:lnTo>
                    <a:pt x="303783" y="274319"/>
                  </a:lnTo>
                  <a:lnTo>
                    <a:pt x="304546" y="273049"/>
                  </a:lnTo>
                  <a:lnTo>
                    <a:pt x="306450" y="271779"/>
                  </a:lnTo>
                  <a:lnTo>
                    <a:pt x="307975" y="269239"/>
                  </a:lnTo>
                  <a:lnTo>
                    <a:pt x="308355" y="269239"/>
                  </a:lnTo>
                  <a:lnTo>
                    <a:pt x="308863" y="266699"/>
                  </a:lnTo>
                  <a:lnTo>
                    <a:pt x="310387" y="253999"/>
                  </a:lnTo>
                  <a:close/>
                </a:path>
                <a:path w="407670" h="393700">
                  <a:moveTo>
                    <a:pt x="269875" y="259079"/>
                  </a:moveTo>
                  <a:lnTo>
                    <a:pt x="261492" y="259079"/>
                  </a:lnTo>
                  <a:lnTo>
                    <a:pt x="262254" y="260349"/>
                  </a:lnTo>
                  <a:lnTo>
                    <a:pt x="269493" y="260349"/>
                  </a:lnTo>
                  <a:lnTo>
                    <a:pt x="269875" y="259079"/>
                  </a:lnTo>
                  <a:close/>
                </a:path>
                <a:path w="407670" h="393700">
                  <a:moveTo>
                    <a:pt x="277494" y="251459"/>
                  </a:moveTo>
                  <a:lnTo>
                    <a:pt x="255650" y="251459"/>
                  </a:lnTo>
                  <a:lnTo>
                    <a:pt x="261238" y="259079"/>
                  </a:lnTo>
                  <a:lnTo>
                    <a:pt x="270128" y="259079"/>
                  </a:lnTo>
                  <a:lnTo>
                    <a:pt x="277494" y="251459"/>
                  </a:lnTo>
                  <a:close/>
                </a:path>
                <a:path w="407670" h="393700">
                  <a:moveTo>
                    <a:pt x="314705" y="251459"/>
                  </a:moveTo>
                  <a:lnTo>
                    <a:pt x="278383" y="251459"/>
                  </a:lnTo>
                  <a:lnTo>
                    <a:pt x="279273" y="252729"/>
                  </a:lnTo>
                  <a:lnTo>
                    <a:pt x="280034" y="252729"/>
                  </a:lnTo>
                  <a:lnTo>
                    <a:pt x="281812" y="253999"/>
                  </a:lnTo>
                  <a:lnTo>
                    <a:pt x="312165" y="253999"/>
                  </a:lnTo>
                  <a:lnTo>
                    <a:pt x="312927" y="252729"/>
                  </a:lnTo>
                  <a:lnTo>
                    <a:pt x="314705" y="251459"/>
                  </a:lnTo>
                  <a:close/>
                </a:path>
                <a:path w="407670" h="393700">
                  <a:moveTo>
                    <a:pt x="270128" y="134619"/>
                  </a:moveTo>
                  <a:lnTo>
                    <a:pt x="261492" y="134619"/>
                  </a:lnTo>
                  <a:lnTo>
                    <a:pt x="261238" y="135889"/>
                  </a:lnTo>
                  <a:lnTo>
                    <a:pt x="255015" y="142239"/>
                  </a:lnTo>
                  <a:lnTo>
                    <a:pt x="254507" y="143509"/>
                  </a:lnTo>
                  <a:lnTo>
                    <a:pt x="254126" y="144779"/>
                  </a:lnTo>
                  <a:lnTo>
                    <a:pt x="253618" y="146049"/>
                  </a:lnTo>
                  <a:lnTo>
                    <a:pt x="253491" y="149859"/>
                  </a:lnTo>
                  <a:lnTo>
                    <a:pt x="254253" y="153669"/>
                  </a:lnTo>
                  <a:lnTo>
                    <a:pt x="260223" y="165099"/>
                  </a:lnTo>
                  <a:lnTo>
                    <a:pt x="259206" y="167639"/>
                  </a:lnTo>
                  <a:lnTo>
                    <a:pt x="258825" y="168909"/>
                  </a:lnTo>
                  <a:lnTo>
                    <a:pt x="258317" y="170179"/>
                  </a:lnTo>
                  <a:lnTo>
                    <a:pt x="257936" y="171449"/>
                  </a:lnTo>
                  <a:lnTo>
                    <a:pt x="257555" y="171449"/>
                  </a:lnTo>
                  <a:lnTo>
                    <a:pt x="257048" y="172719"/>
                  </a:lnTo>
                  <a:lnTo>
                    <a:pt x="256793" y="175259"/>
                  </a:lnTo>
                  <a:lnTo>
                    <a:pt x="256031" y="177799"/>
                  </a:lnTo>
                  <a:lnTo>
                    <a:pt x="255524" y="180339"/>
                  </a:lnTo>
                  <a:lnTo>
                    <a:pt x="245999" y="181609"/>
                  </a:lnTo>
                  <a:lnTo>
                    <a:pt x="245109" y="181609"/>
                  </a:lnTo>
                  <a:lnTo>
                    <a:pt x="244348" y="182879"/>
                  </a:lnTo>
                  <a:lnTo>
                    <a:pt x="243585" y="182879"/>
                  </a:lnTo>
                  <a:lnTo>
                    <a:pt x="242824" y="184149"/>
                  </a:lnTo>
                  <a:lnTo>
                    <a:pt x="242188" y="184149"/>
                  </a:lnTo>
                  <a:lnTo>
                    <a:pt x="241680" y="185419"/>
                  </a:lnTo>
                  <a:lnTo>
                    <a:pt x="241046" y="186689"/>
                  </a:lnTo>
                  <a:lnTo>
                    <a:pt x="240283" y="187959"/>
                  </a:lnTo>
                  <a:lnTo>
                    <a:pt x="240029" y="189229"/>
                  </a:lnTo>
                  <a:lnTo>
                    <a:pt x="240029" y="204469"/>
                  </a:lnTo>
                  <a:lnTo>
                    <a:pt x="240283" y="205739"/>
                  </a:lnTo>
                  <a:lnTo>
                    <a:pt x="241046" y="208279"/>
                  </a:lnTo>
                  <a:lnTo>
                    <a:pt x="241680" y="208279"/>
                  </a:lnTo>
                  <a:lnTo>
                    <a:pt x="242188" y="209549"/>
                  </a:lnTo>
                  <a:lnTo>
                    <a:pt x="242824" y="209549"/>
                  </a:lnTo>
                  <a:lnTo>
                    <a:pt x="243585" y="210819"/>
                  </a:lnTo>
                  <a:lnTo>
                    <a:pt x="244348" y="210819"/>
                  </a:lnTo>
                  <a:lnTo>
                    <a:pt x="245109" y="212089"/>
                  </a:lnTo>
                  <a:lnTo>
                    <a:pt x="245999" y="212089"/>
                  </a:lnTo>
                  <a:lnTo>
                    <a:pt x="255524" y="213359"/>
                  </a:lnTo>
                  <a:lnTo>
                    <a:pt x="255904" y="215899"/>
                  </a:lnTo>
                  <a:lnTo>
                    <a:pt x="256158" y="217169"/>
                  </a:lnTo>
                  <a:lnTo>
                    <a:pt x="256539" y="218439"/>
                  </a:lnTo>
                  <a:lnTo>
                    <a:pt x="256793" y="219709"/>
                  </a:lnTo>
                  <a:lnTo>
                    <a:pt x="257936" y="223519"/>
                  </a:lnTo>
                  <a:lnTo>
                    <a:pt x="258952" y="226059"/>
                  </a:lnTo>
                  <a:lnTo>
                    <a:pt x="259333" y="226059"/>
                  </a:lnTo>
                  <a:lnTo>
                    <a:pt x="259841" y="228599"/>
                  </a:lnTo>
                  <a:lnTo>
                    <a:pt x="260350" y="228599"/>
                  </a:lnTo>
                  <a:lnTo>
                    <a:pt x="254761" y="240029"/>
                  </a:lnTo>
                  <a:lnTo>
                    <a:pt x="253746" y="242569"/>
                  </a:lnTo>
                  <a:lnTo>
                    <a:pt x="253491" y="243839"/>
                  </a:lnTo>
                  <a:lnTo>
                    <a:pt x="253618" y="247649"/>
                  </a:lnTo>
                  <a:lnTo>
                    <a:pt x="320166" y="247649"/>
                  </a:lnTo>
                  <a:lnTo>
                    <a:pt x="326389" y="253999"/>
                  </a:lnTo>
                  <a:lnTo>
                    <a:pt x="332231" y="253999"/>
                  </a:lnTo>
                  <a:lnTo>
                    <a:pt x="332866" y="252729"/>
                  </a:lnTo>
                  <a:lnTo>
                    <a:pt x="333121" y="252729"/>
                  </a:lnTo>
                  <a:lnTo>
                    <a:pt x="333501" y="251459"/>
                  </a:lnTo>
                  <a:lnTo>
                    <a:pt x="333755" y="251459"/>
                  </a:lnTo>
                  <a:lnTo>
                    <a:pt x="337947" y="245109"/>
                  </a:lnTo>
                  <a:lnTo>
                    <a:pt x="338454" y="243839"/>
                  </a:lnTo>
                  <a:lnTo>
                    <a:pt x="338835" y="242569"/>
                  </a:lnTo>
                  <a:lnTo>
                    <a:pt x="339343" y="241299"/>
                  </a:lnTo>
                  <a:lnTo>
                    <a:pt x="339471" y="240029"/>
                  </a:lnTo>
                  <a:lnTo>
                    <a:pt x="339598" y="236219"/>
                  </a:lnTo>
                  <a:lnTo>
                    <a:pt x="339343" y="236219"/>
                  </a:lnTo>
                  <a:lnTo>
                    <a:pt x="339089" y="234949"/>
                  </a:lnTo>
                  <a:lnTo>
                    <a:pt x="338708" y="233679"/>
                  </a:lnTo>
                  <a:lnTo>
                    <a:pt x="334517" y="224789"/>
                  </a:lnTo>
                  <a:lnTo>
                    <a:pt x="334899" y="223519"/>
                  </a:lnTo>
                  <a:lnTo>
                    <a:pt x="294385" y="223519"/>
                  </a:lnTo>
                  <a:lnTo>
                    <a:pt x="292226" y="222249"/>
                  </a:lnTo>
                  <a:lnTo>
                    <a:pt x="289686" y="220979"/>
                  </a:lnTo>
                  <a:lnTo>
                    <a:pt x="279653" y="200659"/>
                  </a:lnTo>
                  <a:lnTo>
                    <a:pt x="279653" y="193039"/>
                  </a:lnTo>
                  <a:lnTo>
                    <a:pt x="281685" y="186689"/>
                  </a:lnTo>
                  <a:lnTo>
                    <a:pt x="282701" y="184149"/>
                  </a:lnTo>
                  <a:lnTo>
                    <a:pt x="284099" y="180339"/>
                  </a:lnTo>
                  <a:lnTo>
                    <a:pt x="286003" y="177799"/>
                  </a:lnTo>
                  <a:lnTo>
                    <a:pt x="287654" y="175259"/>
                  </a:lnTo>
                  <a:lnTo>
                    <a:pt x="289686" y="173989"/>
                  </a:lnTo>
                  <a:lnTo>
                    <a:pt x="292226" y="172719"/>
                  </a:lnTo>
                  <a:lnTo>
                    <a:pt x="294385" y="171449"/>
                  </a:lnTo>
                  <a:lnTo>
                    <a:pt x="297052" y="170179"/>
                  </a:lnTo>
                  <a:lnTo>
                    <a:pt x="335279" y="170179"/>
                  </a:lnTo>
                  <a:lnTo>
                    <a:pt x="334899" y="168909"/>
                  </a:lnTo>
                  <a:lnTo>
                    <a:pt x="334517" y="168909"/>
                  </a:lnTo>
                  <a:lnTo>
                    <a:pt x="338708" y="160019"/>
                  </a:lnTo>
                  <a:lnTo>
                    <a:pt x="339471" y="157479"/>
                  </a:lnTo>
                  <a:lnTo>
                    <a:pt x="339471" y="153669"/>
                  </a:lnTo>
                  <a:lnTo>
                    <a:pt x="339343" y="152399"/>
                  </a:lnTo>
                  <a:lnTo>
                    <a:pt x="338835" y="149859"/>
                  </a:lnTo>
                  <a:lnTo>
                    <a:pt x="338454" y="149859"/>
                  </a:lnTo>
                  <a:lnTo>
                    <a:pt x="337947" y="148589"/>
                  </a:lnTo>
                  <a:lnTo>
                    <a:pt x="336270" y="146049"/>
                  </a:lnTo>
                  <a:lnTo>
                    <a:pt x="320293" y="146049"/>
                  </a:lnTo>
                  <a:lnTo>
                    <a:pt x="317246" y="143509"/>
                  </a:lnTo>
                  <a:lnTo>
                    <a:pt x="316356" y="143509"/>
                  </a:lnTo>
                  <a:lnTo>
                    <a:pt x="315594" y="142239"/>
                  </a:lnTo>
                  <a:lnTo>
                    <a:pt x="277494" y="142239"/>
                  </a:lnTo>
                  <a:lnTo>
                    <a:pt x="270128" y="134619"/>
                  </a:lnTo>
                  <a:close/>
                </a:path>
                <a:path w="407670" h="393700">
                  <a:moveTo>
                    <a:pt x="320166" y="247649"/>
                  </a:moveTo>
                  <a:lnTo>
                    <a:pt x="253873" y="247649"/>
                  </a:lnTo>
                  <a:lnTo>
                    <a:pt x="254126" y="248919"/>
                  </a:lnTo>
                  <a:lnTo>
                    <a:pt x="254507" y="250189"/>
                  </a:lnTo>
                  <a:lnTo>
                    <a:pt x="255015" y="251459"/>
                  </a:lnTo>
                  <a:lnTo>
                    <a:pt x="315467" y="251459"/>
                  </a:lnTo>
                  <a:lnTo>
                    <a:pt x="316356" y="250189"/>
                  </a:lnTo>
                  <a:lnTo>
                    <a:pt x="320166" y="247649"/>
                  </a:lnTo>
                  <a:close/>
                </a:path>
                <a:path w="407670" h="393700">
                  <a:moveTo>
                    <a:pt x="335279" y="170179"/>
                  </a:moveTo>
                  <a:lnTo>
                    <a:pt x="299592" y="170179"/>
                  </a:lnTo>
                  <a:lnTo>
                    <a:pt x="302259" y="171449"/>
                  </a:lnTo>
                  <a:lnTo>
                    <a:pt x="304673" y="171449"/>
                  </a:lnTo>
                  <a:lnTo>
                    <a:pt x="306831" y="172719"/>
                  </a:lnTo>
                  <a:lnTo>
                    <a:pt x="318388" y="194309"/>
                  </a:lnTo>
                  <a:lnTo>
                    <a:pt x="318388" y="200659"/>
                  </a:lnTo>
                  <a:lnTo>
                    <a:pt x="315722" y="209549"/>
                  </a:lnTo>
                  <a:lnTo>
                    <a:pt x="314451" y="213359"/>
                  </a:lnTo>
                  <a:lnTo>
                    <a:pt x="312674" y="215899"/>
                  </a:lnTo>
                  <a:lnTo>
                    <a:pt x="311150" y="218439"/>
                  </a:lnTo>
                  <a:lnTo>
                    <a:pt x="309244" y="219709"/>
                  </a:lnTo>
                  <a:lnTo>
                    <a:pt x="306831" y="220979"/>
                  </a:lnTo>
                  <a:lnTo>
                    <a:pt x="304673" y="222249"/>
                  </a:lnTo>
                  <a:lnTo>
                    <a:pt x="302259" y="223519"/>
                  </a:lnTo>
                  <a:lnTo>
                    <a:pt x="334899" y="223519"/>
                  </a:lnTo>
                  <a:lnTo>
                    <a:pt x="336041" y="220979"/>
                  </a:lnTo>
                  <a:lnTo>
                    <a:pt x="336423" y="219709"/>
                  </a:lnTo>
                  <a:lnTo>
                    <a:pt x="336930" y="217169"/>
                  </a:lnTo>
                  <a:lnTo>
                    <a:pt x="337311" y="215899"/>
                  </a:lnTo>
                  <a:lnTo>
                    <a:pt x="338327" y="210819"/>
                  </a:lnTo>
                  <a:lnTo>
                    <a:pt x="345439" y="209549"/>
                  </a:lnTo>
                  <a:lnTo>
                    <a:pt x="346075" y="209549"/>
                  </a:lnTo>
                  <a:lnTo>
                    <a:pt x="346709" y="208279"/>
                  </a:lnTo>
                  <a:lnTo>
                    <a:pt x="347725" y="208279"/>
                  </a:lnTo>
                  <a:lnTo>
                    <a:pt x="348233" y="207009"/>
                  </a:lnTo>
                  <a:lnTo>
                    <a:pt x="349503" y="204469"/>
                  </a:lnTo>
                  <a:lnTo>
                    <a:pt x="349757" y="203199"/>
                  </a:lnTo>
                  <a:lnTo>
                    <a:pt x="349757" y="190499"/>
                  </a:lnTo>
                  <a:lnTo>
                    <a:pt x="348614" y="186689"/>
                  </a:lnTo>
                  <a:lnTo>
                    <a:pt x="348233" y="186689"/>
                  </a:lnTo>
                  <a:lnTo>
                    <a:pt x="347852" y="185419"/>
                  </a:lnTo>
                  <a:lnTo>
                    <a:pt x="346709" y="185419"/>
                  </a:lnTo>
                  <a:lnTo>
                    <a:pt x="346075" y="184149"/>
                  </a:lnTo>
                  <a:lnTo>
                    <a:pt x="345439" y="184149"/>
                  </a:lnTo>
                  <a:lnTo>
                    <a:pt x="338327" y="181609"/>
                  </a:lnTo>
                  <a:lnTo>
                    <a:pt x="338074" y="180339"/>
                  </a:lnTo>
                  <a:lnTo>
                    <a:pt x="337565" y="179069"/>
                  </a:lnTo>
                  <a:lnTo>
                    <a:pt x="337057" y="176529"/>
                  </a:lnTo>
                  <a:lnTo>
                    <a:pt x="336676" y="175259"/>
                  </a:lnTo>
                  <a:lnTo>
                    <a:pt x="336423" y="173989"/>
                  </a:lnTo>
                  <a:lnTo>
                    <a:pt x="335279" y="170179"/>
                  </a:lnTo>
                  <a:close/>
                </a:path>
                <a:path w="407670" h="393700">
                  <a:moveTo>
                    <a:pt x="331850" y="139699"/>
                  </a:moveTo>
                  <a:lnTo>
                    <a:pt x="326898" y="139699"/>
                  </a:lnTo>
                  <a:lnTo>
                    <a:pt x="320293" y="146049"/>
                  </a:lnTo>
                  <a:lnTo>
                    <a:pt x="336270" y="146049"/>
                  </a:lnTo>
                  <a:lnTo>
                    <a:pt x="333755" y="142239"/>
                  </a:lnTo>
                  <a:lnTo>
                    <a:pt x="333248" y="140969"/>
                  </a:lnTo>
                  <a:lnTo>
                    <a:pt x="332612" y="140969"/>
                  </a:lnTo>
                  <a:lnTo>
                    <a:pt x="331850" y="139699"/>
                  </a:lnTo>
                  <a:close/>
                </a:path>
                <a:path w="407670" h="393700">
                  <a:moveTo>
                    <a:pt x="313054" y="140969"/>
                  </a:moveTo>
                  <a:lnTo>
                    <a:pt x="279146" y="140969"/>
                  </a:lnTo>
                  <a:lnTo>
                    <a:pt x="278383" y="142239"/>
                  </a:lnTo>
                  <a:lnTo>
                    <a:pt x="314832" y="142239"/>
                  </a:lnTo>
                  <a:lnTo>
                    <a:pt x="313054" y="140969"/>
                  </a:lnTo>
                  <a:close/>
                </a:path>
                <a:path w="407670" h="393700">
                  <a:moveTo>
                    <a:pt x="311403" y="139699"/>
                  </a:moveTo>
                  <a:lnTo>
                    <a:pt x="281812" y="139699"/>
                  </a:lnTo>
                  <a:lnTo>
                    <a:pt x="280924" y="140969"/>
                  </a:lnTo>
                  <a:lnTo>
                    <a:pt x="312292" y="140969"/>
                  </a:lnTo>
                  <a:lnTo>
                    <a:pt x="311403" y="139699"/>
                  </a:lnTo>
                  <a:close/>
                </a:path>
                <a:path w="407670" h="393700">
                  <a:moveTo>
                    <a:pt x="308482" y="124459"/>
                  </a:moveTo>
                  <a:lnTo>
                    <a:pt x="289813" y="124459"/>
                  </a:lnTo>
                  <a:lnTo>
                    <a:pt x="288289" y="137159"/>
                  </a:lnTo>
                  <a:lnTo>
                    <a:pt x="287274" y="137159"/>
                  </a:lnTo>
                  <a:lnTo>
                    <a:pt x="286384" y="138429"/>
                  </a:lnTo>
                  <a:lnTo>
                    <a:pt x="284479" y="138429"/>
                  </a:lnTo>
                  <a:lnTo>
                    <a:pt x="283590" y="139699"/>
                  </a:lnTo>
                  <a:lnTo>
                    <a:pt x="310514" y="139699"/>
                  </a:lnTo>
                  <a:lnTo>
                    <a:pt x="309117" y="128269"/>
                  </a:lnTo>
                  <a:lnTo>
                    <a:pt x="308990" y="126999"/>
                  </a:lnTo>
                  <a:lnTo>
                    <a:pt x="308482" y="124459"/>
                  </a:lnTo>
                  <a:close/>
                </a:path>
                <a:path w="407670" h="393700">
                  <a:moveTo>
                    <a:pt x="198119" y="1269"/>
                  </a:moveTo>
                  <a:lnTo>
                    <a:pt x="197230" y="1269"/>
                  </a:lnTo>
                  <a:lnTo>
                    <a:pt x="114807" y="25400"/>
                  </a:lnTo>
                  <a:lnTo>
                    <a:pt x="114807" y="126999"/>
                  </a:lnTo>
                  <a:lnTo>
                    <a:pt x="74422" y="134619"/>
                  </a:lnTo>
                  <a:lnTo>
                    <a:pt x="225932" y="134619"/>
                  </a:lnTo>
                  <a:lnTo>
                    <a:pt x="225932" y="52069"/>
                  </a:lnTo>
                  <a:lnTo>
                    <a:pt x="378879" y="52069"/>
                  </a:lnTo>
                  <a:lnTo>
                    <a:pt x="214278" y="2539"/>
                  </a:lnTo>
                  <a:lnTo>
                    <a:pt x="199262" y="2539"/>
                  </a:lnTo>
                  <a:lnTo>
                    <a:pt x="198119" y="1269"/>
                  </a:lnTo>
                  <a:close/>
                </a:path>
                <a:path w="407670" h="393700">
                  <a:moveTo>
                    <a:pt x="268224" y="133349"/>
                  </a:moveTo>
                  <a:lnTo>
                    <a:pt x="263016" y="133349"/>
                  </a:lnTo>
                  <a:lnTo>
                    <a:pt x="262254" y="134619"/>
                  </a:lnTo>
                  <a:lnTo>
                    <a:pt x="269112" y="134619"/>
                  </a:lnTo>
                  <a:lnTo>
                    <a:pt x="268224" y="133349"/>
                  </a:lnTo>
                  <a:close/>
                </a:path>
                <a:path w="407670" h="393700">
                  <a:moveTo>
                    <a:pt x="307085" y="121919"/>
                  </a:moveTo>
                  <a:lnTo>
                    <a:pt x="290829" y="121919"/>
                  </a:lnTo>
                  <a:lnTo>
                    <a:pt x="290067" y="124459"/>
                  </a:lnTo>
                  <a:lnTo>
                    <a:pt x="308101" y="124459"/>
                  </a:lnTo>
                  <a:lnTo>
                    <a:pt x="307085" y="121919"/>
                  </a:lnTo>
                  <a:close/>
                </a:path>
                <a:path w="407670" h="393700">
                  <a:moveTo>
                    <a:pt x="296036" y="119379"/>
                  </a:moveTo>
                  <a:lnTo>
                    <a:pt x="293115" y="119379"/>
                  </a:lnTo>
                  <a:lnTo>
                    <a:pt x="292480" y="120649"/>
                  </a:lnTo>
                  <a:lnTo>
                    <a:pt x="291337" y="121919"/>
                  </a:lnTo>
                  <a:lnTo>
                    <a:pt x="306577" y="121919"/>
                  </a:lnTo>
                  <a:lnTo>
                    <a:pt x="305815" y="120649"/>
                  </a:lnTo>
                  <a:lnTo>
                    <a:pt x="303022" y="120649"/>
                  </a:lnTo>
                  <a:lnTo>
                    <a:pt x="296036" y="119379"/>
                  </a:lnTo>
                  <a:close/>
                </a:path>
                <a:path w="407670" h="393700">
                  <a:moveTo>
                    <a:pt x="208660" y="0"/>
                  </a:moveTo>
                  <a:lnTo>
                    <a:pt x="198754" y="0"/>
                  </a:lnTo>
                  <a:lnTo>
                    <a:pt x="199262" y="2539"/>
                  </a:lnTo>
                  <a:lnTo>
                    <a:pt x="208660" y="2539"/>
                  </a:lnTo>
                  <a:lnTo>
                    <a:pt x="208660" y="0"/>
                  </a:lnTo>
                  <a:close/>
                </a:path>
                <a:path w="407670" h="393700">
                  <a:moveTo>
                    <a:pt x="210057" y="1269"/>
                  </a:moveTo>
                  <a:lnTo>
                    <a:pt x="209168" y="1269"/>
                  </a:lnTo>
                  <a:lnTo>
                    <a:pt x="208660" y="2539"/>
                  </a:lnTo>
                  <a:lnTo>
                    <a:pt x="214278" y="2539"/>
                  </a:lnTo>
                  <a:lnTo>
                    <a:pt x="210057" y="1269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792422" y="1243584"/>
              <a:ext cx="749300" cy="1146175"/>
            </a:xfrm>
            <a:custGeom>
              <a:avLst/>
              <a:gdLst/>
              <a:ahLst/>
              <a:cxnLst/>
              <a:rect l="l" t="t" r="r" b="b"/>
              <a:pathLst>
                <a:path w="749300" h="1146175">
                  <a:moveTo>
                    <a:pt x="379021" y="0"/>
                  </a:moveTo>
                  <a:lnTo>
                    <a:pt x="331142" y="2467"/>
                  </a:lnTo>
                  <a:lnTo>
                    <a:pt x="283814" y="11020"/>
                  </a:lnTo>
                  <a:lnTo>
                    <a:pt x="237670" y="25669"/>
                  </a:lnTo>
                  <a:lnTo>
                    <a:pt x="193347" y="46425"/>
                  </a:lnTo>
                  <a:lnTo>
                    <a:pt x="151480" y="73298"/>
                  </a:lnTo>
                  <a:lnTo>
                    <a:pt x="112702" y="106299"/>
                  </a:lnTo>
                  <a:lnTo>
                    <a:pt x="81080" y="141180"/>
                  </a:lnTo>
                  <a:lnTo>
                    <a:pt x="54622" y="178849"/>
                  </a:lnTo>
                  <a:lnTo>
                    <a:pt x="33334" y="218809"/>
                  </a:lnTo>
                  <a:lnTo>
                    <a:pt x="17222" y="260567"/>
                  </a:lnTo>
                  <a:lnTo>
                    <a:pt x="6292" y="303625"/>
                  </a:lnTo>
                  <a:lnTo>
                    <a:pt x="549" y="347490"/>
                  </a:lnTo>
                  <a:lnTo>
                    <a:pt x="0" y="391665"/>
                  </a:lnTo>
                  <a:lnTo>
                    <a:pt x="4650" y="435656"/>
                  </a:lnTo>
                  <a:lnTo>
                    <a:pt x="14505" y="478967"/>
                  </a:lnTo>
                  <a:lnTo>
                    <a:pt x="29572" y="521103"/>
                  </a:lnTo>
                  <a:lnTo>
                    <a:pt x="49856" y="561569"/>
                  </a:lnTo>
                  <a:lnTo>
                    <a:pt x="75362" y="599868"/>
                  </a:lnTo>
                  <a:lnTo>
                    <a:pt x="106098" y="635507"/>
                  </a:lnTo>
                  <a:lnTo>
                    <a:pt x="137060" y="668885"/>
                  </a:lnTo>
                  <a:lnTo>
                    <a:pt x="166316" y="703929"/>
                  </a:lnTo>
                  <a:lnTo>
                    <a:pt x="193867" y="740640"/>
                  </a:lnTo>
                  <a:lnTo>
                    <a:pt x="219711" y="779018"/>
                  </a:lnTo>
                  <a:lnTo>
                    <a:pt x="243848" y="819062"/>
                  </a:lnTo>
                  <a:lnTo>
                    <a:pt x="266277" y="860774"/>
                  </a:lnTo>
                  <a:lnTo>
                    <a:pt x="286996" y="904152"/>
                  </a:lnTo>
                  <a:lnTo>
                    <a:pt x="306006" y="949198"/>
                  </a:lnTo>
                  <a:lnTo>
                    <a:pt x="323304" y="995910"/>
                  </a:lnTo>
                  <a:lnTo>
                    <a:pt x="338890" y="1044289"/>
                  </a:lnTo>
                  <a:lnTo>
                    <a:pt x="352764" y="1094335"/>
                  </a:lnTo>
                  <a:lnTo>
                    <a:pt x="364924" y="1146048"/>
                  </a:lnTo>
                  <a:lnTo>
                    <a:pt x="378362" y="1094671"/>
                  </a:lnTo>
                  <a:lnTo>
                    <a:pt x="393467" y="1044998"/>
                  </a:lnTo>
                  <a:lnTo>
                    <a:pt x="410239" y="997029"/>
                  </a:lnTo>
                  <a:lnTo>
                    <a:pt x="428678" y="950764"/>
                  </a:lnTo>
                  <a:lnTo>
                    <a:pt x="448784" y="906203"/>
                  </a:lnTo>
                  <a:lnTo>
                    <a:pt x="470556" y="863346"/>
                  </a:lnTo>
                  <a:lnTo>
                    <a:pt x="493996" y="822192"/>
                  </a:lnTo>
                  <a:lnTo>
                    <a:pt x="519102" y="782743"/>
                  </a:lnTo>
                  <a:lnTo>
                    <a:pt x="545875" y="744997"/>
                  </a:lnTo>
                  <a:lnTo>
                    <a:pt x="574315" y="708956"/>
                  </a:lnTo>
                  <a:lnTo>
                    <a:pt x="604422" y="674618"/>
                  </a:lnTo>
                  <a:lnTo>
                    <a:pt x="636196" y="641985"/>
                  </a:lnTo>
                  <a:lnTo>
                    <a:pt x="667818" y="607130"/>
                  </a:lnTo>
                  <a:lnTo>
                    <a:pt x="679204" y="590930"/>
                  </a:lnTo>
                  <a:lnTo>
                    <a:pt x="374449" y="590930"/>
                  </a:lnTo>
                  <a:lnTo>
                    <a:pt x="324670" y="585207"/>
                  </a:lnTo>
                  <a:lnTo>
                    <a:pt x="278966" y="568901"/>
                  </a:lnTo>
                  <a:lnTo>
                    <a:pt x="238642" y="543314"/>
                  </a:lnTo>
                  <a:lnTo>
                    <a:pt x="205005" y="509745"/>
                  </a:lnTo>
                  <a:lnTo>
                    <a:pt x="179362" y="469494"/>
                  </a:lnTo>
                  <a:lnTo>
                    <a:pt x="163018" y="423859"/>
                  </a:lnTo>
                  <a:lnTo>
                    <a:pt x="157279" y="374141"/>
                  </a:lnTo>
                  <a:lnTo>
                    <a:pt x="163018" y="324471"/>
                  </a:lnTo>
                  <a:lnTo>
                    <a:pt x="179362" y="278870"/>
                  </a:lnTo>
                  <a:lnTo>
                    <a:pt x="205005" y="238641"/>
                  </a:lnTo>
                  <a:lnTo>
                    <a:pt x="238642" y="205086"/>
                  </a:lnTo>
                  <a:lnTo>
                    <a:pt x="278966" y="179506"/>
                  </a:lnTo>
                  <a:lnTo>
                    <a:pt x="324670" y="163203"/>
                  </a:lnTo>
                  <a:lnTo>
                    <a:pt x="374449" y="157479"/>
                  </a:lnTo>
                  <a:lnTo>
                    <a:pt x="679489" y="157479"/>
                  </a:lnTo>
                  <a:lnTo>
                    <a:pt x="673536" y="148541"/>
                  </a:lnTo>
                  <a:lnTo>
                    <a:pt x="642800" y="112902"/>
                  </a:lnTo>
                  <a:lnTo>
                    <a:pt x="604837" y="78919"/>
                  </a:lnTo>
                  <a:lnTo>
                    <a:pt x="563632" y="51006"/>
                  </a:lnTo>
                  <a:lnTo>
                    <a:pt x="519817" y="29162"/>
                  </a:lnTo>
                  <a:lnTo>
                    <a:pt x="474022" y="13382"/>
                  </a:lnTo>
                  <a:lnTo>
                    <a:pt x="426880" y="3662"/>
                  </a:lnTo>
                  <a:lnTo>
                    <a:pt x="379021" y="0"/>
                  </a:lnTo>
                  <a:close/>
                </a:path>
                <a:path w="749300" h="1146175">
                  <a:moveTo>
                    <a:pt x="679489" y="157479"/>
                  </a:moveTo>
                  <a:lnTo>
                    <a:pt x="374449" y="157479"/>
                  </a:lnTo>
                  <a:lnTo>
                    <a:pt x="424228" y="163203"/>
                  </a:lnTo>
                  <a:lnTo>
                    <a:pt x="469932" y="179506"/>
                  </a:lnTo>
                  <a:lnTo>
                    <a:pt x="510256" y="205086"/>
                  </a:lnTo>
                  <a:lnTo>
                    <a:pt x="543893" y="238641"/>
                  </a:lnTo>
                  <a:lnTo>
                    <a:pt x="569537" y="278870"/>
                  </a:lnTo>
                  <a:lnTo>
                    <a:pt x="585881" y="324471"/>
                  </a:lnTo>
                  <a:lnTo>
                    <a:pt x="591619" y="374141"/>
                  </a:lnTo>
                  <a:lnTo>
                    <a:pt x="585881" y="423859"/>
                  </a:lnTo>
                  <a:lnTo>
                    <a:pt x="569537" y="469494"/>
                  </a:lnTo>
                  <a:lnTo>
                    <a:pt x="543893" y="509745"/>
                  </a:lnTo>
                  <a:lnTo>
                    <a:pt x="510256" y="543314"/>
                  </a:lnTo>
                  <a:lnTo>
                    <a:pt x="469932" y="568901"/>
                  </a:lnTo>
                  <a:lnTo>
                    <a:pt x="424228" y="585207"/>
                  </a:lnTo>
                  <a:lnTo>
                    <a:pt x="374449" y="590930"/>
                  </a:lnTo>
                  <a:lnTo>
                    <a:pt x="679204" y="590930"/>
                  </a:lnTo>
                  <a:lnTo>
                    <a:pt x="715564" y="529543"/>
                  </a:lnTo>
                  <a:lnTo>
                    <a:pt x="731676" y="487801"/>
                  </a:lnTo>
                  <a:lnTo>
                    <a:pt x="742607" y="444755"/>
                  </a:lnTo>
                  <a:lnTo>
                    <a:pt x="748350" y="400900"/>
                  </a:lnTo>
                  <a:lnTo>
                    <a:pt x="748899" y="356732"/>
                  </a:lnTo>
                  <a:lnTo>
                    <a:pt x="744249" y="312747"/>
                  </a:lnTo>
                  <a:lnTo>
                    <a:pt x="734393" y="269439"/>
                  </a:lnTo>
                  <a:lnTo>
                    <a:pt x="719327" y="227306"/>
                  </a:lnTo>
                  <a:lnTo>
                    <a:pt x="699043" y="186841"/>
                  </a:lnTo>
                  <a:lnTo>
                    <a:pt x="679489" y="15747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2448" y="1274076"/>
              <a:ext cx="684250" cy="6827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94076" y="1344930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546100" h="546100">
                  <a:moveTo>
                    <a:pt x="272796" y="0"/>
                  </a:moveTo>
                  <a:lnTo>
                    <a:pt x="223770" y="4396"/>
                  </a:lnTo>
                  <a:lnTo>
                    <a:pt x="177624" y="17072"/>
                  </a:lnTo>
                  <a:lnTo>
                    <a:pt x="135128" y="37258"/>
                  </a:lnTo>
                  <a:lnTo>
                    <a:pt x="97053" y="64182"/>
                  </a:lnTo>
                  <a:lnTo>
                    <a:pt x="64171" y="97074"/>
                  </a:lnTo>
                  <a:lnTo>
                    <a:pt x="37253" y="135165"/>
                  </a:lnTo>
                  <a:lnTo>
                    <a:pt x="17071" y="177684"/>
                  </a:lnTo>
                  <a:lnTo>
                    <a:pt x="4396" y="223860"/>
                  </a:lnTo>
                  <a:lnTo>
                    <a:pt x="0" y="272923"/>
                  </a:lnTo>
                  <a:lnTo>
                    <a:pt x="4396" y="321948"/>
                  </a:lnTo>
                  <a:lnTo>
                    <a:pt x="17071" y="368094"/>
                  </a:lnTo>
                  <a:lnTo>
                    <a:pt x="37253" y="410591"/>
                  </a:lnTo>
                  <a:lnTo>
                    <a:pt x="64171" y="448665"/>
                  </a:lnTo>
                  <a:lnTo>
                    <a:pt x="97053" y="481547"/>
                  </a:lnTo>
                  <a:lnTo>
                    <a:pt x="135127" y="508465"/>
                  </a:lnTo>
                  <a:lnTo>
                    <a:pt x="177624" y="528647"/>
                  </a:lnTo>
                  <a:lnTo>
                    <a:pt x="223770" y="541322"/>
                  </a:lnTo>
                  <a:lnTo>
                    <a:pt x="272796" y="545719"/>
                  </a:lnTo>
                  <a:lnTo>
                    <a:pt x="321858" y="541322"/>
                  </a:lnTo>
                  <a:lnTo>
                    <a:pt x="368034" y="528647"/>
                  </a:lnTo>
                  <a:lnTo>
                    <a:pt x="410553" y="508465"/>
                  </a:lnTo>
                  <a:lnTo>
                    <a:pt x="448644" y="481547"/>
                  </a:lnTo>
                  <a:lnTo>
                    <a:pt x="481536" y="448665"/>
                  </a:lnTo>
                  <a:lnTo>
                    <a:pt x="508460" y="410590"/>
                  </a:lnTo>
                  <a:lnTo>
                    <a:pt x="528646" y="368094"/>
                  </a:lnTo>
                  <a:lnTo>
                    <a:pt x="541322" y="321948"/>
                  </a:lnTo>
                  <a:lnTo>
                    <a:pt x="545719" y="272923"/>
                  </a:lnTo>
                  <a:lnTo>
                    <a:pt x="541322" y="223860"/>
                  </a:lnTo>
                  <a:lnTo>
                    <a:pt x="528646" y="177684"/>
                  </a:lnTo>
                  <a:lnTo>
                    <a:pt x="508460" y="135165"/>
                  </a:lnTo>
                  <a:lnTo>
                    <a:pt x="481536" y="97074"/>
                  </a:lnTo>
                  <a:lnTo>
                    <a:pt x="448644" y="64182"/>
                  </a:lnTo>
                  <a:lnTo>
                    <a:pt x="410553" y="37258"/>
                  </a:lnTo>
                  <a:lnTo>
                    <a:pt x="368034" y="17072"/>
                  </a:lnTo>
                  <a:lnTo>
                    <a:pt x="321858" y="4396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985897" y="1420368"/>
              <a:ext cx="361950" cy="394970"/>
            </a:xfrm>
            <a:custGeom>
              <a:avLst/>
              <a:gdLst/>
              <a:ahLst/>
              <a:cxnLst/>
              <a:rect l="l" t="t" r="r" b="b"/>
              <a:pathLst>
                <a:path w="361950" h="394969">
                  <a:moveTo>
                    <a:pt x="37210" y="262128"/>
                  </a:moveTo>
                  <a:lnTo>
                    <a:pt x="37210" y="336423"/>
                  </a:lnTo>
                  <a:lnTo>
                    <a:pt x="38480" y="338328"/>
                  </a:lnTo>
                  <a:lnTo>
                    <a:pt x="40893" y="339598"/>
                  </a:lnTo>
                  <a:lnTo>
                    <a:pt x="175513" y="394716"/>
                  </a:lnTo>
                  <a:lnTo>
                    <a:pt x="175513" y="295338"/>
                  </a:lnTo>
                  <a:lnTo>
                    <a:pt x="157081" y="295338"/>
                  </a:lnTo>
                  <a:lnTo>
                    <a:pt x="150113" y="294386"/>
                  </a:lnTo>
                  <a:lnTo>
                    <a:pt x="37210" y="262128"/>
                  </a:lnTo>
                  <a:close/>
                </a:path>
                <a:path w="361950" h="394969">
                  <a:moveTo>
                    <a:pt x="187959" y="272034"/>
                  </a:moveTo>
                  <a:lnTo>
                    <a:pt x="187959" y="394081"/>
                  </a:lnTo>
                  <a:lnTo>
                    <a:pt x="322452" y="338963"/>
                  </a:lnTo>
                  <a:lnTo>
                    <a:pt x="324992" y="338328"/>
                  </a:lnTo>
                  <a:lnTo>
                    <a:pt x="326263" y="335788"/>
                  </a:lnTo>
                  <a:lnTo>
                    <a:pt x="326263" y="295560"/>
                  </a:lnTo>
                  <a:lnTo>
                    <a:pt x="209684" y="295560"/>
                  </a:lnTo>
                  <a:lnTo>
                    <a:pt x="203612" y="293941"/>
                  </a:lnTo>
                  <a:lnTo>
                    <a:pt x="198254" y="290322"/>
                  </a:lnTo>
                  <a:lnTo>
                    <a:pt x="194182" y="284988"/>
                  </a:lnTo>
                  <a:lnTo>
                    <a:pt x="187959" y="272034"/>
                  </a:lnTo>
                  <a:close/>
                </a:path>
                <a:path w="361950" h="394969">
                  <a:moveTo>
                    <a:pt x="326263" y="258953"/>
                  </a:moveTo>
                  <a:lnTo>
                    <a:pt x="325627" y="258953"/>
                  </a:lnTo>
                  <a:lnTo>
                    <a:pt x="324357" y="260223"/>
                  </a:lnTo>
                  <a:lnTo>
                    <a:pt x="323723" y="260223"/>
                  </a:lnTo>
                  <a:lnTo>
                    <a:pt x="323723" y="260858"/>
                  </a:lnTo>
                  <a:lnTo>
                    <a:pt x="321310" y="260858"/>
                  </a:lnTo>
                  <a:lnTo>
                    <a:pt x="215900" y="294894"/>
                  </a:lnTo>
                  <a:lnTo>
                    <a:pt x="209684" y="295560"/>
                  </a:lnTo>
                  <a:lnTo>
                    <a:pt x="326263" y="295560"/>
                  </a:lnTo>
                  <a:lnTo>
                    <a:pt x="326263" y="258953"/>
                  </a:lnTo>
                  <a:close/>
                </a:path>
                <a:path w="361950" h="394969">
                  <a:moveTo>
                    <a:pt x="175513" y="278892"/>
                  </a:moveTo>
                  <a:lnTo>
                    <a:pt x="173100" y="284480"/>
                  </a:lnTo>
                  <a:lnTo>
                    <a:pt x="169205" y="290099"/>
                  </a:lnTo>
                  <a:lnTo>
                    <a:pt x="163655" y="293814"/>
                  </a:lnTo>
                  <a:lnTo>
                    <a:pt x="157081" y="295338"/>
                  </a:lnTo>
                  <a:lnTo>
                    <a:pt x="175513" y="295338"/>
                  </a:lnTo>
                  <a:lnTo>
                    <a:pt x="175513" y="278892"/>
                  </a:lnTo>
                  <a:close/>
                </a:path>
                <a:path w="361950" h="394969">
                  <a:moveTo>
                    <a:pt x="361131" y="232410"/>
                  </a:moveTo>
                  <a:lnTo>
                    <a:pt x="182371" y="232410"/>
                  </a:lnTo>
                  <a:lnTo>
                    <a:pt x="205866" y="280035"/>
                  </a:lnTo>
                  <a:lnTo>
                    <a:pt x="207136" y="282575"/>
                  </a:lnTo>
                  <a:lnTo>
                    <a:pt x="209676" y="284480"/>
                  </a:lnTo>
                  <a:lnTo>
                    <a:pt x="213359" y="283210"/>
                  </a:lnTo>
                  <a:lnTo>
                    <a:pt x="356615" y="236728"/>
                  </a:lnTo>
                  <a:lnTo>
                    <a:pt x="360299" y="234823"/>
                  </a:lnTo>
                  <a:lnTo>
                    <a:pt x="361131" y="232410"/>
                  </a:lnTo>
                  <a:close/>
                </a:path>
                <a:path w="361950" h="394969">
                  <a:moveTo>
                    <a:pt x="108584" y="128905"/>
                  </a:moveTo>
                  <a:lnTo>
                    <a:pt x="105409" y="130175"/>
                  </a:lnTo>
                  <a:lnTo>
                    <a:pt x="40385" y="157987"/>
                  </a:lnTo>
                  <a:lnTo>
                    <a:pt x="38480" y="158623"/>
                  </a:lnTo>
                  <a:lnTo>
                    <a:pt x="37845" y="160528"/>
                  </a:lnTo>
                  <a:lnTo>
                    <a:pt x="37210" y="161162"/>
                  </a:lnTo>
                  <a:lnTo>
                    <a:pt x="1904" y="231775"/>
                  </a:lnTo>
                  <a:lnTo>
                    <a:pt x="0" y="235458"/>
                  </a:lnTo>
                  <a:lnTo>
                    <a:pt x="1904" y="239141"/>
                  </a:lnTo>
                  <a:lnTo>
                    <a:pt x="5587" y="240411"/>
                  </a:lnTo>
                  <a:lnTo>
                    <a:pt x="154431" y="283210"/>
                  </a:lnTo>
                  <a:lnTo>
                    <a:pt x="156971" y="283845"/>
                  </a:lnTo>
                  <a:lnTo>
                    <a:pt x="160654" y="282575"/>
                  </a:lnTo>
                  <a:lnTo>
                    <a:pt x="161925" y="279400"/>
                  </a:lnTo>
                  <a:lnTo>
                    <a:pt x="182371" y="232410"/>
                  </a:lnTo>
                  <a:lnTo>
                    <a:pt x="361131" y="232410"/>
                  </a:lnTo>
                  <a:lnTo>
                    <a:pt x="361568" y="231140"/>
                  </a:lnTo>
                  <a:lnTo>
                    <a:pt x="360299" y="227457"/>
                  </a:lnTo>
                  <a:lnTo>
                    <a:pt x="359191" y="225528"/>
                  </a:lnTo>
                  <a:lnTo>
                    <a:pt x="351151" y="210058"/>
                  </a:lnTo>
                  <a:lnTo>
                    <a:pt x="182371" y="210058"/>
                  </a:lnTo>
                  <a:lnTo>
                    <a:pt x="69827" y="166808"/>
                  </a:lnTo>
                  <a:lnTo>
                    <a:pt x="61165" y="163576"/>
                  </a:lnTo>
                  <a:lnTo>
                    <a:pt x="60822" y="163576"/>
                  </a:lnTo>
                  <a:lnTo>
                    <a:pt x="58927" y="162941"/>
                  </a:lnTo>
                  <a:lnTo>
                    <a:pt x="110362" y="141224"/>
                  </a:lnTo>
                  <a:lnTo>
                    <a:pt x="113537" y="140081"/>
                  </a:lnTo>
                  <a:lnTo>
                    <a:pt x="114807" y="136271"/>
                  </a:lnTo>
                  <a:lnTo>
                    <a:pt x="112267" y="130175"/>
                  </a:lnTo>
                  <a:lnTo>
                    <a:pt x="108584" y="128905"/>
                  </a:lnTo>
                  <a:close/>
                </a:path>
                <a:path w="361950" h="394969">
                  <a:moveTo>
                    <a:pt x="256158" y="128270"/>
                  </a:moveTo>
                  <a:lnTo>
                    <a:pt x="252475" y="129540"/>
                  </a:lnTo>
                  <a:lnTo>
                    <a:pt x="250831" y="133524"/>
                  </a:lnTo>
                  <a:lnTo>
                    <a:pt x="249935" y="135762"/>
                  </a:lnTo>
                  <a:lnTo>
                    <a:pt x="251205" y="139446"/>
                  </a:lnTo>
                  <a:lnTo>
                    <a:pt x="254253" y="140716"/>
                  </a:lnTo>
                  <a:lnTo>
                    <a:pt x="304545" y="163576"/>
                  </a:lnTo>
                  <a:lnTo>
                    <a:pt x="182371" y="210058"/>
                  </a:lnTo>
                  <a:lnTo>
                    <a:pt x="351151" y="210058"/>
                  </a:lnTo>
                  <a:lnTo>
                    <a:pt x="326263" y="162306"/>
                  </a:lnTo>
                  <a:lnTo>
                    <a:pt x="325627" y="160528"/>
                  </a:lnTo>
                  <a:lnTo>
                    <a:pt x="323723" y="159258"/>
                  </a:lnTo>
                  <a:lnTo>
                    <a:pt x="323088" y="158623"/>
                  </a:lnTo>
                  <a:lnTo>
                    <a:pt x="259206" y="129540"/>
                  </a:lnTo>
                  <a:lnTo>
                    <a:pt x="256158" y="128270"/>
                  </a:lnTo>
                  <a:close/>
                </a:path>
                <a:path w="361950" h="394969">
                  <a:moveTo>
                    <a:pt x="195325" y="168529"/>
                  </a:moveTo>
                  <a:lnTo>
                    <a:pt x="166242" y="168529"/>
                  </a:lnTo>
                  <a:lnTo>
                    <a:pt x="163702" y="171069"/>
                  </a:lnTo>
                  <a:lnTo>
                    <a:pt x="163702" y="178435"/>
                  </a:lnTo>
                  <a:lnTo>
                    <a:pt x="166242" y="180975"/>
                  </a:lnTo>
                  <a:lnTo>
                    <a:pt x="195325" y="180975"/>
                  </a:lnTo>
                  <a:lnTo>
                    <a:pt x="197865" y="178435"/>
                  </a:lnTo>
                  <a:lnTo>
                    <a:pt x="197865" y="171069"/>
                  </a:lnTo>
                  <a:lnTo>
                    <a:pt x="195325" y="168529"/>
                  </a:lnTo>
                  <a:close/>
                </a:path>
                <a:path w="361950" h="394969">
                  <a:moveTo>
                    <a:pt x="59463" y="162941"/>
                  </a:moveTo>
                  <a:lnTo>
                    <a:pt x="60750" y="163576"/>
                  </a:lnTo>
                  <a:lnTo>
                    <a:pt x="61165" y="163576"/>
                  </a:lnTo>
                  <a:lnTo>
                    <a:pt x="59463" y="162941"/>
                  </a:lnTo>
                  <a:close/>
                </a:path>
                <a:path w="361950" h="394969">
                  <a:moveTo>
                    <a:pt x="177464" y="38558"/>
                  </a:moveTo>
                  <a:lnTo>
                    <a:pt x="142620" y="59436"/>
                  </a:lnTo>
                  <a:lnTo>
                    <a:pt x="133762" y="88312"/>
                  </a:lnTo>
                  <a:lnTo>
                    <a:pt x="135977" y="103245"/>
                  </a:lnTo>
                  <a:lnTo>
                    <a:pt x="142620" y="117094"/>
                  </a:lnTo>
                  <a:lnTo>
                    <a:pt x="147260" y="125047"/>
                  </a:lnTo>
                  <a:lnTo>
                    <a:pt x="150684" y="133524"/>
                  </a:lnTo>
                  <a:lnTo>
                    <a:pt x="150780" y="133762"/>
                  </a:lnTo>
                  <a:lnTo>
                    <a:pt x="153015" y="142811"/>
                  </a:lnTo>
                  <a:lnTo>
                    <a:pt x="153796" y="151765"/>
                  </a:lnTo>
                  <a:lnTo>
                    <a:pt x="153796" y="154940"/>
                  </a:lnTo>
                  <a:lnTo>
                    <a:pt x="156971" y="157987"/>
                  </a:lnTo>
                  <a:lnTo>
                    <a:pt x="174878" y="157987"/>
                  </a:lnTo>
                  <a:lnTo>
                    <a:pt x="174878" y="112776"/>
                  </a:lnTo>
                  <a:lnTo>
                    <a:pt x="177419" y="110236"/>
                  </a:lnTo>
                  <a:lnTo>
                    <a:pt x="221564" y="110236"/>
                  </a:lnTo>
                  <a:lnTo>
                    <a:pt x="227843" y="93773"/>
                  </a:lnTo>
                  <a:lnTo>
                    <a:pt x="225059" y="70262"/>
                  </a:lnTo>
                  <a:lnTo>
                    <a:pt x="212393" y="50800"/>
                  </a:lnTo>
                  <a:lnTo>
                    <a:pt x="191642" y="39624"/>
                  </a:lnTo>
                  <a:lnTo>
                    <a:pt x="177464" y="38558"/>
                  </a:lnTo>
                  <a:close/>
                </a:path>
                <a:path w="361950" h="394969">
                  <a:moveTo>
                    <a:pt x="221564" y="110236"/>
                  </a:moveTo>
                  <a:lnTo>
                    <a:pt x="184150" y="110236"/>
                  </a:lnTo>
                  <a:lnTo>
                    <a:pt x="187325" y="112776"/>
                  </a:lnTo>
                  <a:lnTo>
                    <a:pt x="187325" y="157987"/>
                  </a:lnTo>
                  <a:lnTo>
                    <a:pt x="205231" y="157987"/>
                  </a:lnTo>
                  <a:lnTo>
                    <a:pt x="207771" y="155575"/>
                  </a:lnTo>
                  <a:lnTo>
                    <a:pt x="207771" y="151765"/>
                  </a:lnTo>
                  <a:lnTo>
                    <a:pt x="208463" y="143764"/>
                  </a:lnTo>
                  <a:lnTo>
                    <a:pt x="218947" y="117094"/>
                  </a:lnTo>
                  <a:lnTo>
                    <a:pt x="221564" y="110236"/>
                  </a:lnTo>
                  <a:close/>
                </a:path>
                <a:path w="361950" h="394969">
                  <a:moveTo>
                    <a:pt x="133984" y="131953"/>
                  </a:moveTo>
                  <a:lnTo>
                    <a:pt x="130301" y="131953"/>
                  </a:lnTo>
                  <a:lnTo>
                    <a:pt x="127761" y="134493"/>
                  </a:lnTo>
                  <a:lnTo>
                    <a:pt x="121538" y="141224"/>
                  </a:lnTo>
                  <a:lnTo>
                    <a:pt x="119125" y="143764"/>
                  </a:lnTo>
                  <a:lnTo>
                    <a:pt x="119125" y="147447"/>
                  </a:lnTo>
                  <a:lnTo>
                    <a:pt x="121538" y="149987"/>
                  </a:lnTo>
                  <a:lnTo>
                    <a:pt x="124078" y="152400"/>
                  </a:lnTo>
                  <a:lnTo>
                    <a:pt x="127761" y="152400"/>
                  </a:lnTo>
                  <a:lnTo>
                    <a:pt x="130301" y="149987"/>
                  </a:lnTo>
                  <a:lnTo>
                    <a:pt x="136397" y="143129"/>
                  </a:lnTo>
                  <a:lnTo>
                    <a:pt x="138937" y="140716"/>
                  </a:lnTo>
                  <a:lnTo>
                    <a:pt x="138937" y="136906"/>
                  </a:lnTo>
                  <a:lnTo>
                    <a:pt x="136397" y="134493"/>
                  </a:lnTo>
                  <a:lnTo>
                    <a:pt x="133984" y="131953"/>
                  </a:lnTo>
                  <a:close/>
                </a:path>
                <a:path w="361950" h="394969">
                  <a:moveTo>
                    <a:pt x="231394" y="131953"/>
                  </a:moveTo>
                  <a:lnTo>
                    <a:pt x="227583" y="131953"/>
                  </a:lnTo>
                  <a:lnTo>
                    <a:pt x="225170" y="134493"/>
                  </a:lnTo>
                  <a:lnTo>
                    <a:pt x="222630" y="136906"/>
                  </a:lnTo>
                  <a:lnTo>
                    <a:pt x="222630" y="140716"/>
                  </a:lnTo>
                  <a:lnTo>
                    <a:pt x="225170" y="143129"/>
                  </a:lnTo>
                  <a:lnTo>
                    <a:pt x="231394" y="149987"/>
                  </a:lnTo>
                  <a:lnTo>
                    <a:pt x="233806" y="152400"/>
                  </a:lnTo>
                  <a:lnTo>
                    <a:pt x="237489" y="152400"/>
                  </a:lnTo>
                  <a:lnTo>
                    <a:pt x="240029" y="149987"/>
                  </a:lnTo>
                  <a:lnTo>
                    <a:pt x="242442" y="147447"/>
                  </a:lnTo>
                  <a:lnTo>
                    <a:pt x="242442" y="143764"/>
                  </a:lnTo>
                  <a:lnTo>
                    <a:pt x="240029" y="141224"/>
                  </a:lnTo>
                  <a:lnTo>
                    <a:pt x="233806" y="134493"/>
                  </a:lnTo>
                  <a:lnTo>
                    <a:pt x="231394" y="131953"/>
                  </a:lnTo>
                  <a:close/>
                </a:path>
                <a:path w="361950" h="394969">
                  <a:moveTo>
                    <a:pt x="115315" y="81787"/>
                  </a:moveTo>
                  <a:lnTo>
                    <a:pt x="99186" y="81787"/>
                  </a:lnTo>
                  <a:lnTo>
                    <a:pt x="96773" y="84328"/>
                  </a:lnTo>
                  <a:lnTo>
                    <a:pt x="96773" y="91059"/>
                  </a:lnTo>
                  <a:lnTo>
                    <a:pt x="99821" y="94234"/>
                  </a:lnTo>
                  <a:lnTo>
                    <a:pt x="115315" y="94234"/>
                  </a:lnTo>
                  <a:lnTo>
                    <a:pt x="117855" y="91694"/>
                  </a:lnTo>
                  <a:lnTo>
                    <a:pt x="117855" y="84328"/>
                  </a:lnTo>
                  <a:lnTo>
                    <a:pt x="115315" y="81787"/>
                  </a:lnTo>
                  <a:close/>
                </a:path>
                <a:path w="361950" h="394969">
                  <a:moveTo>
                    <a:pt x="262381" y="81787"/>
                  </a:moveTo>
                  <a:lnTo>
                    <a:pt x="246252" y="81787"/>
                  </a:lnTo>
                  <a:lnTo>
                    <a:pt x="243712" y="84328"/>
                  </a:lnTo>
                  <a:lnTo>
                    <a:pt x="243712" y="91059"/>
                  </a:lnTo>
                  <a:lnTo>
                    <a:pt x="246252" y="94234"/>
                  </a:lnTo>
                  <a:lnTo>
                    <a:pt x="262381" y="94234"/>
                  </a:lnTo>
                  <a:lnTo>
                    <a:pt x="264794" y="91694"/>
                  </a:lnTo>
                  <a:lnTo>
                    <a:pt x="264794" y="84328"/>
                  </a:lnTo>
                  <a:lnTo>
                    <a:pt x="262381" y="81787"/>
                  </a:lnTo>
                  <a:close/>
                </a:path>
                <a:path w="361950" h="394969">
                  <a:moveTo>
                    <a:pt x="127761" y="22987"/>
                  </a:moveTo>
                  <a:lnTo>
                    <a:pt x="124078" y="22987"/>
                  </a:lnTo>
                  <a:lnTo>
                    <a:pt x="121538" y="25400"/>
                  </a:lnTo>
                  <a:lnTo>
                    <a:pt x="119125" y="27940"/>
                  </a:lnTo>
                  <a:lnTo>
                    <a:pt x="119125" y="31623"/>
                  </a:lnTo>
                  <a:lnTo>
                    <a:pt x="121538" y="34036"/>
                  </a:lnTo>
                  <a:lnTo>
                    <a:pt x="127761" y="40894"/>
                  </a:lnTo>
                  <a:lnTo>
                    <a:pt x="130301" y="43434"/>
                  </a:lnTo>
                  <a:lnTo>
                    <a:pt x="133984" y="43434"/>
                  </a:lnTo>
                  <a:lnTo>
                    <a:pt x="136397" y="40894"/>
                  </a:lnTo>
                  <a:lnTo>
                    <a:pt x="138856" y="38558"/>
                  </a:lnTo>
                  <a:lnTo>
                    <a:pt x="138937" y="34671"/>
                  </a:lnTo>
                  <a:lnTo>
                    <a:pt x="136397" y="32258"/>
                  </a:lnTo>
                  <a:lnTo>
                    <a:pt x="130301" y="25400"/>
                  </a:lnTo>
                  <a:lnTo>
                    <a:pt x="127761" y="22987"/>
                  </a:lnTo>
                  <a:close/>
                </a:path>
                <a:path w="361950" h="394969">
                  <a:moveTo>
                    <a:pt x="237489" y="22987"/>
                  </a:moveTo>
                  <a:lnTo>
                    <a:pt x="233806" y="22987"/>
                  </a:lnTo>
                  <a:lnTo>
                    <a:pt x="231394" y="25400"/>
                  </a:lnTo>
                  <a:lnTo>
                    <a:pt x="225170" y="32258"/>
                  </a:lnTo>
                  <a:lnTo>
                    <a:pt x="222630" y="34671"/>
                  </a:lnTo>
                  <a:lnTo>
                    <a:pt x="222712" y="38558"/>
                  </a:lnTo>
                  <a:lnTo>
                    <a:pt x="225170" y="40894"/>
                  </a:lnTo>
                  <a:lnTo>
                    <a:pt x="227583" y="43434"/>
                  </a:lnTo>
                  <a:lnTo>
                    <a:pt x="231901" y="43434"/>
                  </a:lnTo>
                  <a:lnTo>
                    <a:pt x="233806" y="40894"/>
                  </a:lnTo>
                  <a:lnTo>
                    <a:pt x="240029" y="34036"/>
                  </a:lnTo>
                  <a:lnTo>
                    <a:pt x="242442" y="31623"/>
                  </a:lnTo>
                  <a:lnTo>
                    <a:pt x="242442" y="27940"/>
                  </a:lnTo>
                  <a:lnTo>
                    <a:pt x="240029" y="25400"/>
                  </a:lnTo>
                  <a:lnTo>
                    <a:pt x="237489" y="22987"/>
                  </a:lnTo>
                  <a:close/>
                </a:path>
                <a:path w="361950" h="394969">
                  <a:moveTo>
                    <a:pt x="184784" y="0"/>
                  </a:moveTo>
                  <a:lnTo>
                    <a:pt x="177419" y="0"/>
                  </a:lnTo>
                  <a:lnTo>
                    <a:pt x="174878" y="2540"/>
                  </a:lnTo>
                  <a:lnTo>
                    <a:pt x="174878" y="18542"/>
                  </a:lnTo>
                  <a:lnTo>
                    <a:pt x="177419" y="21717"/>
                  </a:lnTo>
                  <a:lnTo>
                    <a:pt x="184784" y="21717"/>
                  </a:lnTo>
                  <a:lnTo>
                    <a:pt x="187325" y="19177"/>
                  </a:lnTo>
                  <a:lnTo>
                    <a:pt x="187325" y="2540"/>
                  </a:lnTo>
                  <a:lnTo>
                    <a:pt x="184784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519703" y="982980"/>
              <a:ext cx="681355" cy="1043940"/>
            </a:xfrm>
            <a:custGeom>
              <a:avLst/>
              <a:gdLst/>
              <a:ahLst/>
              <a:cxnLst/>
              <a:rect l="l" t="t" r="r" b="b"/>
              <a:pathLst>
                <a:path w="681354" h="1043939">
                  <a:moveTo>
                    <a:pt x="344773" y="0"/>
                  </a:moveTo>
                  <a:lnTo>
                    <a:pt x="292605" y="3372"/>
                  </a:lnTo>
                  <a:lnTo>
                    <a:pt x="241316" y="14723"/>
                  </a:lnTo>
                  <a:lnTo>
                    <a:pt x="191903" y="34079"/>
                  </a:lnTo>
                  <a:lnTo>
                    <a:pt x="145369" y="61463"/>
                  </a:lnTo>
                  <a:lnTo>
                    <a:pt x="102711" y="96900"/>
                  </a:lnTo>
                  <a:lnTo>
                    <a:pt x="71806" y="131423"/>
                  </a:lnTo>
                  <a:lnTo>
                    <a:pt x="46406" y="168885"/>
                  </a:lnTo>
                  <a:lnTo>
                    <a:pt x="26519" y="208712"/>
                  </a:lnTo>
                  <a:lnTo>
                    <a:pt x="12150" y="250331"/>
                  </a:lnTo>
                  <a:lnTo>
                    <a:pt x="3308" y="293166"/>
                  </a:lnTo>
                  <a:lnTo>
                    <a:pt x="0" y="336645"/>
                  </a:lnTo>
                  <a:lnTo>
                    <a:pt x="2231" y="380192"/>
                  </a:lnTo>
                  <a:lnTo>
                    <a:pt x="10010" y="423234"/>
                  </a:lnTo>
                  <a:lnTo>
                    <a:pt x="23344" y="465197"/>
                  </a:lnTo>
                  <a:lnTo>
                    <a:pt x="42239" y="505505"/>
                  </a:lnTo>
                  <a:lnTo>
                    <a:pt x="66702" y="543586"/>
                  </a:lnTo>
                  <a:lnTo>
                    <a:pt x="96742" y="578866"/>
                  </a:lnTo>
                  <a:lnTo>
                    <a:pt x="127370" y="612119"/>
                  </a:lnTo>
                  <a:lnTo>
                    <a:pt x="156147" y="647180"/>
                  </a:lnTo>
                  <a:lnTo>
                    <a:pt x="183074" y="684047"/>
                  </a:lnTo>
                  <a:lnTo>
                    <a:pt x="208151" y="722720"/>
                  </a:lnTo>
                  <a:lnTo>
                    <a:pt x="231379" y="763198"/>
                  </a:lnTo>
                  <a:lnTo>
                    <a:pt x="252758" y="805480"/>
                  </a:lnTo>
                  <a:lnTo>
                    <a:pt x="272290" y="849566"/>
                  </a:lnTo>
                  <a:lnTo>
                    <a:pt x="289973" y="895456"/>
                  </a:lnTo>
                  <a:lnTo>
                    <a:pt x="305810" y="943148"/>
                  </a:lnTo>
                  <a:lnTo>
                    <a:pt x="319801" y="992643"/>
                  </a:lnTo>
                  <a:lnTo>
                    <a:pt x="331946" y="1043940"/>
                  </a:lnTo>
                  <a:lnTo>
                    <a:pt x="345321" y="992945"/>
                  </a:lnTo>
                  <a:lnTo>
                    <a:pt x="360509" y="943803"/>
                  </a:lnTo>
                  <a:lnTo>
                    <a:pt x="377507" y="896511"/>
                  </a:lnTo>
                  <a:lnTo>
                    <a:pt x="396313" y="851072"/>
                  </a:lnTo>
                  <a:lnTo>
                    <a:pt x="416926" y="807483"/>
                  </a:lnTo>
                  <a:lnTo>
                    <a:pt x="439345" y="765747"/>
                  </a:lnTo>
                  <a:lnTo>
                    <a:pt x="463567" y="725861"/>
                  </a:lnTo>
                  <a:lnTo>
                    <a:pt x="489590" y="687827"/>
                  </a:lnTo>
                  <a:lnTo>
                    <a:pt x="517413" y="651645"/>
                  </a:lnTo>
                  <a:lnTo>
                    <a:pt x="547035" y="617314"/>
                  </a:lnTo>
                  <a:lnTo>
                    <a:pt x="578453" y="584835"/>
                  </a:lnTo>
                  <a:lnTo>
                    <a:pt x="609358" y="550312"/>
                  </a:lnTo>
                  <a:lnTo>
                    <a:pt x="617466" y="538353"/>
                  </a:lnTo>
                  <a:lnTo>
                    <a:pt x="340582" y="538353"/>
                  </a:lnTo>
                  <a:lnTo>
                    <a:pt x="295339" y="533138"/>
                  </a:lnTo>
                  <a:lnTo>
                    <a:pt x="253803" y="518284"/>
                  </a:lnTo>
                  <a:lnTo>
                    <a:pt x="217158" y="494975"/>
                  </a:lnTo>
                  <a:lnTo>
                    <a:pt x="186591" y="464395"/>
                  </a:lnTo>
                  <a:lnTo>
                    <a:pt x="163289" y="427727"/>
                  </a:lnTo>
                  <a:lnTo>
                    <a:pt x="148438" y="386157"/>
                  </a:lnTo>
                  <a:lnTo>
                    <a:pt x="143224" y="340868"/>
                  </a:lnTo>
                  <a:lnTo>
                    <a:pt x="148438" y="295578"/>
                  </a:lnTo>
                  <a:lnTo>
                    <a:pt x="163289" y="254008"/>
                  </a:lnTo>
                  <a:lnTo>
                    <a:pt x="186591" y="217340"/>
                  </a:lnTo>
                  <a:lnTo>
                    <a:pt x="217158" y="186760"/>
                  </a:lnTo>
                  <a:lnTo>
                    <a:pt x="253803" y="163451"/>
                  </a:lnTo>
                  <a:lnTo>
                    <a:pt x="295339" y="148597"/>
                  </a:lnTo>
                  <a:lnTo>
                    <a:pt x="340582" y="143383"/>
                  </a:lnTo>
                  <a:lnTo>
                    <a:pt x="617823" y="143383"/>
                  </a:lnTo>
                  <a:lnTo>
                    <a:pt x="614461" y="138149"/>
                  </a:lnTo>
                  <a:lnTo>
                    <a:pt x="584422" y="102870"/>
                  </a:lnTo>
                  <a:lnTo>
                    <a:pt x="542649" y="66385"/>
                  </a:lnTo>
                  <a:lnTo>
                    <a:pt x="496792" y="37856"/>
                  </a:lnTo>
                  <a:lnTo>
                    <a:pt x="447856" y="17282"/>
                  </a:lnTo>
                  <a:lnTo>
                    <a:pt x="396848" y="4663"/>
                  </a:lnTo>
                  <a:lnTo>
                    <a:pt x="344773" y="0"/>
                  </a:lnTo>
                  <a:close/>
                </a:path>
                <a:path w="681354" h="1043939">
                  <a:moveTo>
                    <a:pt x="617823" y="143383"/>
                  </a:moveTo>
                  <a:lnTo>
                    <a:pt x="340582" y="143383"/>
                  </a:lnTo>
                  <a:lnTo>
                    <a:pt x="385824" y="148597"/>
                  </a:lnTo>
                  <a:lnTo>
                    <a:pt x="427361" y="163451"/>
                  </a:lnTo>
                  <a:lnTo>
                    <a:pt x="464006" y="186760"/>
                  </a:lnTo>
                  <a:lnTo>
                    <a:pt x="494572" y="217340"/>
                  </a:lnTo>
                  <a:lnTo>
                    <a:pt x="517874" y="254008"/>
                  </a:lnTo>
                  <a:lnTo>
                    <a:pt x="532726" y="295578"/>
                  </a:lnTo>
                  <a:lnTo>
                    <a:pt x="537940" y="340868"/>
                  </a:lnTo>
                  <a:lnTo>
                    <a:pt x="532726" y="386157"/>
                  </a:lnTo>
                  <a:lnTo>
                    <a:pt x="517874" y="427727"/>
                  </a:lnTo>
                  <a:lnTo>
                    <a:pt x="494572" y="464395"/>
                  </a:lnTo>
                  <a:lnTo>
                    <a:pt x="464006" y="494975"/>
                  </a:lnTo>
                  <a:lnTo>
                    <a:pt x="427361" y="518284"/>
                  </a:lnTo>
                  <a:lnTo>
                    <a:pt x="385824" y="533138"/>
                  </a:lnTo>
                  <a:lnTo>
                    <a:pt x="340582" y="538353"/>
                  </a:lnTo>
                  <a:lnTo>
                    <a:pt x="617466" y="538353"/>
                  </a:lnTo>
                  <a:lnTo>
                    <a:pt x="654645" y="473023"/>
                  </a:lnTo>
                  <a:lnTo>
                    <a:pt x="669013" y="431404"/>
                  </a:lnTo>
                  <a:lnTo>
                    <a:pt x="677855" y="388569"/>
                  </a:lnTo>
                  <a:lnTo>
                    <a:pt x="681164" y="345090"/>
                  </a:lnTo>
                  <a:lnTo>
                    <a:pt x="678932" y="301543"/>
                  </a:lnTo>
                  <a:lnTo>
                    <a:pt x="671153" y="258501"/>
                  </a:lnTo>
                  <a:lnTo>
                    <a:pt x="657820" y="216538"/>
                  </a:lnTo>
                  <a:lnTo>
                    <a:pt x="638925" y="176230"/>
                  </a:lnTo>
                  <a:lnTo>
                    <a:pt x="617823" y="143383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2532" y="1005814"/>
              <a:ext cx="632485" cy="63248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612255" y="1076198"/>
              <a:ext cx="496570" cy="496570"/>
            </a:xfrm>
            <a:custGeom>
              <a:avLst/>
              <a:gdLst/>
              <a:ahLst/>
              <a:cxnLst/>
              <a:rect l="l" t="t" r="r" b="b"/>
              <a:pathLst>
                <a:path w="496570" h="496569">
                  <a:moveTo>
                    <a:pt x="248158" y="0"/>
                  </a:moveTo>
                  <a:lnTo>
                    <a:pt x="198151" y="5042"/>
                  </a:lnTo>
                  <a:lnTo>
                    <a:pt x="151572" y="19504"/>
                  </a:lnTo>
                  <a:lnTo>
                    <a:pt x="109419" y="42386"/>
                  </a:lnTo>
                  <a:lnTo>
                    <a:pt x="72691" y="72691"/>
                  </a:lnTo>
                  <a:lnTo>
                    <a:pt x="42386" y="109419"/>
                  </a:lnTo>
                  <a:lnTo>
                    <a:pt x="19504" y="151572"/>
                  </a:lnTo>
                  <a:lnTo>
                    <a:pt x="5042" y="198151"/>
                  </a:lnTo>
                  <a:lnTo>
                    <a:pt x="0" y="248157"/>
                  </a:lnTo>
                  <a:lnTo>
                    <a:pt x="5042" y="298122"/>
                  </a:lnTo>
                  <a:lnTo>
                    <a:pt x="19504" y="344670"/>
                  </a:lnTo>
                  <a:lnTo>
                    <a:pt x="42386" y="386800"/>
                  </a:lnTo>
                  <a:lnTo>
                    <a:pt x="72691" y="423513"/>
                  </a:lnTo>
                  <a:lnTo>
                    <a:pt x="109419" y="453808"/>
                  </a:lnTo>
                  <a:lnTo>
                    <a:pt x="151572" y="476686"/>
                  </a:lnTo>
                  <a:lnTo>
                    <a:pt x="198151" y="491146"/>
                  </a:lnTo>
                  <a:lnTo>
                    <a:pt x="248158" y="496188"/>
                  </a:lnTo>
                  <a:lnTo>
                    <a:pt x="298122" y="491146"/>
                  </a:lnTo>
                  <a:lnTo>
                    <a:pt x="344670" y="476686"/>
                  </a:lnTo>
                  <a:lnTo>
                    <a:pt x="386800" y="453808"/>
                  </a:lnTo>
                  <a:lnTo>
                    <a:pt x="423513" y="423513"/>
                  </a:lnTo>
                  <a:lnTo>
                    <a:pt x="453808" y="386800"/>
                  </a:lnTo>
                  <a:lnTo>
                    <a:pt x="476686" y="344670"/>
                  </a:lnTo>
                  <a:lnTo>
                    <a:pt x="491146" y="298122"/>
                  </a:lnTo>
                  <a:lnTo>
                    <a:pt x="496189" y="248157"/>
                  </a:lnTo>
                  <a:lnTo>
                    <a:pt x="491146" y="198151"/>
                  </a:lnTo>
                  <a:lnTo>
                    <a:pt x="476686" y="151572"/>
                  </a:lnTo>
                  <a:lnTo>
                    <a:pt x="453808" y="109419"/>
                  </a:lnTo>
                  <a:lnTo>
                    <a:pt x="423513" y="72691"/>
                  </a:lnTo>
                  <a:lnTo>
                    <a:pt x="386800" y="42386"/>
                  </a:lnTo>
                  <a:lnTo>
                    <a:pt x="344670" y="19504"/>
                  </a:lnTo>
                  <a:lnTo>
                    <a:pt x="298122" y="5042"/>
                  </a:lnTo>
                  <a:lnTo>
                    <a:pt x="248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745224" y="1155192"/>
              <a:ext cx="230504" cy="338455"/>
            </a:xfrm>
            <a:custGeom>
              <a:avLst/>
              <a:gdLst/>
              <a:ahLst/>
              <a:cxnLst/>
              <a:rect l="l" t="t" r="r" b="b"/>
              <a:pathLst>
                <a:path w="230504" h="338455">
                  <a:moveTo>
                    <a:pt x="41401" y="43815"/>
                  </a:moveTo>
                  <a:lnTo>
                    <a:pt x="20700" y="43815"/>
                  </a:lnTo>
                  <a:lnTo>
                    <a:pt x="12751" y="45477"/>
                  </a:lnTo>
                  <a:lnTo>
                    <a:pt x="6159" y="49974"/>
                  </a:lnTo>
                  <a:lnTo>
                    <a:pt x="1662" y="56566"/>
                  </a:lnTo>
                  <a:lnTo>
                    <a:pt x="0" y="64516"/>
                  </a:lnTo>
                  <a:lnTo>
                    <a:pt x="0" y="317754"/>
                  </a:lnTo>
                  <a:lnTo>
                    <a:pt x="1618" y="325629"/>
                  </a:lnTo>
                  <a:lnTo>
                    <a:pt x="1662" y="325844"/>
                  </a:lnTo>
                  <a:lnTo>
                    <a:pt x="6159" y="332374"/>
                  </a:lnTo>
                  <a:lnTo>
                    <a:pt x="12751" y="336738"/>
                  </a:lnTo>
                  <a:lnTo>
                    <a:pt x="20700" y="338328"/>
                  </a:lnTo>
                  <a:lnTo>
                    <a:pt x="209423" y="338328"/>
                  </a:lnTo>
                  <a:lnTo>
                    <a:pt x="217235" y="336738"/>
                  </a:lnTo>
                  <a:lnTo>
                    <a:pt x="217482" y="336738"/>
                  </a:lnTo>
                  <a:lnTo>
                    <a:pt x="224155" y="332184"/>
                  </a:lnTo>
                  <a:lnTo>
                    <a:pt x="228532" y="325629"/>
                  </a:lnTo>
                  <a:lnTo>
                    <a:pt x="230124" y="317754"/>
                  </a:lnTo>
                  <a:lnTo>
                    <a:pt x="230124" y="309245"/>
                  </a:lnTo>
                  <a:lnTo>
                    <a:pt x="28575" y="309245"/>
                  </a:lnTo>
                  <a:lnTo>
                    <a:pt x="26543" y="307086"/>
                  </a:lnTo>
                  <a:lnTo>
                    <a:pt x="26543" y="300736"/>
                  </a:lnTo>
                  <a:lnTo>
                    <a:pt x="28575" y="298704"/>
                  </a:lnTo>
                  <a:lnTo>
                    <a:pt x="230124" y="298704"/>
                  </a:lnTo>
                  <a:lnTo>
                    <a:pt x="230124" y="279654"/>
                  </a:lnTo>
                  <a:lnTo>
                    <a:pt x="28575" y="279654"/>
                  </a:lnTo>
                  <a:lnTo>
                    <a:pt x="26543" y="277495"/>
                  </a:lnTo>
                  <a:lnTo>
                    <a:pt x="26543" y="271145"/>
                  </a:lnTo>
                  <a:lnTo>
                    <a:pt x="28575" y="269113"/>
                  </a:lnTo>
                  <a:lnTo>
                    <a:pt x="230124" y="269113"/>
                  </a:lnTo>
                  <a:lnTo>
                    <a:pt x="230124" y="249555"/>
                  </a:lnTo>
                  <a:lnTo>
                    <a:pt x="28575" y="249555"/>
                  </a:lnTo>
                  <a:lnTo>
                    <a:pt x="26543" y="247396"/>
                  </a:lnTo>
                  <a:lnTo>
                    <a:pt x="26543" y="241046"/>
                  </a:lnTo>
                  <a:lnTo>
                    <a:pt x="28575" y="238887"/>
                  </a:lnTo>
                  <a:lnTo>
                    <a:pt x="230124" y="238887"/>
                  </a:lnTo>
                  <a:lnTo>
                    <a:pt x="230124" y="223932"/>
                  </a:lnTo>
                  <a:lnTo>
                    <a:pt x="104457" y="223932"/>
                  </a:lnTo>
                  <a:lnTo>
                    <a:pt x="83022" y="219765"/>
                  </a:lnTo>
                  <a:lnTo>
                    <a:pt x="64134" y="207263"/>
                  </a:lnTo>
                  <a:lnTo>
                    <a:pt x="51633" y="188158"/>
                  </a:lnTo>
                  <a:lnTo>
                    <a:pt x="47539" y="167005"/>
                  </a:lnTo>
                  <a:lnTo>
                    <a:pt x="47466" y="166624"/>
                  </a:lnTo>
                  <a:lnTo>
                    <a:pt x="64134" y="126365"/>
                  </a:lnTo>
                  <a:lnTo>
                    <a:pt x="104394" y="109982"/>
                  </a:lnTo>
                  <a:lnTo>
                    <a:pt x="120396" y="109982"/>
                  </a:lnTo>
                  <a:lnTo>
                    <a:pt x="120396" y="90424"/>
                  </a:lnTo>
                  <a:lnTo>
                    <a:pt x="122427" y="88265"/>
                  </a:lnTo>
                  <a:lnTo>
                    <a:pt x="230124" y="88265"/>
                  </a:lnTo>
                  <a:lnTo>
                    <a:pt x="230124" y="80899"/>
                  </a:lnTo>
                  <a:lnTo>
                    <a:pt x="48259" y="80899"/>
                  </a:lnTo>
                  <a:lnTo>
                    <a:pt x="41401" y="73533"/>
                  </a:lnTo>
                  <a:lnTo>
                    <a:pt x="41401" y="43815"/>
                  </a:lnTo>
                  <a:close/>
                </a:path>
                <a:path w="230504" h="338455">
                  <a:moveTo>
                    <a:pt x="230124" y="298704"/>
                  </a:moveTo>
                  <a:lnTo>
                    <a:pt x="201549" y="298704"/>
                  </a:lnTo>
                  <a:lnTo>
                    <a:pt x="203580" y="300736"/>
                  </a:lnTo>
                  <a:lnTo>
                    <a:pt x="203580" y="307086"/>
                  </a:lnTo>
                  <a:lnTo>
                    <a:pt x="200914" y="309245"/>
                  </a:lnTo>
                  <a:lnTo>
                    <a:pt x="230124" y="309245"/>
                  </a:lnTo>
                  <a:lnTo>
                    <a:pt x="230124" y="298704"/>
                  </a:lnTo>
                  <a:close/>
                </a:path>
                <a:path w="230504" h="338455">
                  <a:moveTo>
                    <a:pt x="230124" y="269113"/>
                  </a:moveTo>
                  <a:lnTo>
                    <a:pt x="201549" y="269113"/>
                  </a:lnTo>
                  <a:lnTo>
                    <a:pt x="203580" y="271145"/>
                  </a:lnTo>
                  <a:lnTo>
                    <a:pt x="203580" y="277495"/>
                  </a:lnTo>
                  <a:lnTo>
                    <a:pt x="200914" y="279654"/>
                  </a:lnTo>
                  <a:lnTo>
                    <a:pt x="230124" y="279654"/>
                  </a:lnTo>
                  <a:lnTo>
                    <a:pt x="230124" y="269113"/>
                  </a:lnTo>
                  <a:close/>
                </a:path>
                <a:path w="230504" h="338455">
                  <a:moveTo>
                    <a:pt x="230124" y="238887"/>
                  </a:moveTo>
                  <a:lnTo>
                    <a:pt x="201549" y="238887"/>
                  </a:lnTo>
                  <a:lnTo>
                    <a:pt x="203580" y="241046"/>
                  </a:lnTo>
                  <a:lnTo>
                    <a:pt x="203580" y="247396"/>
                  </a:lnTo>
                  <a:lnTo>
                    <a:pt x="200914" y="249555"/>
                  </a:lnTo>
                  <a:lnTo>
                    <a:pt x="230124" y="249555"/>
                  </a:lnTo>
                  <a:lnTo>
                    <a:pt x="230124" y="238887"/>
                  </a:lnTo>
                  <a:close/>
                </a:path>
                <a:path w="230504" h="338455">
                  <a:moveTo>
                    <a:pt x="120396" y="109982"/>
                  </a:moveTo>
                  <a:lnTo>
                    <a:pt x="107696" y="109982"/>
                  </a:lnTo>
                  <a:lnTo>
                    <a:pt x="109727" y="112013"/>
                  </a:lnTo>
                  <a:lnTo>
                    <a:pt x="109727" y="161798"/>
                  </a:lnTo>
                  <a:lnTo>
                    <a:pt x="159130" y="161798"/>
                  </a:lnTo>
                  <a:lnTo>
                    <a:pt x="161162" y="163830"/>
                  </a:lnTo>
                  <a:lnTo>
                    <a:pt x="161162" y="167005"/>
                  </a:lnTo>
                  <a:lnTo>
                    <a:pt x="160085" y="178278"/>
                  </a:lnTo>
                  <a:lnTo>
                    <a:pt x="125892" y="219765"/>
                  </a:lnTo>
                  <a:lnTo>
                    <a:pt x="104457" y="223932"/>
                  </a:lnTo>
                  <a:lnTo>
                    <a:pt x="230124" y="223932"/>
                  </a:lnTo>
                  <a:lnTo>
                    <a:pt x="230124" y="150113"/>
                  </a:lnTo>
                  <a:lnTo>
                    <a:pt x="122427" y="150113"/>
                  </a:lnTo>
                  <a:lnTo>
                    <a:pt x="120396" y="147955"/>
                  </a:lnTo>
                  <a:lnTo>
                    <a:pt x="120396" y="109982"/>
                  </a:lnTo>
                  <a:close/>
                </a:path>
                <a:path w="230504" h="338455">
                  <a:moveTo>
                    <a:pt x="99186" y="120523"/>
                  </a:moveTo>
                  <a:lnTo>
                    <a:pt x="61483" y="149060"/>
                  </a:lnTo>
                  <a:lnTo>
                    <a:pt x="58117" y="166624"/>
                  </a:lnTo>
                  <a:lnTo>
                    <a:pt x="61483" y="184005"/>
                  </a:lnTo>
                  <a:lnTo>
                    <a:pt x="71627" y="199262"/>
                  </a:lnTo>
                  <a:lnTo>
                    <a:pt x="86887" y="209407"/>
                  </a:lnTo>
                  <a:lnTo>
                    <a:pt x="104267" y="212788"/>
                  </a:lnTo>
                  <a:lnTo>
                    <a:pt x="121741" y="209407"/>
                  </a:lnTo>
                  <a:lnTo>
                    <a:pt x="149109" y="179528"/>
                  </a:lnTo>
                  <a:lnTo>
                    <a:pt x="150622" y="171831"/>
                  </a:lnTo>
                  <a:lnTo>
                    <a:pt x="101219" y="171831"/>
                  </a:lnTo>
                  <a:lnTo>
                    <a:pt x="99186" y="169672"/>
                  </a:lnTo>
                  <a:lnTo>
                    <a:pt x="99186" y="120523"/>
                  </a:lnTo>
                  <a:close/>
                </a:path>
                <a:path w="230504" h="338455">
                  <a:moveTo>
                    <a:pt x="230124" y="88265"/>
                  </a:moveTo>
                  <a:lnTo>
                    <a:pt x="125602" y="88265"/>
                  </a:lnTo>
                  <a:lnTo>
                    <a:pt x="147706" y="92721"/>
                  </a:lnTo>
                  <a:lnTo>
                    <a:pt x="165750" y="104870"/>
                  </a:lnTo>
                  <a:lnTo>
                    <a:pt x="177913" y="122876"/>
                  </a:lnTo>
                  <a:lnTo>
                    <a:pt x="182372" y="144907"/>
                  </a:lnTo>
                  <a:lnTo>
                    <a:pt x="182372" y="147955"/>
                  </a:lnTo>
                  <a:lnTo>
                    <a:pt x="180340" y="150113"/>
                  </a:lnTo>
                  <a:lnTo>
                    <a:pt x="230124" y="150113"/>
                  </a:lnTo>
                  <a:lnTo>
                    <a:pt x="230124" y="88265"/>
                  </a:lnTo>
                  <a:close/>
                </a:path>
                <a:path w="230504" h="338455">
                  <a:moveTo>
                    <a:pt x="130936" y="99441"/>
                  </a:moveTo>
                  <a:lnTo>
                    <a:pt x="130936" y="140081"/>
                  </a:lnTo>
                  <a:lnTo>
                    <a:pt x="171830" y="140081"/>
                  </a:lnTo>
                  <a:lnTo>
                    <a:pt x="167298" y="125194"/>
                  </a:lnTo>
                  <a:lnTo>
                    <a:pt x="158337" y="112807"/>
                  </a:lnTo>
                  <a:lnTo>
                    <a:pt x="145899" y="103897"/>
                  </a:lnTo>
                  <a:lnTo>
                    <a:pt x="130936" y="99441"/>
                  </a:lnTo>
                  <a:close/>
                </a:path>
                <a:path w="230504" h="338455">
                  <a:moveTo>
                    <a:pt x="209423" y="43815"/>
                  </a:moveTo>
                  <a:lnTo>
                    <a:pt x="188722" y="43815"/>
                  </a:lnTo>
                  <a:lnTo>
                    <a:pt x="188722" y="73533"/>
                  </a:lnTo>
                  <a:lnTo>
                    <a:pt x="181864" y="80899"/>
                  </a:lnTo>
                  <a:lnTo>
                    <a:pt x="230124" y="80899"/>
                  </a:lnTo>
                  <a:lnTo>
                    <a:pt x="230124" y="64516"/>
                  </a:lnTo>
                  <a:lnTo>
                    <a:pt x="228461" y="56566"/>
                  </a:lnTo>
                  <a:lnTo>
                    <a:pt x="223964" y="49974"/>
                  </a:lnTo>
                  <a:lnTo>
                    <a:pt x="217372" y="45477"/>
                  </a:lnTo>
                  <a:lnTo>
                    <a:pt x="209423" y="43815"/>
                  </a:lnTo>
                  <a:close/>
                </a:path>
                <a:path w="230504" h="338455">
                  <a:moveTo>
                    <a:pt x="175514" y="25908"/>
                  </a:moveTo>
                  <a:lnTo>
                    <a:pt x="54609" y="25908"/>
                  </a:lnTo>
                  <a:lnTo>
                    <a:pt x="51943" y="28067"/>
                  </a:lnTo>
                  <a:lnTo>
                    <a:pt x="51943" y="67691"/>
                  </a:lnTo>
                  <a:lnTo>
                    <a:pt x="54101" y="70358"/>
                  </a:lnTo>
                  <a:lnTo>
                    <a:pt x="175514" y="70358"/>
                  </a:lnTo>
                  <a:lnTo>
                    <a:pt x="178180" y="67691"/>
                  </a:lnTo>
                  <a:lnTo>
                    <a:pt x="178180" y="28067"/>
                  </a:lnTo>
                  <a:lnTo>
                    <a:pt x="175514" y="25908"/>
                  </a:lnTo>
                  <a:close/>
                </a:path>
                <a:path w="230504" h="338455">
                  <a:moveTo>
                    <a:pt x="115061" y="0"/>
                  </a:moveTo>
                  <a:lnTo>
                    <a:pt x="104151" y="1958"/>
                  </a:lnTo>
                  <a:lnTo>
                    <a:pt x="94932" y="7381"/>
                  </a:lnTo>
                  <a:lnTo>
                    <a:pt x="88094" y="15591"/>
                  </a:lnTo>
                  <a:lnTo>
                    <a:pt x="84327" y="25908"/>
                  </a:lnTo>
                  <a:lnTo>
                    <a:pt x="145796" y="25908"/>
                  </a:lnTo>
                  <a:lnTo>
                    <a:pt x="142029" y="15591"/>
                  </a:lnTo>
                  <a:lnTo>
                    <a:pt x="135191" y="7381"/>
                  </a:lnTo>
                  <a:lnTo>
                    <a:pt x="125972" y="1958"/>
                  </a:lnTo>
                  <a:lnTo>
                    <a:pt x="115061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451860" y="1429512"/>
              <a:ext cx="1952625" cy="0"/>
            </a:xfrm>
            <a:custGeom>
              <a:avLst/>
              <a:gdLst/>
              <a:ahLst/>
              <a:cxnLst/>
              <a:rect l="l" t="t" r="r" b="b"/>
              <a:pathLst>
                <a:path w="1952625">
                  <a:moveTo>
                    <a:pt x="0" y="0"/>
                  </a:moveTo>
                  <a:lnTo>
                    <a:pt x="1952625" y="0"/>
                  </a:lnTo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3279" y="2532888"/>
              <a:ext cx="824865" cy="1263650"/>
            </a:xfrm>
            <a:custGeom>
              <a:avLst/>
              <a:gdLst/>
              <a:ahLst/>
              <a:cxnLst/>
              <a:rect l="l" t="t" r="r" b="b"/>
              <a:pathLst>
                <a:path w="824864" h="1263650">
                  <a:moveTo>
                    <a:pt x="417274" y="0"/>
                  </a:moveTo>
                  <a:lnTo>
                    <a:pt x="372093" y="1921"/>
                  </a:lnTo>
                  <a:lnTo>
                    <a:pt x="327298" y="8776"/>
                  </a:lnTo>
                  <a:lnTo>
                    <a:pt x="283323" y="20570"/>
                  </a:lnTo>
                  <a:lnTo>
                    <a:pt x="240601" y="37307"/>
                  </a:lnTo>
                  <a:lnTo>
                    <a:pt x="199565" y="58992"/>
                  </a:lnTo>
                  <a:lnTo>
                    <a:pt x="160649" y="85628"/>
                  </a:lnTo>
                  <a:lnTo>
                    <a:pt x="124285" y="117221"/>
                  </a:lnTo>
                  <a:lnTo>
                    <a:pt x="91815" y="152808"/>
                  </a:lnTo>
                  <a:lnTo>
                    <a:pt x="64242" y="191080"/>
                  </a:lnTo>
                  <a:lnTo>
                    <a:pt x="41569" y="231599"/>
                  </a:lnTo>
                  <a:lnTo>
                    <a:pt x="23804" y="273928"/>
                  </a:lnTo>
                  <a:lnTo>
                    <a:pt x="10950" y="317629"/>
                  </a:lnTo>
                  <a:lnTo>
                    <a:pt x="3014" y="362266"/>
                  </a:lnTo>
                  <a:lnTo>
                    <a:pt x="0" y="407400"/>
                  </a:lnTo>
                  <a:lnTo>
                    <a:pt x="1913" y="452594"/>
                  </a:lnTo>
                  <a:lnTo>
                    <a:pt x="8760" y="497411"/>
                  </a:lnTo>
                  <a:lnTo>
                    <a:pt x="20545" y="541413"/>
                  </a:lnTo>
                  <a:lnTo>
                    <a:pt x="37273" y="584164"/>
                  </a:lnTo>
                  <a:lnTo>
                    <a:pt x="58951" y="625226"/>
                  </a:lnTo>
                  <a:lnTo>
                    <a:pt x="85582" y="664161"/>
                  </a:lnTo>
                  <a:lnTo>
                    <a:pt x="117173" y="700532"/>
                  </a:lnTo>
                  <a:lnTo>
                    <a:pt x="148670" y="734459"/>
                  </a:lnTo>
                  <a:lnTo>
                    <a:pt x="178565" y="769946"/>
                  </a:lnTo>
                  <a:lnTo>
                    <a:pt x="206860" y="806994"/>
                  </a:lnTo>
                  <a:lnTo>
                    <a:pt x="233552" y="845604"/>
                  </a:lnTo>
                  <a:lnTo>
                    <a:pt x="258643" y="885775"/>
                  </a:lnTo>
                  <a:lnTo>
                    <a:pt x="282131" y="927507"/>
                  </a:lnTo>
                  <a:lnTo>
                    <a:pt x="304017" y="970802"/>
                  </a:lnTo>
                  <a:lnTo>
                    <a:pt x="324299" y="1015659"/>
                  </a:lnTo>
                  <a:lnTo>
                    <a:pt x="342978" y="1062080"/>
                  </a:lnTo>
                  <a:lnTo>
                    <a:pt x="360053" y="1110063"/>
                  </a:lnTo>
                  <a:lnTo>
                    <a:pt x="375524" y="1159610"/>
                  </a:lnTo>
                  <a:lnTo>
                    <a:pt x="389391" y="1210721"/>
                  </a:lnTo>
                  <a:lnTo>
                    <a:pt x="401653" y="1263395"/>
                  </a:lnTo>
                  <a:lnTo>
                    <a:pt x="415240" y="1211034"/>
                  </a:lnTo>
                  <a:lnTo>
                    <a:pt x="430388" y="1160277"/>
                  </a:lnTo>
                  <a:lnTo>
                    <a:pt x="447097" y="1111125"/>
                  </a:lnTo>
                  <a:lnTo>
                    <a:pt x="465367" y="1063576"/>
                  </a:lnTo>
                  <a:lnTo>
                    <a:pt x="485198" y="1017632"/>
                  </a:lnTo>
                  <a:lnTo>
                    <a:pt x="506591" y="973291"/>
                  </a:lnTo>
                  <a:lnTo>
                    <a:pt x="529547" y="930553"/>
                  </a:lnTo>
                  <a:lnTo>
                    <a:pt x="554064" y="889418"/>
                  </a:lnTo>
                  <a:lnTo>
                    <a:pt x="580145" y="849885"/>
                  </a:lnTo>
                  <a:lnTo>
                    <a:pt x="607789" y="811954"/>
                  </a:lnTo>
                  <a:lnTo>
                    <a:pt x="636996" y="775625"/>
                  </a:lnTo>
                  <a:lnTo>
                    <a:pt x="667767" y="740897"/>
                  </a:lnTo>
                  <a:lnTo>
                    <a:pt x="700103" y="707771"/>
                  </a:lnTo>
                  <a:lnTo>
                    <a:pt x="732573" y="672183"/>
                  </a:lnTo>
                  <a:lnTo>
                    <a:pt x="747467" y="651510"/>
                  </a:lnTo>
                  <a:lnTo>
                    <a:pt x="412194" y="651510"/>
                  </a:lnTo>
                  <a:lnTo>
                    <a:pt x="364086" y="646652"/>
                  </a:lnTo>
                  <a:lnTo>
                    <a:pt x="319274" y="632719"/>
                  </a:lnTo>
                  <a:lnTo>
                    <a:pt x="278717" y="610676"/>
                  </a:lnTo>
                  <a:lnTo>
                    <a:pt x="243379" y="581485"/>
                  </a:lnTo>
                  <a:lnTo>
                    <a:pt x="214220" y="546108"/>
                  </a:lnTo>
                  <a:lnTo>
                    <a:pt x="192202" y="505509"/>
                  </a:lnTo>
                  <a:lnTo>
                    <a:pt x="178286" y="460651"/>
                  </a:lnTo>
                  <a:lnTo>
                    <a:pt x="173434" y="412496"/>
                  </a:lnTo>
                  <a:lnTo>
                    <a:pt x="178286" y="364346"/>
                  </a:lnTo>
                  <a:lnTo>
                    <a:pt x="192202" y="319502"/>
                  </a:lnTo>
                  <a:lnTo>
                    <a:pt x="214220" y="278923"/>
                  </a:lnTo>
                  <a:lnTo>
                    <a:pt x="243379" y="243570"/>
                  </a:lnTo>
                  <a:lnTo>
                    <a:pt x="278717" y="214402"/>
                  </a:lnTo>
                  <a:lnTo>
                    <a:pt x="319274" y="192379"/>
                  </a:lnTo>
                  <a:lnTo>
                    <a:pt x="364086" y="178461"/>
                  </a:lnTo>
                  <a:lnTo>
                    <a:pt x="412194" y="173609"/>
                  </a:lnTo>
                  <a:lnTo>
                    <a:pt x="747546" y="173609"/>
                  </a:lnTo>
                  <a:lnTo>
                    <a:pt x="738806" y="160830"/>
                  </a:lnTo>
                  <a:lnTo>
                    <a:pt x="707215" y="124460"/>
                  </a:lnTo>
                  <a:lnTo>
                    <a:pt x="671660" y="91966"/>
                  </a:lnTo>
                  <a:lnTo>
                    <a:pt x="633428" y="64373"/>
                  </a:lnTo>
                  <a:lnTo>
                    <a:pt x="592952" y="41684"/>
                  </a:lnTo>
                  <a:lnTo>
                    <a:pt x="550665" y="23899"/>
                  </a:lnTo>
                  <a:lnTo>
                    <a:pt x="507001" y="11022"/>
                  </a:lnTo>
                  <a:lnTo>
                    <a:pt x="462393" y="3055"/>
                  </a:lnTo>
                  <a:lnTo>
                    <a:pt x="417274" y="0"/>
                  </a:lnTo>
                  <a:close/>
                </a:path>
                <a:path w="824864" h="1263650">
                  <a:moveTo>
                    <a:pt x="747546" y="173609"/>
                  </a:moveTo>
                  <a:lnTo>
                    <a:pt x="412194" y="173609"/>
                  </a:lnTo>
                  <a:lnTo>
                    <a:pt x="460302" y="178461"/>
                  </a:lnTo>
                  <a:lnTo>
                    <a:pt x="505114" y="192379"/>
                  </a:lnTo>
                  <a:lnTo>
                    <a:pt x="545670" y="214402"/>
                  </a:lnTo>
                  <a:lnTo>
                    <a:pt x="581009" y="243570"/>
                  </a:lnTo>
                  <a:lnTo>
                    <a:pt x="610168" y="278923"/>
                  </a:lnTo>
                  <a:lnTo>
                    <a:pt x="632186" y="319502"/>
                  </a:lnTo>
                  <a:lnTo>
                    <a:pt x="646102" y="364346"/>
                  </a:lnTo>
                  <a:lnTo>
                    <a:pt x="650954" y="412496"/>
                  </a:lnTo>
                  <a:lnTo>
                    <a:pt x="646102" y="460651"/>
                  </a:lnTo>
                  <a:lnTo>
                    <a:pt x="632186" y="505509"/>
                  </a:lnTo>
                  <a:lnTo>
                    <a:pt x="610168" y="546108"/>
                  </a:lnTo>
                  <a:lnTo>
                    <a:pt x="581009" y="581485"/>
                  </a:lnTo>
                  <a:lnTo>
                    <a:pt x="545670" y="610676"/>
                  </a:lnTo>
                  <a:lnTo>
                    <a:pt x="505114" y="632719"/>
                  </a:lnTo>
                  <a:lnTo>
                    <a:pt x="460302" y="646652"/>
                  </a:lnTo>
                  <a:lnTo>
                    <a:pt x="412194" y="651510"/>
                  </a:lnTo>
                  <a:lnTo>
                    <a:pt x="747467" y="651510"/>
                  </a:lnTo>
                  <a:lnTo>
                    <a:pt x="782818" y="593392"/>
                  </a:lnTo>
                  <a:lnTo>
                    <a:pt x="800584" y="551063"/>
                  </a:lnTo>
                  <a:lnTo>
                    <a:pt x="813438" y="507362"/>
                  </a:lnTo>
                  <a:lnTo>
                    <a:pt x="821374" y="462725"/>
                  </a:lnTo>
                  <a:lnTo>
                    <a:pt x="824388" y="417591"/>
                  </a:lnTo>
                  <a:lnTo>
                    <a:pt x="822475" y="372397"/>
                  </a:lnTo>
                  <a:lnTo>
                    <a:pt x="815628" y="327580"/>
                  </a:lnTo>
                  <a:lnTo>
                    <a:pt x="803843" y="283578"/>
                  </a:lnTo>
                  <a:lnTo>
                    <a:pt x="787114" y="240827"/>
                  </a:lnTo>
                  <a:lnTo>
                    <a:pt x="765437" y="199765"/>
                  </a:lnTo>
                  <a:lnTo>
                    <a:pt x="747546" y="17360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4380" y="2574061"/>
              <a:ext cx="739114" cy="73911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35627" y="2645663"/>
              <a:ext cx="600710" cy="600710"/>
            </a:xfrm>
            <a:custGeom>
              <a:avLst/>
              <a:gdLst/>
              <a:ahLst/>
              <a:cxnLst/>
              <a:rect l="l" t="t" r="r" b="b"/>
              <a:pathLst>
                <a:path w="600710" h="600710">
                  <a:moveTo>
                    <a:pt x="300100" y="0"/>
                  </a:moveTo>
                  <a:lnTo>
                    <a:pt x="251424" y="3927"/>
                  </a:lnTo>
                  <a:lnTo>
                    <a:pt x="205248" y="15299"/>
                  </a:lnTo>
                  <a:lnTo>
                    <a:pt x="162190" y="33497"/>
                  </a:lnTo>
                  <a:lnTo>
                    <a:pt x="122867" y="57903"/>
                  </a:lnTo>
                  <a:lnTo>
                    <a:pt x="87899" y="87899"/>
                  </a:lnTo>
                  <a:lnTo>
                    <a:pt x="57903" y="122867"/>
                  </a:lnTo>
                  <a:lnTo>
                    <a:pt x="33497" y="162190"/>
                  </a:lnTo>
                  <a:lnTo>
                    <a:pt x="15299" y="205248"/>
                  </a:lnTo>
                  <a:lnTo>
                    <a:pt x="3927" y="251424"/>
                  </a:lnTo>
                  <a:lnTo>
                    <a:pt x="0" y="300100"/>
                  </a:lnTo>
                  <a:lnTo>
                    <a:pt x="3927" y="348780"/>
                  </a:lnTo>
                  <a:lnTo>
                    <a:pt x="15299" y="394966"/>
                  </a:lnTo>
                  <a:lnTo>
                    <a:pt x="33497" y="438039"/>
                  </a:lnTo>
                  <a:lnTo>
                    <a:pt x="57903" y="477378"/>
                  </a:lnTo>
                  <a:lnTo>
                    <a:pt x="87899" y="512365"/>
                  </a:lnTo>
                  <a:lnTo>
                    <a:pt x="122867" y="542380"/>
                  </a:lnTo>
                  <a:lnTo>
                    <a:pt x="162190" y="566803"/>
                  </a:lnTo>
                  <a:lnTo>
                    <a:pt x="205248" y="585015"/>
                  </a:lnTo>
                  <a:lnTo>
                    <a:pt x="251424" y="596397"/>
                  </a:lnTo>
                  <a:lnTo>
                    <a:pt x="300100" y="600328"/>
                  </a:lnTo>
                  <a:lnTo>
                    <a:pt x="348780" y="596397"/>
                  </a:lnTo>
                  <a:lnTo>
                    <a:pt x="394966" y="585015"/>
                  </a:lnTo>
                  <a:lnTo>
                    <a:pt x="438039" y="566803"/>
                  </a:lnTo>
                  <a:lnTo>
                    <a:pt x="477378" y="542380"/>
                  </a:lnTo>
                  <a:lnTo>
                    <a:pt x="512365" y="512365"/>
                  </a:lnTo>
                  <a:lnTo>
                    <a:pt x="542380" y="477378"/>
                  </a:lnTo>
                  <a:lnTo>
                    <a:pt x="566803" y="438039"/>
                  </a:lnTo>
                  <a:lnTo>
                    <a:pt x="585015" y="394966"/>
                  </a:lnTo>
                  <a:lnTo>
                    <a:pt x="596397" y="348780"/>
                  </a:lnTo>
                  <a:lnTo>
                    <a:pt x="600328" y="300100"/>
                  </a:lnTo>
                  <a:lnTo>
                    <a:pt x="596397" y="251424"/>
                  </a:lnTo>
                  <a:lnTo>
                    <a:pt x="585015" y="205248"/>
                  </a:lnTo>
                  <a:lnTo>
                    <a:pt x="566803" y="162190"/>
                  </a:lnTo>
                  <a:lnTo>
                    <a:pt x="542380" y="122867"/>
                  </a:lnTo>
                  <a:lnTo>
                    <a:pt x="512365" y="87899"/>
                  </a:lnTo>
                  <a:lnTo>
                    <a:pt x="477378" y="57903"/>
                  </a:lnTo>
                  <a:lnTo>
                    <a:pt x="438039" y="33497"/>
                  </a:lnTo>
                  <a:lnTo>
                    <a:pt x="394966" y="15299"/>
                  </a:lnTo>
                  <a:lnTo>
                    <a:pt x="348780" y="3927"/>
                  </a:lnTo>
                  <a:lnTo>
                    <a:pt x="300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745736" y="2776728"/>
              <a:ext cx="381635" cy="339090"/>
            </a:xfrm>
            <a:custGeom>
              <a:avLst/>
              <a:gdLst/>
              <a:ahLst/>
              <a:cxnLst/>
              <a:rect l="l" t="t" r="r" b="b"/>
              <a:pathLst>
                <a:path w="381635" h="339089">
                  <a:moveTo>
                    <a:pt x="303402" y="181991"/>
                  </a:moveTo>
                  <a:lnTo>
                    <a:pt x="197738" y="287655"/>
                  </a:lnTo>
                  <a:lnTo>
                    <a:pt x="180466" y="332994"/>
                  </a:lnTo>
                  <a:lnTo>
                    <a:pt x="179577" y="335280"/>
                  </a:lnTo>
                  <a:lnTo>
                    <a:pt x="180848" y="337947"/>
                  </a:lnTo>
                  <a:lnTo>
                    <a:pt x="183261" y="338836"/>
                  </a:lnTo>
                  <a:lnTo>
                    <a:pt x="184276" y="339089"/>
                  </a:lnTo>
                  <a:lnTo>
                    <a:pt x="185292" y="339089"/>
                  </a:lnTo>
                  <a:lnTo>
                    <a:pt x="231901" y="321563"/>
                  </a:lnTo>
                  <a:lnTo>
                    <a:pt x="337565" y="216026"/>
                  </a:lnTo>
                  <a:lnTo>
                    <a:pt x="303402" y="181991"/>
                  </a:lnTo>
                  <a:close/>
                </a:path>
                <a:path w="381635" h="339089">
                  <a:moveTo>
                    <a:pt x="177164" y="282194"/>
                  </a:moveTo>
                  <a:lnTo>
                    <a:pt x="17017" y="282194"/>
                  </a:lnTo>
                  <a:lnTo>
                    <a:pt x="10179" y="283878"/>
                  </a:lnTo>
                  <a:lnTo>
                    <a:pt x="4699" y="287956"/>
                  </a:lnTo>
                  <a:lnTo>
                    <a:pt x="1123" y="293820"/>
                  </a:lnTo>
                  <a:lnTo>
                    <a:pt x="0" y="300863"/>
                  </a:lnTo>
                  <a:lnTo>
                    <a:pt x="508" y="310007"/>
                  </a:lnTo>
                  <a:lnTo>
                    <a:pt x="7874" y="317500"/>
                  </a:lnTo>
                  <a:lnTo>
                    <a:pt x="17017" y="317881"/>
                  </a:lnTo>
                  <a:lnTo>
                    <a:pt x="163575" y="317881"/>
                  </a:lnTo>
                  <a:lnTo>
                    <a:pt x="177164" y="282194"/>
                  </a:lnTo>
                  <a:close/>
                </a:path>
                <a:path w="381635" h="339089">
                  <a:moveTo>
                    <a:pt x="31241" y="179324"/>
                  </a:moveTo>
                  <a:lnTo>
                    <a:pt x="31241" y="282194"/>
                  </a:lnTo>
                  <a:lnTo>
                    <a:pt x="67183" y="282194"/>
                  </a:lnTo>
                  <a:lnTo>
                    <a:pt x="67183" y="180721"/>
                  </a:lnTo>
                  <a:lnTo>
                    <a:pt x="40259" y="180721"/>
                  </a:lnTo>
                  <a:lnTo>
                    <a:pt x="35877" y="180339"/>
                  </a:lnTo>
                  <a:lnTo>
                    <a:pt x="36575" y="180339"/>
                  </a:lnTo>
                  <a:lnTo>
                    <a:pt x="34289" y="179959"/>
                  </a:lnTo>
                  <a:lnTo>
                    <a:pt x="31241" y="179324"/>
                  </a:lnTo>
                  <a:close/>
                </a:path>
                <a:path w="381635" h="339089">
                  <a:moveTo>
                    <a:pt x="129031" y="203454"/>
                  </a:moveTo>
                  <a:lnTo>
                    <a:pt x="119379" y="203454"/>
                  </a:lnTo>
                  <a:lnTo>
                    <a:pt x="113537" y="209423"/>
                  </a:lnTo>
                  <a:lnTo>
                    <a:pt x="107568" y="215264"/>
                  </a:lnTo>
                  <a:lnTo>
                    <a:pt x="107568" y="224789"/>
                  </a:lnTo>
                  <a:lnTo>
                    <a:pt x="140842" y="258063"/>
                  </a:lnTo>
                  <a:lnTo>
                    <a:pt x="145796" y="262889"/>
                  </a:lnTo>
                  <a:lnTo>
                    <a:pt x="153797" y="262889"/>
                  </a:lnTo>
                  <a:lnTo>
                    <a:pt x="158750" y="258063"/>
                  </a:lnTo>
                  <a:lnTo>
                    <a:pt x="192447" y="224282"/>
                  </a:lnTo>
                  <a:lnTo>
                    <a:pt x="149860" y="224282"/>
                  </a:lnTo>
                  <a:lnTo>
                    <a:pt x="134874" y="209423"/>
                  </a:lnTo>
                  <a:lnTo>
                    <a:pt x="129031" y="203454"/>
                  </a:lnTo>
                  <a:close/>
                </a:path>
                <a:path w="381635" h="339089">
                  <a:moveTo>
                    <a:pt x="203453" y="180339"/>
                  </a:moveTo>
                  <a:lnTo>
                    <a:pt x="193928" y="180339"/>
                  </a:lnTo>
                  <a:lnTo>
                    <a:pt x="187960" y="186182"/>
                  </a:lnTo>
                  <a:lnTo>
                    <a:pt x="149860" y="224282"/>
                  </a:lnTo>
                  <a:lnTo>
                    <a:pt x="192447" y="224282"/>
                  </a:lnTo>
                  <a:lnTo>
                    <a:pt x="209168" y="207518"/>
                  </a:lnTo>
                  <a:lnTo>
                    <a:pt x="209423" y="207518"/>
                  </a:lnTo>
                  <a:lnTo>
                    <a:pt x="215264" y="201675"/>
                  </a:lnTo>
                  <a:lnTo>
                    <a:pt x="215264" y="192150"/>
                  </a:lnTo>
                  <a:lnTo>
                    <a:pt x="209423" y="186182"/>
                  </a:lnTo>
                  <a:lnTo>
                    <a:pt x="203453" y="180339"/>
                  </a:lnTo>
                  <a:close/>
                </a:path>
                <a:path w="381635" h="339089">
                  <a:moveTo>
                    <a:pt x="354647" y="137668"/>
                  </a:moveTo>
                  <a:lnTo>
                    <a:pt x="348253" y="138906"/>
                  </a:lnTo>
                  <a:lnTo>
                    <a:pt x="342646" y="142621"/>
                  </a:lnTo>
                  <a:lnTo>
                    <a:pt x="332486" y="153035"/>
                  </a:lnTo>
                  <a:lnTo>
                    <a:pt x="318262" y="167259"/>
                  </a:lnTo>
                  <a:lnTo>
                    <a:pt x="352298" y="201295"/>
                  </a:lnTo>
                  <a:lnTo>
                    <a:pt x="363981" y="189484"/>
                  </a:lnTo>
                  <a:lnTo>
                    <a:pt x="366522" y="187071"/>
                  </a:lnTo>
                  <a:lnTo>
                    <a:pt x="376681" y="176911"/>
                  </a:lnTo>
                  <a:lnTo>
                    <a:pt x="380396" y="171301"/>
                  </a:lnTo>
                  <a:lnTo>
                    <a:pt x="381635" y="164893"/>
                  </a:lnTo>
                  <a:lnTo>
                    <a:pt x="380566" y="159345"/>
                  </a:lnTo>
                  <a:lnTo>
                    <a:pt x="380446" y="158718"/>
                  </a:lnTo>
                  <a:lnTo>
                    <a:pt x="380396" y="158462"/>
                  </a:lnTo>
                  <a:lnTo>
                    <a:pt x="376681" y="152781"/>
                  </a:lnTo>
                  <a:lnTo>
                    <a:pt x="366649" y="142621"/>
                  </a:lnTo>
                  <a:lnTo>
                    <a:pt x="361041" y="138906"/>
                  </a:lnTo>
                  <a:lnTo>
                    <a:pt x="354647" y="137668"/>
                  </a:lnTo>
                  <a:close/>
                </a:path>
                <a:path w="381635" h="339089">
                  <a:moveTo>
                    <a:pt x="67183" y="176402"/>
                  </a:moveTo>
                  <a:lnTo>
                    <a:pt x="59614" y="179324"/>
                  </a:lnTo>
                  <a:lnTo>
                    <a:pt x="59251" y="179324"/>
                  </a:lnTo>
                  <a:lnTo>
                    <a:pt x="51631" y="180721"/>
                  </a:lnTo>
                  <a:lnTo>
                    <a:pt x="67183" y="180721"/>
                  </a:lnTo>
                  <a:lnTo>
                    <a:pt x="67183" y="176402"/>
                  </a:lnTo>
                  <a:close/>
                </a:path>
                <a:path w="381635" h="339089">
                  <a:moveTo>
                    <a:pt x="262127" y="0"/>
                  </a:moveTo>
                  <a:lnTo>
                    <a:pt x="60451" y="0"/>
                  </a:lnTo>
                  <a:lnTo>
                    <a:pt x="52577" y="5080"/>
                  </a:lnTo>
                  <a:lnTo>
                    <a:pt x="48894" y="13081"/>
                  </a:lnTo>
                  <a:lnTo>
                    <a:pt x="8381" y="103250"/>
                  </a:lnTo>
                  <a:lnTo>
                    <a:pt x="4796" y="122781"/>
                  </a:lnTo>
                  <a:lnTo>
                    <a:pt x="10271" y="141001"/>
                  </a:lnTo>
                  <a:lnTo>
                    <a:pt x="23151" y="154793"/>
                  </a:lnTo>
                  <a:lnTo>
                    <a:pt x="42162" y="161162"/>
                  </a:lnTo>
                  <a:lnTo>
                    <a:pt x="43818" y="161162"/>
                  </a:lnTo>
                  <a:lnTo>
                    <a:pt x="56494" y="159345"/>
                  </a:lnTo>
                  <a:lnTo>
                    <a:pt x="56750" y="159345"/>
                  </a:lnTo>
                  <a:lnTo>
                    <a:pt x="67783" y="154336"/>
                  </a:lnTo>
                  <a:lnTo>
                    <a:pt x="76955" y="146518"/>
                  </a:lnTo>
                  <a:lnTo>
                    <a:pt x="83692" y="136271"/>
                  </a:lnTo>
                  <a:lnTo>
                    <a:pt x="313841" y="136271"/>
                  </a:lnTo>
                  <a:lnTo>
                    <a:pt x="317855" y="122961"/>
                  </a:lnTo>
                  <a:lnTo>
                    <a:pt x="314325" y="103505"/>
                  </a:lnTo>
                  <a:lnTo>
                    <a:pt x="273685" y="13081"/>
                  </a:lnTo>
                  <a:lnTo>
                    <a:pt x="270128" y="5080"/>
                  </a:lnTo>
                  <a:lnTo>
                    <a:pt x="262127" y="0"/>
                  </a:lnTo>
                  <a:close/>
                </a:path>
                <a:path w="381635" h="339089">
                  <a:moveTo>
                    <a:pt x="238887" y="136271"/>
                  </a:moveTo>
                  <a:lnTo>
                    <a:pt x="83692" y="136271"/>
                  </a:lnTo>
                  <a:lnTo>
                    <a:pt x="93837" y="149971"/>
                  </a:lnTo>
                  <a:lnTo>
                    <a:pt x="108031" y="158462"/>
                  </a:lnTo>
                  <a:lnTo>
                    <a:pt x="108171" y="158462"/>
                  </a:lnTo>
                  <a:lnTo>
                    <a:pt x="125382" y="161162"/>
                  </a:lnTo>
                  <a:lnTo>
                    <a:pt x="123548" y="161162"/>
                  </a:lnTo>
                  <a:lnTo>
                    <a:pt x="140842" y="156972"/>
                  </a:lnTo>
                  <a:lnTo>
                    <a:pt x="147181" y="153318"/>
                  </a:lnTo>
                  <a:lnTo>
                    <a:pt x="152781" y="148701"/>
                  </a:lnTo>
                  <a:lnTo>
                    <a:pt x="157523" y="143202"/>
                  </a:lnTo>
                  <a:lnTo>
                    <a:pt x="161289" y="136906"/>
                  </a:lnTo>
                  <a:lnTo>
                    <a:pt x="238526" y="136906"/>
                  </a:lnTo>
                  <a:lnTo>
                    <a:pt x="238887" y="136271"/>
                  </a:lnTo>
                  <a:close/>
                </a:path>
                <a:path w="381635" h="339089">
                  <a:moveTo>
                    <a:pt x="238526" y="136906"/>
                  </a:moveTo>
                  <a:lnTo>
                    <a:pt x="161289" y="136906"/>
                  </a:lnTo>
                  <a:lnTo>
                    <a:pt x="171672" y="150467"/>
                  </a:lnTo>
                  <a:lnTo>
                    <a:pt x="185959" y="158718"/>
                  </a:lnTo>
                  <a:lnTo>
                    <a:pt x="203339" y="161162"/>
                  </a:lnTo>
                  <a:lnTo>
                    <a:pt x="201730" y="161162"/>
                  </a:lnTo>
                  <a:lnTo>
                    <a:pt x="235277" y="142621"/>
                  </a:lnTo>
                  <a:lnTo>
                    <a:pt x="238526" y="136906"/>
                  </a:lnTo>
                  <a:close/>
                </a:path>
                <a:path w="381635" h="339089">
                  <a:moveTo>
                    <a:pt x="313841" y="136271"/>
                  </a:moveTo>
                  <a:lnTo>
                    <a:pt x="238887" y="136271"/>
                  </a:lnTo>
                  <a:lnTo>
                    <a:pt x="245621" y="146518"/>
                  </a:lnTo>
                  <a:lnTo>
                    <a:pt x="254762" y="154336"/>
                  </a:lnTo>
                  <a:lnTo>
                    <a:pt x="265711" y="159345"/>
                  </a:lnTo>
                  <a:lnTo>
                    <a:pt x="277875" y="161162"/>
                  </a:lnTo>
                  <a:lnTo>
                    <a:pt x="280797" y="161162"/>
                  </a:lnTo>
                  <a:lnTo>
                    <a:pt x="299483" y="154922"/>
                  </a:lnTo>
                  <a:lnTo>
                    <a:pt x="312372" y="141144"/>
                  </a:lnTo>
                  <a:lnTo>
                    <a:pt x="313841" y="13627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29859" y="2476456"/>
            <a:ext cx="2597785" cy="7727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610235" algn="l"/>
                <a:tab pos="2584450" algn="l"/>
              </a:tabLst>
            </a:pP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	Market</a:t>
            </a:r>
            <a:r>
              <a:rPr sz="1100" b="1" u="sng" spc="-50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 </a:t>
            </a:r>
            <a:r>
              <a:rPr sz="1100" b="1" u="sng" spc="-10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Testing</a:t>
            </a:r>
            <a:r>
              <a:rPr sz="1100" b="1" u="sng" dirty="0">
                <a:uFill>
                  <a:solidFill>
                    <a:srgbClr val="BEBEBE"/>
                  </a:solidFill>
                </a:uFill>
                <a:latin typeface="Century Gothic"/>
                <a:cs typeface="Century Gothic"/>
              </a:rPr>
              <a:t>	</a:t>
            </a:r>
            <a:endParaRPr sz="1100" dirty="0">
              <a:latin typeface="Century Gothic"/>
              <a:cs typeface="Century Gothic"/>
            </a:endParaRPr>
          </a:p>
          <a:p>
            <a:pPr marL="610235" marR="104775">
              <a:lnSpc>
                <a:spcPct val="100000"/>
              </a:lnSpc>
              <a:spcBef>
                <a:spcPts val="38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2006" y="4645152"/>
            <a:ext cx="1097280" cy="1679575"/>
            <a:chOff x="622006" y="4645152"/>
            <a:chExt cx="1097280" cy="1679575"/>
          </a:xfrm>
        </p:grpSpPr>
        <p:sp>
          <p:nvSpPr>
            <p:cNvPr id="33" name="object 33"/>
            <p:cNvSpPr/>
            <p:nvPr/>
          </p:nvSpPr>
          <p:spPr>
            <a:xfrm>
              <a:off x="622006" y="4645152"/>
              <a:ext cx="1097280" cy="1679575"/>
            </a:xfrm>
            <a:custGeom>
              <a:avLst/>
              <a:gdLst/>
              <a:ahLst/>
              <a:cxnLst/>
              <a:rect l="l" t="t" r="r" b="b"/>
              <a:pathLst>
                <a:path w="1097280" h="1679575">
                  <a:moveTo>
                    <a:pt x="555195" y="0"/>
                  </a:moveTo>
                  <a:lnTo>
                    <a:pt x="508416" y="1430"/>
                  </a:lnTo>
                  <a:lnTo>
                    <a:pt x="461863" y="6824"/>
                  </a:lnTo>
                  <a:lnTo>
                    <a:pt x="415809" y="16185"/>
                  </a:lnTo>
                  <a:lnTo>
                    <a:pt x="370527" y="29516"/>
                  </a:lnTo>
                  <a:lnTo>
                    <a:pt x="326293" y="46820"/>
                  </a:lnTo>
                  <a:lnTo>
                    <a:pt x="283380" y="68100"/>
                  </a:lnTo>
                  <a:lnTo>
                    <a:pt x="242061" y="93359"/>
                  </a:lnTo>
                  <a:lnTo>
                    <a:pt x="202611" y="122601"/>
                  </a:lnTo>
                  <a:lnTo>
                    <a:pt x="165305" y="155829"/>
                  </a:lnTo>
                  <a:lnTo>
                    <a:pt x="132826" y="190306"/>
                  </a:lnTo>
                  <a:lnTo>
                    <a:pt x="103884" y="226806"/>
                  </a:lnTo>
                  <a:lnTo>
                    <a:pt x="78481" y="265098"/>
                  </a:lnTo>
                  <a:lnTo>
                    <a:pt x="56620" y="304947"/>
                  </a:lnTo>
                  <a:lnTo>
                    <a:pt x="38304" y="346121"/>
                  </a:lnTo>
                  <a:lnTo>
                    <a:pt x="23536" y="388388"/>
                  </a:lnTo>
                  <a:lnTo>
                    <a:pt x="12318" y="431513"/>
                  </a:lnTo>
                  <a:lnTo>
                    <a:pt x="4655" y="475266"/>
                  </a:lnTo>
                  <a:lnTo>
                    <a:pt x="547" y="519411"/>
                  </a:lnTo>
                  <a:lnTo>
                    <a:pt x="0" y="563718"/>
                  </a:lnTo>
                  <a:lnTo>
                    <a:pt x="3014" y="607953"/>
                  </a:lnTo>
                  <a:lnTo>
                    <a:pt x="9594" y="651882"/>
                  </a:lnTo>
                  <a:lnTo>
                    <a:pt x="19741" y="695274"/>
                  </a:lnTo>
                  <a:lnTo>
                    <a:pt x="33460" y="737895"/>
                  </a:lnTo>
                  <a:lnTo>
                    <a:pt x="50752" y="779513"/>
                  </a:lnTo>
                  <a:lnTo>
                    <a:pt x="71621" y="819894"/>
                  </a:lnTo>
                  <a:lnTo>
                    <a:pt x="96069" y="858806"/>
                  </a:lnTo>
                  <a:lnTo>
                    <a:pt x="124100" y="896016"/>
                  </a:lnTo>
                  <a:lnTo>
                    <a:pt x="155716" y="931291"/>
                  </a:lnTo>
                  <a:lnTo>
                    <a:pt x="187966" y="965576"/>
                  </a:lnTo>
                  <a:lnTo>
                    <a:pt x="218970" y="1001078"/>
                  </a:lnTo>
                  <a:lnTo>
                    <a:pt x="248728" y="1037795"/>
                  </a:lnTo>
                  <a:lnTo>
                    <a:pt x="277239" y="1075727"/>
                  </a:lnTo>
                  <a:lnTo>
                    <a:pt x="304504" y="1114875"/>
                  </a:lnTo>
                  <a:lnTo>
                    <a:pt x="330523" y="1155238"/>
                  </a:lnTo>
                  <a:lnTo>
                    <a:pt x="355294" y="1196817"/>
                  </a:lnTo>
                  <a:lnTo>
                    <a:pt x="378820" y="1239611"/>
                  </a:lnTo>
                  <a:lnTo>
                    <a:pt x="401099" y="1283620"/>
                  </a:lnTo>
                  <a:lnTo>
                    <a:pt x="422131" y="1328845"/>
                  </a:lnTo>
                  <a:lnTo>
                    <a:pt x="441917" y="1375285"/>
                  </a:lnTo>
                  <a:lnTo>
                    <a:pt x="460457" y="1422941"/>
                  </a:lnTo>
                  <a:lnTo>
                    <a:pt x="477750" y="1471811"/>
                  </a:lnTo>
                  <a:lnTo>
                    <a:pt x="493796" y="1521897"/>
                  </a:lnTo>
                  <a:lnTo>
                    <a:pt x="508596" y="1573199"/>
                  </a:lnTo>
                  <a:lnTo>
                    <a:pt x="522149" y="1625716"/>
                  </a:lnTo>
                  <a:lnTo>
                    <a:pt x="534455" y="1679448"/>
                  </a:lnTo>
                  <a:lnTo>
                    <a:pt x="548084" y="1626036"/>
                  </a:lnTo>
                  <a:lnTo>
                    <a:pt x="562929" y="1573869"/>
                  </a:lnTo>
                  <a:lnTo>
                    <a:pt x="578990" y="1522948"/>
                  </a:lnTo>
                  <a:lnTo>
                    <a:pt x="596266" y="1473273"/>
                  </a:lnTo>
                  <a:lnTo>
                    <a:pt x="614759" y="1424843"/>
                  </a:lnTo>
                  <a:lnTo>
                    <a:pt x="634468" y="1377658"/>
                  </a:lnTo>
                  <a:lnTo>
                    <a:pt x="655393" y="1331719"/>
                  </a:lnTo>
                  <a:lnTo>
                    <a:pt x="677535" y="1287025"/>
                  </a:lnTo>
                  <a:lnTo>
                    <a:pt x="700894" y="1243576"/>
                  </a:lnTo>
                  <a:lnTo>
                    <a:pt x="725469" y="1201373"/>
                  </a:lnTo>
                  <a:lnTo>
                    <a:pt x="751262" y="1160415"/>
                  </a:lnTo>
                  <a:lnTo>
                    <a:pt x="778272" y="1120702"/>
                  </a:lnTo>
                  <a:lnTo>
                    <a:pt x="806499" y="1082235"/>
                  </a:lnTo>
                  <a:lnTo>
                    <a:pt x="835944" y="1045012"/>
                  </a:lnTo>
                  <a:lnTo>
                    <a:pt x="866606" y="1009035"/>
                  </a:lnTo>
                  <a:lnTo>
                    <a:pt x="898486" y="974303"/>
                  </a:lnTo>
                  <a:lnTo>
                    <a:pt x="931584" y="940816"/>
                  </a:lnTo>
                  <a:lnTo>
                    <a:pt x="964066" y="906338"/>
                  </a:lnTo>
                  <a:lnTo>
                    <a:pt x="993009" y="869838"/>
                  </a:lnTo>
                  <a:lnTo>
                    <a:pt x="995547" y="866013"/>
                  </a:lnTo>
                  <a:lnTo>
                    <a:pt x="548425" y="866013"/>
                  </a:lnTo>
                  <a:lnTo>
                    <a:pt x="501460" y="862568"/>
                  </a:lnTo>
                  <a:lnTo>
                    <a:pt x="456635" y="852562"/>
                  </a:lnTo>
                  <a:lnTo>
                    <a:pt x="414441" y="836486"/>
                  </a:lnTo>
                  <a:lnTo>
                    <a:pt x="375370" y="814832"/>
                  </a:lnTo>
                  <a:lnTo>
                    <a:pt x="339913" y="788093"/>
                  </a:lnTo>
                  <a:lnTo>
                    <a:pt x="308563" y="756759"/>
                  </a:lnTo>
                  <a:lnTo>
                    <a:pt x="281810" y="721322"/>
                  </a:lnTo>
                  <a:lnTo>
                    <a:pt x="260147" y="682275"/>
                  </a:lnTo>
                  <a:lnTo>
                    <a:pt x="244064" y="640108"/>
                  </a:lnTo>
                  <a:lnTo>
                    <a:pt x="234054" y="595315"/>
                  </a:lnTo>
                  <a:lnTo>
                    <a:pt x="230608" y="548386"/>
                  </a:lnTo>
                  <a:lnTo>
                    <a:pt x="234054" y="501428"/>
                  </a:lnTo>
                  <a:lnTo>
                    <a:pt x="244064" y="456617"/>
                  </a:lnTo>
                  <a:lnTo>
                    <a:pt x="260147" y="414442"/>
                  </a:lnTo>
                  <a:lnTo>
                    <a:pt x="281810" y="375393"/>
                  </a:lnTo>
                  <a:lnTo>
                    <a:pt x="308563" y="339961"/>
                  </a:lnTo>
                  <a:lnTo>
                    <a:pt x="339913" y="308635"/>
                  </a:lnTo>
                  <a:lnTo>
                    <a:pt x="375370" y="281907"/>
                  </a:lnTo>
                  <a:lnTo>
                    <a:pt x="414441" y="260264"/>
                  </a:lnTo>
                  <a:lnTo>
                    <a:pt x="456635" y="244199"/>
                  </a:lnTo>
                  <a:lnTo>
                    <a:pt x="501460" y="234200"/>
                  </a:lnTo>
                  <a:lnTo>
                    <a:pt x="548425" y="230759"/>
                  </a:lnTo>
                  <a:lnTo>
                    <a:pt x="995351" y="230759"/>
                  </a:lnTo>
                  <a:lnTo>
                    <a:pt x="972724" y="200736"/>
                  </a:lnTo>
                  <a:lnTo>
                    <a:pt x="941109" y="165481"/>
                  </a:lnTo>
                  <a:lnTo>
                    <a:pt x="904635" y="131299"/>
                  </a:lnTo>
                  <a:lnTo>
                    <a:pt x="865923" y="101061"/>
                  </a:lnTo>
                  <a:lnTo>
                    <a:pt x="825245" y="74770"/>
                  </a:lnTo>
                  <a:lnTo>
                    <a:pt x="782874" y="52426"/>
                  </a:lnTo>
                  <a:lnTo>
                    <a:pt x="739084" y="34032"/>
                  </a:lnTo>
                  <a:lnTo>
                    <a:pt x="694148" y="19590"/>
                  </a:lnTo>
                  <a:lnTo>
                    <a:pt x="648339" y="9103"/>
                  </a:lnTo>
                  <a:lnTo>
                    <a:pt x="601930" y="2572"/>
                  </a:lnTo>
                  <a:lnTo>
                    <a:pt x="555195" y="0"/>
                  </a:lnTo>
                  <a:close/>
                </a:path>
                <a:path w="1097280" h="1679575">
                  <a:moveTo>
                    <a:pt x="995351" y="230759"/>
                  </a:moveTo>
                  <a:lnTo>
                    <a:pt x="548425" y="230759"/>
                  </a:lnTo>
                  <a:lnTo>
                    <a:pt x="595386" y="234200"/>
                  </a:lnTo>
                  <a:lnTo>
                    <a:pt x="640206" y="244199"/>
                  </a:lnTo>
                  <a:lnTo>
                    <a:pt x="682393" y="260264"/>
                  </a:lnTo>
                  <a:lnTo>
                    <a:pt x="721456" y="281907"/>
                  </a:lnTo>
                  <a:lnTo>
                    <a:pt x="756905" y="308635"/>
                  </a:lnTo>
                  <a:lnTo>
                    <a:pt x="788248" y="339961"/>
                  </a:lnTo>
                  <a:lnTo>
                    <a:pt x="814993" y="375393"/>
                  </a:lnTo>
                  <a:lnTo>
                    <a:pt x="836650" y="414442"/>
                  </a:lnTo>
                  <a:lnTo>
                    <a:pt x="852728" y="456617"/>
                  </a:lnTo>
                  <a:lnTo>
                    <a:pt x="862735" y="501428"/>
                  </a:lnTo>
                  <a:lnTo>
                    <a:pt x="866179" y="548386"/>
                  </a:lnTo>
                  <a:lnTo>
                    <a:pt x="862735" y="595315"/>
                  </a:lnTo>
                  <a:lnTo>
                    <a:pt x="852728" y="640108"/>
                  </a:lnTo>
                  <a:lnTo>
                    <a:pt x="836650" y="682275"/>
                  </a:lnTo>
                  <a:lnTo>
                    <a:pt x="814993" y="721322"/>
                  </a:lnTo>
                  <a:lnTo>
                    <a:pt x="788248" y="756759"/>
                  </a:lnTo>
                  <a:lnTo>
                    <a:pt x="756905" y="788093"/>
                  </a:lnTo>
                  <a:lnTo>
                    <a:pt x="721456" y="814832"/>
                  </a:lnTo>
                  <a:lnTo>
                    <a:pt x="682393" y="836486"/>
                  </a:lnTo>
                  <a:lnTo>
                    <a:pt x="640206" y="852562"/>
                  </a:lnTo>
                  <a:lnTo>
                    <a:pt x="595386" y="862568"/>
                  </a:lnTo>
                  <a:lnTo>
                    <a:pt x="548425" y="866013"/>
                  </a:lnTo>
                  <a:lnTo>
                    <a:pt x="995547" y="866013"/>
                  </a:lnTo>
                  <a:lnTo>
                    <a:pt x="1018412" y="831547"/>
                  </a:lnTo>
                  <a:lnTo>
                    <a:pt x="1040271" y="791698"/>
                  </a:lnTo>
                  <a:lnTo>
                    <a:pt x="1058583" y="750525"/>
                  </a:lnTo>
                  <a:lnTo>
                    <a:pt x="1073347" y="708260"/>
                  </a:lnTo>
                  <a:lnTo>
                    <a:pt x="1084559" y="665137"/>
                  </a:lnTo>
                  <a:lnTo>
                    <a:pt x="1092217" y="621388"/>
                  </a:lnTo>
                  <a:lnTo>
                    <a:pt x="1096318" y="577246"/>
                  </a:lnTo>
                  <a:lnTo>
                    <a:pt x="1096859" y="532944"/>
                  </a:lnTo>
                  <a:lnTo>
                    <a:pt x="1093838" y="488716"/>
                  </a:lnTo>
                  <a:lnTo>
                    <a:pt x="1087252" y="444794"/>
                  </a:lnTo>
                  <a:lnTo>
                    <a:pt x="1077099" y="401411"/>
                  </a:lnTo>
                  <a:lnTo>
                    <a:pt x="1063375" y="358800"/>
                  </a:lnTo>
                  <a:lnTo>
                    <a:pt x="1046079" y="317194"/>
                  </a:lnTo>
                  <a:lnTo>
                    <a:pt x="1025206" y="276826"/>
                  </a:lnTo>
                  <a:lnTo>
                    <a:pt x="1000756" y="237929"/>
                  </a:lnTo>
                  <a:lnTo>
                    <a:pt x="995351" y="23075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7992" y="4719828"/>
              <a:ext cx="941857" cy="94185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70966" y="4793615"/>
              <a:ext cx="799465" cy="799465"/>
            </a:xfrm>
            <a:custGeom>
              <a:avLst/>
              <a:gdLst/>
              <a:ahLst/>
              <a:cxnLst/>
              <a:rect l="l" t="t" r="r" b="b"/>
              <a:pathLst>
                <a:path w="799465" h="799464">
                  <a:moveTo>
                    <a:pt x="399516" y="0"/>
                  </a:moveTo>
                  <a:lnTo>
                    <a:pt x="352926" y="2687"/>
                  </a:lnTo>
                  <a:lnTo>
                    <a:pt x="307914" y="10548"/>
                  </a:lnTo>
                  <a:lnTo>
                    <a:pt x="264780" y="23285"/>
                  </a:lnTo>
                  <a:lnTo>
                    <a:pt x="223823" y="40598"/>
                  </a:lnTo>
                  <a:lnTo>
                    <a:pt x="185344" y="62187"/>
                  </a:lnTo>
                  <a:lnTo>
                    <a:pt x="149643" y="87754"/>
                  </a:lnTo>
                  <a:lnTo>
                    <a:pt x="117019" y="116998"/>
                  </a:lnTo>
                  <a:lnTo>
                    <a:pt x="87772" y="149621"/>
                  </a:lnTo>
                  <a:lnTo>
                    <a:pt x="62202" y="185323"/>
                  </a:lnTo>
                  <a:lnTo>
                    <a:pt x="40609" y="223805"/>
                  </a:lnTo>
                  <a:lnTo>
                    <a:pt x="23292" y="264767"/>
                  </a:lnTo>
                  <a:lnTo>
                    <a:pt x="10552" y="307910"/>
                  </a:lnTo>
                  <a:lnTo>
                    <a:pt x="2687" y="352934"/>
                  </a:lnTo>
                  <a:lnTo>
                    <a:pt x="0" y="399542"/>
                  </a:lnTo>
                  <a:lnTo>
                    <a:pt x="2687" y="446124"/>
                  </a:lnTo>
                  <a:lnTo>
                    <a:pt x="10552" y="491130"/>
                  </a:lnTo>
                  <a:lnTo>
                    <a:pt x="23292" y="534260"/>
                  </a:lnTo>
                  <a:lnTo>
                    <a:pt x="40609" y="575213"/>
                  </a:lnTo>
                  <a:lnTo>
                    <a:pt x="62202" y="613689"/>
                  </a:lnTo>
                  <a:lnTo>
                    <a:pt x="87772" y="649389"/>
                  </a:lnTo>
                  <a:lnTo>
                    <a:pt x="117019" y="682012"/>
                  </a:lnTo>
                  <a:lnTo>
                    <a:pt x="149643" y="711258"/>
                  </a:lnTo>
                  <a:lnTo>
                    <a:pt x="185344" y="736828"/>
                  </a:lnTo>
                  <a:lnTo>
                    <a:pt x="223823" y="758422"/>
                  </a:lnTo>
                  <a:lnTo>
                    <a:pt x="264780" y="775739"/>
                  </a:lnTo>
                  <a:lnTo>
                    <a:pt x="307914" y="788480"/>
                  </a:lnTo>
                  <a:lnTo>
                    <a:pt x="352926" y="796345"/>
                  </a:lnTo>
                  <a:lnTo>
                    <a:pt x="399516" y="799033"/>
                  </a:lnTo>
                  <a:lnTo>
                    <a:pt x="446113" y="796345"/>
                  </a:lnTo>
                  <a:lnTo>
                    <a:pt x="491129" y="788480"/>
                  </a:lnTo>
                  <a:lnTo>
                    <a:pt x="534265" y="775739"/>
                  </a:lnTo>
                  <a:lnTo>
                    <a:pt x="575221" y="758422"/>
                  </a:lnTo>
                  <a:lnTo>
                    <a:pt x="613697" y="736828"/>
                  </a:lnTo>
                  <a:lnTo>
                    <a:pt x="649395" y="711258"/>
                  </a:lnTo>
                  <a:lnTo>
                    <a:pt x="682015" y="682012"/>
                  </a:lnTo>
                  <a:lnTo>
                    <a:pt x="711257" y="649389"/>
                  </a:lnTo>
                  <a:lnTo>
                    <a:pt x="736822" y="613689"/>
                  </a:lnTo>
                  <a:lnTo>
                    <a:pt x="758410" y="575213"/>
                  </a:lnTo>
                  <a:lnTo>
                    <a:pt x="775722" y="534260"/>
                  </a:lnTo>
                  <a:lnTo>
                    <a:pt x="788459" y="491130"/>
                  </a:lnTo>
                  <a:lnTo>
                    <a:pt x="796320" y="446124"/>
                  </a:lnTo>
                  <a:lnTo>
                    <a:pt x="799007" y="399542"/>
                  </a:lnTo>
                  <a:lnTo>
                    <a:pt x="796320" y="352934"/>
                  </a:lnTo>
                  <a:lnTo>
                    <a:pt x="788459" y="307910"/>
                  </a:lnTo>
                  <a:lnTo>
                    <a:pt x="775722" y="264767"/>
                  </a:lnTo>
                  <a:lnTo>
                    <a:pt x="758410" y="223805"/>
                  </a:lnTo>
                  <a:lnTo>
                    <a:pt x="736822" y="185323"/>
                  </a:lnTo>
                  <a:lnTo>
                    <a:pt x="711257" y="149621"/>
                  </a:lnTo>
                  <a:lnTo>
                    <a:pt x="682015" y="116998"/>
                  </a:lnTo>
                  <a:lnTo>
                    <a:pt x="649395" y="87754"/>
                  </a:lnTo>
                  <a:lnTo>
                    <a:pt x="613697" y="62187"/>
                  </a:lnTo>
                  <a:lnTo>
                    <a:pt x="575221" y="40598"/>
                  </a:lnTo>
                  <a:lnTo>
                    <a:pt x="534265" y="23285"/>
                  </a:lnTo>
                  <a:lnTo>
                    <a:pt x="491129" y="10548"/>
                  </a:lnTo>
                  <a:lnTo>
                    <a:pt x="446113" y="2687"/>
                  </a:lnTo>
                  <a:lnTo>
                    <a:pt x="3995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905585" y="4927854"/>
              <a:ext cx="532130" cy="530860"/>
            </a:xfrm>
            <a:custGeom>
              <a:avLst/>
              <a:gdLst/>
              <a:ahLst/>
              <a:cxnLst/>
              <a:rect l="l" t="t" r="r" b="b"/>
              <a:pathLst>
                <a:path w="532130" h="530860">
                  <a:moveTo>
                    <a:pt x="72915" y="422910"/>
                  </a:moveTo>
                  <a:lnTo>
                    <a:pt x="50927" y="422910"/>
                  </a:lnTo>
                  <a:lnTo>
                    <a:pt x="86024" y="462280"/>
                  </a:lnTo>
                  <a:lnTo>
                    <a:pt x="127547" y="492760"/>
                  </a:lnTo>
                  <a:lnTo>
                    <a:pt x="174138" y="515620"/>
                  </a:lnTo>
                  <a:lnTo>
                    <a:pt x="224442" y="528320"/>
                  </a:lnTo>
                  <a:lnTo>
                    <a:pt x="277101" y="530860"/>
                  </a:lnTo>
                  <a:lnTo>
                    <a:pt x="282092" y="530860"/>
                  </a:lnTo>
                  <a:lnTo>
                    <a:pt x="285420" y="527050"/>
                  </a:lnTo>
                  <a:lnTo>
                    <a:pt x="284582" y="521970"/>
                  </a:lnTo>
                  <a:lnTo>
                    <a:pt x="284582" y="516890"/>
                  </a:lnTo>
                  <a:lnTo>
                    <a:pt x="280429" y="514350"/>
                  </a:lnTo>
                  <a:lnTo>
                    <a:pt x="276263" y="514350"/>
                  </a:lnTo>
                  <a:lnTo>
                    <a:pt x="227167" y="511810"/>
                  </a:lnTo>
                  <a:lnTo>
                    <a:pt x="180425" y="500380"/>
                  </a:lnTo>
                  <a:lnTo>
                    <a:pt x="137196" y="480060"/>
                  </a:lnTo>
                  <a:lnTo>
                    <a:pt x="98635" y="450850"/>
                  </a:lnTo>
                  <a:lnTo>
                    <a:pt x="72915" y="422910"/>
                  </a:lnTo>
                  <a:close/>
                </a:path>
                <a:path w="532130" h="530860">
                  <a:moveTo>
                    <a:pt x="446710" y="490220"/>
                  </a:moveTo>
                  <a:lnTo>
                    <a:pt x="349441" y="490220"/>
                  </a:lnTo>
                  <a:lnTo>
                    <a:pt x="366954" y="497840"/>
                  </a:lnTo>
                  <a:lnTo>
                    <a:pt x="371018" y="524510"/>
                  </a:lnTo>
                  <a:lnTo>
                    <a:pt x="371907" y="528320"/>
                  </a:lnTo>
                  <a:lnTo>
                    <a:pt x="375209" y="530860"/>
                  </a:lnTo>
                  <a:lnTo>
                    <a:pt x="420929" y="530860"/>
                  </a:lnTo>
                  <a:lnTo>
                    <a:pt x="424231" y="528320"/>
                  </a:lnTo>
                  <a:lnTo>
                    <a:pt x="425120" y="524510"/>
                  </a:lnTo>
                  <a:lnTo>
                    <a:pt x="429311" y="497840"/>
                  </a:lnTo>
                  <a:lnTo>
                    <a:pt x="446710" y="490220"/>
                  </a:lnTo>
                  <a:close/>
                </a:path>
                <a:path w="532130" h="530860">
                  <a:moveTo>
                    <a:pt x="324498" y="287020"/>
                  </a:moveTo>
                  <a:lnTo>
                    <a:pt x="319507" y="287020"/>
                  </a:lnTo>
                  <a:lnTo>
                    <a:pt x="317017" y="290830"/>
                  </a:lnTo>
                  <a:lnTo>
                    <a:pt x="290411" y="317500"/>
                  </a:lnTo>
                  <a:lnTo>
                    <a:pt x="287909" y="320040"/>
                  </a:lnTo>
                  <a:lnTo>
                    <a:pt x="287084" y="325120"/>
                  </a:lnTo>
                  <a:lnTo>
                    <a:pt x="289573" y="327660"/>
                  </a:lnTo>
                  <a:lnTo>
                    <a:pt x="306210" y="349250"/>
                  </a:lnTo>
                  <a:lnTo>
                    <a:pt x="302882" y="355600"/>
                  </a:lnTo>
                  <a:lnTo>
                    <a:pt x="300380" y="360680"/>
                  </a:lnTo>
                  <a:lnTo>
                    <a:pt x="298717" y="367030"/>
                  </a:lnTo>
                  <a:lnTo>
                    <a:pt x="272110" y="370840"/>
                  </a:lnTo>
                  <a:lnTo>
                    <a:pt x="267957" y="372110"/>
                  </a:lnTo>
                  <a:lnTo>
                    <a:pt x="264630" y="375920"/>
                  </a:lnTo>
                  <a:lnTo>
                    <a:pt x="264630" y="421640"/>
                  </a:lnTo>
                  <a:lnTo>
                    <a:pt x="267957" y="424180"/>
                  </a:lnTo>
                  <a:lnTo>
                    <a:pt x="272110" y="425450"/>
                  </a:lnTo>
                  <a:lnTo>
                    <a:pt x="298717" y="429260"/>
                  </a:lnTo>
                  <a:lnTo>
                    <a:pt x="300380" y="435610"/>
                  </a:lnTo>
                  <a:lnTo>
                    <a:pt x="302882" y="440690"/>
                  </a:lnTo>
                  <a:lnTo>
                    <a:pt x="306210" y="447040"/>
                  </a:lnTo>
                  <a:lnTo>
                    <a:pt x="289573" y="468630"/>
                  </a:lnTo>
                  <a:lnTo>
                    <a:pt x="287084" y="471170"/>
                  </a:lnTo>
                  <a:lnTo>
                    <a:pt x="287084" y="476250"/>
                  </a:lnTo>
                  <a:lnTo>
                    <a:pt x="290411" y="478790"/>
                  </a:lnTo>
                  <a:lnTo>
                    <a:pt x="317017" y="505460"/>
                  </a:lnTo>
                  <a:lnTo>
                    <a:pt x="319507" y="509270"/>
                  </a:lnTo>
                  <a:lnTo>
                    <a:pt x="324498" y="509270"/>
                  </a:lnTo>
                  <a:lnTo>
                    <a:pt x="349441" y="490220"/>
                  </a:lnTo>
                  <a:lnTo>
                    <a:pt x="494389" y="490220"/>
                  </a:lnTo>
                  <a:lnTo>
                    <a:pt x="505765" y="478790"/>
                  </a:lnTo>
                  <a:lnTo>
                    <a:pt x="509067" y="476250"/>
                  </a:lnTo>
                  <a:lnTo>
                    <a:pt x="509067" y="471170"/>
                  </a:lnTo>
                  <a:lnTo>
                    <a:pt x="506654" y="468630"/>
                  </a:lnTo>
                  <a:lnTo>
                    <a:pt x="490017" y="447040"/>
                  </a:lnTo>
                  <a:lnTo>
                    <a:pt x="491947" y="441960"/>
                  </a:lnTo>
                  <a:lnTo>
                    <a:pt x="398450" y="441960"/>
                  </a:lnTo>
                  <a:lnTo>
                    <a:pt x="381446" y="439420"/>
                  </a:lnTo>
                  <a:lnTo>
                    <a:pt x="367440" y="429260"/>
                  </a:lnTo>
                  <a:lnTo>
                    <a:pt x="357934" y="415290"/>
                  </a:lnTo>
                  <a:lnTo>
                    <a:pt x="354432" y="398780"/>
                  </a:lnTo>
                  <a:lnTo>
                    <a:pt x="357934" y="381000"/>
                  </a:lnTo>
                  <a:lnTo>
                    <a:pt x="367440" y="367030"/>
                  </a:lnTo>
                  <a:lnTo>
                    <a:pt x="381446" y="358140"/>
                  </a:lnTo>
                  <a:lnTo>
                    <a:pt x="398450" y="354330"/>
                  </a:lnTo>
                  <a:lnTo>
                    <a:pt x="492658" y="354330"/>
                  </a:lnTo>
                  <a:lnTo>
                    <a:pt x="490017" y="349250"/>
                  </a:lnTo>
                  <a:lnTo>
                    <a:pt x="506654" y="327660"/>
                  </a:lnTo>
                  <a:lnTo>
                    <a:pt x="509067" y="325120"/>
                  </a:lnTo>
                  <a:lnTo>
                    <a:pt x="509067" y="320040"/>
                  </a:lnTo>
                  <a:lnTo>
                    <a:pt x="505765" y="317500"/>
                  </a:lnTo>
                  <a:lnTo>
                    <a:pt x="494389" y="306070"/>
                  </a:lnTo>
                  <a:lnTo>
                    <a:pt x="349441" y="306070"/>
                  </a:lnTo>
                  <a:lnTo>
                    <a:pt x="324498" y="287020"/>
                  </a:lnTo>
                  <a:close/>
                </a:path>
                <a:path w="532130" h="530860">
                  <a:moveTo>
                    <a:pt x="494389" y="490220"/>
                  </a:moveTo>
                  <a:lnTo>
                    <a:pt x="446710" y="490220"/>
                  </a:lnTo>
                  <a:lnTo>
                    <a:pt x="468300" y="506730"/>
                  </a:lnTo>
                  <a:lnTo>
                    <a:pt x="471729" y="509270"/>
                  </a:lnTo>
                  <a:lnTo>
                    <a:pt x="476682" y="509270"/>
                  </a:lnTo>
                  <a:lnTo>
                    <a:pt x="479222" y="505460"/>
                  </a:lnTo>
                  <a:lnTo>
                    <a:pt x="494389" y="490220"/>
                  </a:lnTo>
                  <a:close/>
                </a:path>
                <a:path w="532130" h="530860">
                  <a:moveTo>
                    <a:pt x="45110" y="393700"/>
                  </a:moveTo>
                  <a:lnTo>
                    <a:pt x="40958" y="397510"/>
                  </a:lnTo>
                  <a:lnTo>
                    <a:pt x="30975" y="438150"/>
                  </a:lnTo>
                  <a:lnTo>
                    <a:pt x="30137" y="441960"/>
                  </a:lnTo>
                  <a:lnTo>
                    <a:pt x="32639" y="447040"/>
                  </a:lnTo>
                  <a:lnTo>
                    <a:pt x="36792" y="447040"/>
                  </a:lnTo>
                  <a:lnTo>
                    <a:pt x="40958" y="448310"/>
                  </a:lnTo>
                  <a:lnTo>
                    <a:pt x="45936" y="445770"/>
                  </a:lnTo>
                  <a:lnTo>
                    <a:pt x="50927" y="422910"/>
                  </a:lnTo>
                  <a:lnTo>
                    <a:pt x="72915" y="422910"/>
                  </a:lnTo>
                  <a:lnTo>
                    <a:pt x="65900" y="415290"/>
                  </a:lnTo>
                  <a:lnTo>
                    <a:pt x="93057" y="415290"/>
                  </a:lnTo>
                  <a:lnTo>
                    <a:pt x="93332" y="414020"/>
                  </a:lnTo>
                  <a:lnTo>
                    <a:pt x="94171" y="408940"/>
                  </a:lnTo>
                  <a:lnTo>
                    <a:pt x="91669" y="403860"/>
                  </a:lnTo>
                  <a:lnTo>
                    <a:pt x="87516" y="403860"/>
                  </a:lnTo>
                  <a:lnTo>
                    <a:pt x="50102" y="394970"/>
                  </a:lnTo>
                  <a:lnTo>
                    <a:pt x="45110" y="393700"/>
                  </a:lnTo>
                  <a:close/>
                </a:path>
                <a:path w="532130" h="530860">
                  <a:moveTo>
                    <a:pt x="492658" y="354330"/>
                  </a:moveTo>
                  <a:lnTo>
                    <a:pt x="398450" y="354330"/>
                  </a:lnTo>
                  <a:lnTo>
                    <a:pt x="415516" y="358140"/>
                  </a:lnTo>
                  <a:lnTo>
                    <a:pt x="429533" y="367030"/>
                  </a:lnTo>
                  <a:lnTo>
                    <a:pt x="439026" y="381000"/>
                  </a:lnTo>
                  <a:lnTo>
                    <a:pt x="442519" y="398780"/>
                  </a:lnTo>
                  <a:lnTo>
                    <a:pt x="439026" y="415290"/>
                  </a:lnTo>
                  <a:lnTo>
                    <a:pt x="429533" y="429260"/>
                  </a:lnTo>
                  <a:lnTo>
                    <a:pt x="415516" y="439420"/>
                  </a:lnTo>
                  <a:lnTo>
                    <a:pt x="398450" y="441960"/>
                  </a:lnTo>
                  <a:lnTo>
                    <a:pt x="491947" y="441960"/>
                  </a:lnTo>
                  <a:lnTo>
                    <a:pt x="492430" y="440690"/>
                  </a:lnTo>
                  <a:lnTo>
                    <a:pt x="497510" y="429260"/>
                  </a:lnTo>
                  <a:lnTo>
                    <a:pt x="524053" y="425450"/>
                  </a:lnTo>
                  <a:lnTo>
                    <a:pt x="528244" y="424180"/>
                  </a:lnTo>
                  <a:lnTo>
                    <a:pt x="531546" y="421640"/>
                  </a:lnTo>
                  <a:lnTo>
                    <a:pt x="531546" y="375920"/>
                  </a:lnTo>
                  <a:lnTo>
                    <a:pt x="528244" y="372110"/>
                  </a:lnTo>
                  <a:lnTo>
                    <a:pt x="524053" y="370840"/>
                  </a:lnTo>
                  <a:lnTo>
                    <a:pt x="497510" y="367030"/>
                  </a:lnTo>
                  <a:lnTo>
                    <a:pt x="495732" y="360680"/>
                  </a:lnTo>
                  <a:lnTo>
                    <a:pt x="493319" y="355600"/>
                  </a:lnTo>
                  <a:lnTo>
                    <a:pt x="492658" y="354330"/>
                  </a:lnTo>
                  <a:close/>
                </a:path>
                <a:path w="532130" h="530860">
                  <a:moveTo>
                    <a:pt x="93057" y="415290"/>
                  </a:moveTo>
                  <a:lnTo>
                    <a:pt x="65900" y="415290"/>
                  </a:lnTo>
                  <a:lnTo>
                    <a:pt x="83363" y="419100"/>
                  </a:lnTo>
                  <a:lnTo>
                    <a:pt x="87516" y="420370"/>
                  </a:lnTo>
                  <a:lnTo>
                    <a:pt x="92507" y="417830"/>
                  </a:lnTo>
                  <a:lnTo>
                    <a:pt x="93057" y="415290"/>
                  </a:lnTo>
                  <a:close/>
                </a:path>
                <a:path w="532130" h="530860">
                  <a:moveTo>
                    <a:pt x="89179" y="29210"/>
                  </a:moveTo>
                  <a:lnTo>
                    <a:pt x="84188" y="33020"/>
                  </a:lnTo>
                  <a:lnTo>
                    <a:pt x="82525" y="40640"/>
                  </a:lnTo>
                  <a:lnTo>
                    <a:pt x="85014" y="45720"/>
                  </a:lnTo>
                  <a:lnTo>
                    <a:pt x="89179" y="46990"/>
                  </a:lnTo>
                  <a:lnTo>
                    <a:pt x="108306" y="52070"/>
                  </a:lnTo>
                  <a:lnTo>
                    <a:pt x="72333" y="83820"/>
                  </a:lnTo>
                  <a:lnTo>
                    <a:pt x="43094" y="120650"/>
                  </a:lnTo>
                  <a:lnTo>
                    <a:pt x="21010" y="162560"/>
                  </a:lnTo>
                  <a:lnTo>
                    <a:pt x="6505" y="207010"/>
                  </a:lnTo>
                  <a:lnTo>
                    <a:pt x="0" y="254000"/>
                  </a:lnTo>
                  <a:lnTo>
                    <a:pt x="1812" y="298450"/>
                  </a:lnTo>
                  <a:lnTo>
                    <a:pt x="1915" y="300990"/>
                  </a:lnTo>
                  <a:lnTo>
                    <a:pt x="12675" y="347980"/>
                  </a:lnTo>
                  <a:lnTo>
                    <a:pt x="14338" y="351790"/>
                  </a:lnTo>
                  <a:lnTo>
                    <a:pt x="19329" y="354330"/>
                  </a:lnTo>
                  <a:lnTo>
                    <a:pt x="27648" y="351790"/>
                  </a:lnTo>
                  <a:lnTo>
                    <a:pt x="30137" y="346710"/>
                  </a:lnTo>
                  <a:lnTo>
                    <a:pt x="28473" y="341630"/>
                  </a:lnTo>
                  <a:lnTo>
                    <a:pt x="17502" y="290830"/>
                  </a:lnTo>
                  <a:lnTo>
                    <a:pt x="17480" y="240030"/>
                  </a:lnTo>
                  <a:lnTo>
                    <a:pt x="27853" y="190500"/>
                  </a:lnTo>
                  <a:lnTo>
                    <a:pt x="48064" y="143510"/>
                  </a:lnTo>
                  <a:lnTo>
                    <a:pt x="77560" y="101600"/>
                  </a:lnTo>
                  <a:lnTo>
                    <a:pt x="115786" y="66040"/>
                  </a:lnTo>
                  <a:lnTo>
                    <a:pt x="132847" y="66040"/>
                  </a:lnTo>
                  <a:lnTo>
                    <a:pt x="136576" y="49530"/>
                  </a:lnTo>
                  <a:lnTo>
                    <a:pt x="137401" y="45720"/>
                  </a:lnTo>
                  <a:lnTo>
                    <a:pt x="134912" y="40640"/>
                  </a:lnTo>
                  <a:lnTo>
                    <a:pt x="130759" y="39370"/>
                  </a:lnTo>
                  <a:lnTo>
                    <a:pt x="93332" y="30480"/>
                  </a:lnTo>
                  <a:lnTo>
                    <a:pt x="89179" y="29210"/>
                  </a:lnTo>
                  <a:close/>
                </a:path>
                <a:path w="532130" h="530860">
                  <a:moveTo>
                    <a:pt x="275438" y="311150"/>
                  </a:moveTo>
                  <a:lnTo>
                    <a:pt x="196444" y="311150"/>
                  </a:lnTo>
                  <a:lnTo>
                    <a:pt x="196444" y="312420"/>
                  </a:lnTo>
                  <a:lnTo>
                    <a:pt x="198626" y="322580"/>
                  </a:lnTo>
                  <a:lnTo>
                    <a:pt x="204551" y="331470"/>
                  </a:lnTo>
                  <a:lnTo>
                    <a:pt x="213283" y="337820"/>
                  </a:lnTo>
                  <a:lnTo>
                    <a:pt x="223888" y="339090"/>
                  </a:lnTo>
                  <a:lnTo>
                    <a:pt x="247993" y="339090"/>
                  </a:lnTo>
                  <a:lnTo>
                    <a:pt x="258598" y="337820"/>
                  </a:lnTo>
                  <a:lnTo>
                    <a:pt x="267330" y="331470"/>
                  </a:lnTo>
                  <a:lnTo>
                    <a:pt x="273255" y="322580"/>
                  </a:lnTo>
                  <a:lnTo>
                    <a:pt x="275438" y="312420"/>
                  </a:lnTo>
                  <a:lnTo>
                    <a:pt x="275438" y="311150"/>
                  </a:lnTo>
                  <a:close/>
                </a:path>
                <a:path w="532130" h="530860">
                  <a:moveTo>
                    <a:pt x="420929" y="265430"/>
                  </a:moveTo>
                  <a:lnTo>
                    <a:pt x="375209" y="265430"/>
                  </a:lnTo>
                  <a:lnTo>
                    <a:pt x="371907" y="267970"/>
                  </a:lnTo>
                  <a:lnTo>
                    <a:pt x="371018" y="271780"/>
                  </a:lnTo>
                  <a:lnTo>
                    <a:pt x="366954" y="298450"/>
                  </a:lnTo>
                  <a:lnTo>
                    <a:pt x="349441" y="306070"/>
                  </a:lnTo>
                  <a:lnTo>
                    <a:pt x="446710" y="306070"/>
                  </a:lnTo>
                  <a:lnTo>
                    <a:pt x="429311" y="298450"/>
                  </a:lnTo>
                  <a:lnTo>
                    <a:pt x="425120" y="271780"/>
                  </a:lnTo>
                  <a:lnTo>
                    <a:pt x="424231" y="267970"/>
                  </a:lnTo>
                  <a:lnTo>
                    <a:pt x="420929" y="265430"/>
                  </a:lnTo>
                  <a:close/>
                </a:path>
                <a:path w="532130" h="530860">
                  <a:moveTo>
                    <a:pt x="476682" y="287020"/>
                  </a:moveTo>
                  <a:lnTo>
                    <a:pt x="471729" y="287020"/>
                  </a:lnTo>
                  <a:lnTo>
                    <a:pt x="468300" y="289560"/>
                  </a:lnTo>
                  <a:lnTo>
                    <a:pt x="446710" y="306070"/>
                  </a:lnTo>
                  <a:lnTo>
                    <a:pt x="494389" y="306070"/>
                  </a:lnTo>
                  <a:lnTo>
                    <a:pt x="479222" y="290830"/>
                  </a:lnTo>
                  <a:lnTo>
                    <a:pt x="476682" y="287020"/>
                  </a:lnTo>
                  <a:close/>
                </a:path>
                <a:path w="532130" h="530860">
                  <a:moveTo>
                    <a:pt x="287084" y="245110"/>
                  </a:moveTo>
                  <a:lnTo>
                    <a:pt x="184810" y="245110"/>
                  </a:lnTo>
                  <a:lnTo>
                    <a:pt x="180645" y="248920"/>
                  </a:lnTo>
                  <a:lnTo>
                    <a:pt x="180645" y="290830"/>
                  </a:lnTo>
                  <a:lnTo>
                    <a:pt x="184810" y="294640"/>
                  </a:lnTo>
                  <a:lnTo>
                    <a:pt x="287084" y="294640"/>
                  </a:lnTo>
                  <a:lnTo>
                    <a:pt x="290411" y="290830"/>
                  </a:lnTo>
                  <a:lnTo>
                    <a:pt x="290411" y="248920"/>
                  </a:lnTo>
                  <a:lnTo>
                    <a:pt x="287084" y="245110"/>
                  </a:lnTo>
                  <a:close/>
                </a:path>
                <a:path w="532130" h="530860">
                  <a:moveTo>
                    <a:pt x="234696" y="39370"/>
                  </a:moveTo>
                  <a:lnTo>
                    <a:pt x="227216" y="39370"/>
                  </a:lnTo>
                  <a:lnTo>
                    <a:pt x="223050" y="40640"/>
                  </a:lnTo>
                  <a:lnTo>
                    <a:pt x="196288" y="46990"/>
                  </a:lnTo>
                  <a:lnTo>
                    <a:pt x="172955" y="60960"/>
                  </a:lnTo>
                  <a:lnTo>
                    <a:pt x="154299" y="81280"/>
                  </a:lnTo>
                  <a:lnTo>
                    <a:pt x="141567" y="105410"/>
                  </a:lnTo>
                  <a:lnTo>
                    <a:pt x="136201" y="132080"/>
                  </a:lnTo>
                  <a:lnTo>
                    <a:pt x="138552" y="160020"/>
                  </a:lnTo>
                  <a:lnTo>
                    <a:pt x="148230" y="184150"/>
                  </a:lnTo>
                  <a:lnTo>
                    <a:pt x="164846" y="207010"/>
                  </a:lnTo>
                  <a:lnTo>
                    <a:pt x="169512" y="212090"/>
                  </a:lnTo>
                  <a:lnTo>
                    <a:pt x="173476" y="217170"/>
                  </a:lnTo>
                  <a:lnTo>
                    <a:pt x="176658" y="222250"/>
                  </a:lnTo>
                  <a:lnTo>
                    <a:pt x="178981" y="228600"/>
                  </a:lnTo>
                  <a:lnTo>
                    <a:pt x="226378" y="228600"/>
                  </a:lnTo>
                  <a:lnTo>
                    <a:pt x="226378" y="182880"/>
                  </a:lnTo>
                  <a:lnTo>
                    <a:pt x="219922" y="179070"/>
                  </a:lnTo>
                  <a:lnTo>
                    <a:pt x="214636" y="173990"/>
                  </a:lnTo>
                  <a:lnTo>
                    <a:pt x="211065" y="167640"/>
                  </a:lnTo>
                  <a:lnTo>
                    <a:pt x="209753" y="160020"/>
                  </a:lnTo>
                  <a:lnTo>
                    <a:pt x="211663" y="149860"/>
                  </a:lnTo>
                  <a:lnTo>
                    <a:pt x="216924" y="142240"/>
                  </a:lnTo>
                  <a:lnTo>
                    <a:pt x="224836" y="137160"/>
                  </a:lnTo>
                  <a:lnTo>
                    <a:pt x="234696" y="134620"/>
                  </a:lnTo>
                  <a:lnTo>
                    <a:pt x="332734" y="134620"/>
                  </a:lnTo>
                  <a:lnTo>
                    <a:pt x="332750" y="123190"/>
                  </a:lnTo>
                  <a:lnTo>
                    <a:pt x="323672" y="93980"/>
                  </a:lnTo>
                  <a:lnTo>
                    <a:pt x="308246" y="71120"/>
                  </a:lnTo>
                  <a:lnTo>
                    <a:pt x="287600" y="54610"/>
                  </a:lnTo>
                  <a:lnTo>
                    <a:pt x="262745" y="43180"/>
                  </a:lnTo>
                  <a:lnTo>
                    <a:pt x="234696" y="39370"/>
                  </a:lnTo>
                  <a:close/>
                </a:path>
                <a:path w="532130" h="530860">
                  <a:moveTo>
                    <a:pt x="332734" y="134620"/>
                  </a:moveTo>
                  <a:lnTo>
                    <a:pt x="234696" y="134620"/>
                  </a:lnTo>
                  <a:lnTo>
                    <a:pt x="244203" y="135890"/>
                  </a:lnTo>
                  <a:lnTo>
                    <a:pt x="252154" y="142240"/>
                  </a:lnTo>
                  <a:lnTo>
                    <a:pt x="257611" y="149860"/>
                  </a:lnTo>
                  <a:lnTo>
                    <a:pt x="259639" y="160020"/>
                  </a:lnTo>
                  <a:lnTo>
                    <a:pt x="258443" y="167640"/>
                  </a:lnTo>
                  <a:lnTo>
                    <a:pt x="255065" y="173990"/>
                  </a:lnTo>
                  <a:lnTo>
                    <a:pt x="249818" y="179070"/>
                  </a:lnTo>
                  <a:lnTo>
                    <a:pt x="243015" y="182880"/>
                  </a:lnTo>
                  <a:lnTo>
                    <a:pt x="243015" y="228600"/>
                  </a:lnTo>
                  <a:lnTo>
                    <a:pt x="291236" y="228600"/>
                  </a:lnTo>
                  <a:lnTo>
                    <a:pt x="294044" y="222250"/>
                  </a:lnTo>
                  <a:lnTo>
                    <a:pt x="297474" y="215900"/>
                  </a:lnTo>
                  <a:lnTo>
                    <a:pt x="301525" y="210820"/>
                  </a:lnTo>
                  <a:lnTo>
                    <a:pt x="306197" y="205740"/>
                  </a:lnTo>
                  <a:lnTo>
                    <a:pt x="323779" y="180340"/>
                  </a:lnTo>
                  <a:lnTo>
                    <a:pt x="332708" y="152400"/>
                  </a:lnTo>
                  <a:lnTo>
                    <a:pt x="332734" y="134620"/>
                  </a:lnTo>
                  <a:close/>
                </a:path>
                <a:path w="532130" h="530860">
                  <a:moveTo>
                    <a:pt x="240119" y="151130"/>
                  </a:moveTo>
                  <a:lnTo>
                    <a:pt x="230937" y="151130"/>
                  </a:lnTo>
                  <a:lnTo>
                    <a:pt x="227216" y="154940"/>
                  </a:lnTo>
                  <a:lnTo>
                    <a:pt x="227216" y="163830"/>
                  </a:lnTo>
                  <a:lnTo>
                    <a:pt x="230937" y="167640"/>
                  </a:lnTo>
                  <a:lnTo>
                    <a:pt x="240119" y="167640"/>
                  </a:lnTo>
                  <a:lnTo>
                    <a:pt x="243840" y="163830"/>
                  </a:lnTo>
                  <a:lnTo>
                    <a:pt x="243840" y="154940"/>
                  </a:lnTo>
                  <a:lnTo>
                    <a:pt x="240119" y="151130"/>
                  </a:lnTo>
                  <a:close/>
                </a:path>
                <a:path w="532130" h="530860">
                  <a:moveTo>
                    <a:pt x="450012" y="120650"/>
                  </a:moveTo>
                  <a:lnTo>
                    <a:pt x="445059" y="123190"/>
                  </a:lnTo>
                  <a:lnTo>
                    <a:pt x="444297" y="128270"/>
                  </a:lnTo>
                  <a:lnTo>
                    <a:pt x="443408" y="132080"/>
                  </a:lnTo>
                  <a:lnTo>
                    <a:pt x="445948" y="137160"/>
                  </a:lnTo>
                  <a:lnTo>
                    <a:pt x="450012" y="137160"/>
                  </a:lnTo>
                  <a:lnTo>
                    <a:pt x="487477" y="147320"/>
                  </a:lnTo>
                  <a:lnTo>
                    <a:pt x="491668" y="147320"/>
                  </a:lnTo>
                  <a:lnTo>
                    <a:pt x="496621" y="144780"/>
                  </a:lnTo>
                  <a:lnTo>
                    <a:pt x="497510" y="140970"/>
                  </a:lnTo>
                  <a:lnTo>
                    <a:pt x="501294" y="125730"/>
                  </a:lnTo>
                  <a:lnTo>
                    <a:pt x="472491" y="125730"/>
                  </a:lnTo>
                  <a:lnTo>
                    <a:pt x="454203" y="121920"/>
                  </a:lnTo>
                  <a:lnTo>
                    <a:pt x="450012" y="120650"/>
                  </a:lnTo>
                  <a:close/>
                </a:path>
                <a:path w="532130" h="530860">
                  <a:moveTo>
                    <a:pt x="354372" y="16510"/>
                  </a:moveTo>
                  <a:lnTo>
                    <a:pt x="257607" y="16510"/>
                  </a:lnTo>
                  <a:lnTo>
                    <a:pt x="307935" y="20320"/>
                  </a:lnTo>
                  <a:lnTo>
                    <a:pt x="355999" y="33020"/>
                  </a:lnTo>
                  <a:lnTo>
                    <a:pt x="400387" y="55880"/>
                  </a:lnTo>
                  <a:lnTo>
                    <a:pt x="439688" y="86360"/>
                  </a:lnTo>
                  <a:lnTo>
                    <a:pt x="472491" y="125730"/>
                  </a:lnTo>
                  <a:lnTo>
                    <a:pt x="501294" y="125730"/>
                  </a:lnTo>
                  <a:lnTo>
                    <a:pt x="503185" y="118110"/>
                  </a:lnTo>
                  <a:lnTo>
                    <a:pt x="486588" y="118110"/>
                  </a:lnTo>
                  <a:lnTo>
                    <a:pt x="455355" y="80010"/>
                  </a:lnTo>
                  <a:lnTo>
                    <a:pt x="418444" y="48260"/>
                  </a:lnTo>
                  <a:lnTo>
                    <a:pt x="376916" y="24130"/>
                  </a:lnTo>
                  <a:lnTo>
                    <a:pt x="354372" y="16510"/>
                  </a:lnTo>
                  <a:close/>
                </a:path>
                <a:path w="532130" h="530860">
                  <a:moveTo>
                    <a:pt x="496621" y="92710"/>
                  </a:moveTo>
                  <a:lnTo>
                    <a:pt x="491668" y="95250"/>
                  </a:lnTo>
                  <a:lnTo>
                    <a:pt x="490779" y="99060"/>
                  </a:lnTo>
                  <a:lnTo>
                    <a:pt x="486588" y="118110"/>
                  </a:lnTo>
                  <a:lnTo>
                    <a:pt x="503185" y="118110"/>
                  </a:lnTo>
                  <a:lnTo>
                    <a:pt x="506654" y="104140"/>
                  </a:lnTo>
                  <a:lnTo>
                    <a:pt x="508305" y="99060"/>
                  </a:lnTo>
                  <a:lnTo>
                    <a:pt x="504876" y="93980"/>
                  </a:lnTo>
                  <a:lnTo>
                    <a:pt x="500812" y="93980"/>
                  </a:lnTo>
                  <a:lnTo>
                    <a:pt x="496621" y="92710"/>
                  </a:lnTo>
                  <a:close/>
                </a:path>
                <a:path w="532130" h="530860">
                  <a:moveTo>
                    <a:pt x="132847" y="66040"/>
                  </a:moveTo>
                  <a:lnTo>
                    <a:pt x="115786" y="66040"/>
                  </a:lnTo>
                  <a:lnTo>
                    <a:pt x="111633" y="82550"/>
                  </a:lnTo>
                  <a:lnTo>
                    <a:pt x="110795" y="87630"/>
                  </a:lnTo>
                  <a:lnTo>
                    <a:pt x="114122" y="92710"/>
                  </a:lnTo>
                  <a:lnTo>
                    <a:pt x="124104" y="92710"/>
                  </a:lnTo>
                  <a:lnTo>
                    <a:pt x="127432" y="90170"/>
                  </a:lnTo>
                  <a:lnTo>
                    <a:pt x="128257" y="86360"/>
                  </a:lnTo>
                  <a:lnTo>
                    <a:pt x="132847" y="66040"/>
                  </a:lnTo>
                  <a:close/>
                </a:path>
                <a:path w="532130" h="530860">
                  <a:moveTo>
                    <a:pt x="284239" y="0"/>
                  </a:moveTo>
                  <a:lnTo>
                    <a:pt x="263925" y="0"/>
                  </a:lnTo>
                  <a:lnTo>
                    <a:pt x="243440" y="1270"/>
                  </a:lnTo>
                  <a:lnTo>
                    <a:pt x="222860" y="3810"/>
                  </a:lnTo>
                  <a:lnTo>
                    <a:pt x="202260" y="7620"/>
                  </a:lnTo>
                  <a:lnTo>
                    <a:pt x="198107" y="8890"/>
                  </a:lnTo>
                  <a:lnTo>
                    <a:pt x="194780" y="12700"/>
                  </a:lnTo>
                  <a:lnTo>
                    <a:pt x="196444" y="17780"/>
                  </a:lnTo>
                  <a:lnTo>
                    <a:pt x="197269" y="21590"/>
                  </a:lnTo>
                  <a:lnTo>
                    <a:pt x="202260" y="24130"/>
                  </a:lnTo>
                  <a:lnTo>
                    <a:pt x="206426" y="22860"/>
                  </a:lnTo>
                  <a:lnTo>
                    <a:pt x="257607" y="16510"/>
                  </a:lnTo>
                  <a:lnTo>
                    <a:pt x="354372" y="16510"/>
                  </a:lnTo>
                  <a:lnTo>
                    <a:pt x="331828" y="8890"/>
                  </a:lnTo>
                  <a:lnTo>
                    <a:pt x="284239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18540" y="2286157"/>
            <a:ext cx="1899920" cy="7550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100" b="1" dirty="0">
                <a:latin typeface="Century Gothic"/>
                <a:cs typeface="Century Gothic"/>
              </a:rPr>
              <a:t>Idea</a:t>
            </a:r>
            <a:r>
              <a:rPr sz="1100" b="1" spc="-30" dirty="0">
                <a:latin typeface="Century Gothic"/>
                <a:cs typeface="Century Gothic"/>
              </a:rPr>
              <a:t> </a:t>
            </a:r>
            <a:r>
              <a:rPr sz="1100" b="1" spc="-10" dirty="0">
                <a:latin typeface="Century Gothic"/>
                <a:cs typeface="Century Gothic"/>
              </a:rPr>
              <a:t>Generation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315"/>
              </a:spcBef>
            </a:pP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5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05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5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and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05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2C2C2C"/>
                </a:solidFill>
                <a:latin typeface="Arial"/>
                <a:cs typeface="Arial"/>
              </a:rPr>
              <a:t>audience</a:t>
            </a:r>
            <a:r>
              <a:rPr sz="105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2C2C2C"/>
                </a:solidFill>
                <a:latin typeface="Arial"/>
                <a:cs typeface="Arial"/>
              </a:rPr>
              <a:t>attention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24840" y="3081527"/>
            <a:ext cx="1221105" cy="1600200"/>
          </a:xfrm>
          <a:custGeom>
            <a:avLst/>
            <a:gdLst/>
            <a:ahLst/>
            <a:cxnLst/>
            <a:rect l="l" t="t" r="r" b="b"/>
            <a:pathLst>
              <a:path w="1221105" h="1600200">
                <a:moveTo>
                  <a:pt x="0" y="0"/>
                </a:moveTo>
                <a:lnTo>
                  <a:pt x="1221105" y="0"/>
                </a:lnTo>
              </a:path>
              <a:path w="1221105" h="1600200">
                <a:moveTo>
                  <a:pt x="513588" y="1599692"/>
                </a:moveTo>
                <a:lnTo>
                  <a:pt x="513588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2692907" y="4471415"/>
            <a:ext cx="2240915" cy="0"/>
          </a:xfrm>
          <a:custGeom>
            <a:avLst/>
            <a:gdLst/>
            <a:ahLst/>
            <a:cxnLst/>
            <a:rect l="l" t="t" r="r" b="b"/>
            <a:pathLst>
              <a:path w="2240915">
                <a:moveTo>
                  <a:pt x="0" y="0"/>
                </a:moveTo>
                <a:lnTo>
                  <a:pt x="2240407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Product</a:t>
            </a:r>
            <a:r>
              <a:rPr spc="-45" dirty="0"/>
              <a:t> </a:t>
            </a:r>
            <a:r>
              <a:rPr dirty="0"/>
              <a:t>Lifecycle</a:t>
            </a:r>
            <a:r>
              <a:rPr spc="-6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Concept</a:t>
            </a:r>
            <a:r>
              <a:rPr spc="-45" dirty="0"/>
              <a:t> </a:t>
            </a:r>
            <a:r>
              <a:rPr spc="-10" dirty="0"/>
              <a:t>Funding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05327" y="2411002"/>
            <a:ext cx="8592820" cy="2397760"/>
            <a:chOff x="3005327" y="2411002"/>
            <a:chExt cx="8592820" cy="2397760"/>
          </a:xfrm>
        </p:grpSpPr>
        <p:sp>
          <p:nvSpPr>
            <p:cNvPr id="4" name="object 4"/>
            <p:cNvSpPr/>
            <p:nvPr/>
          </p:nvSpPr>
          <p:spPr>
            <a:xfrm>
              <a:off x="7214616" y="2411002"/>
              <a:ext cx="2575560" cy="2397760"/>
            </a:xfrm>
            <a:custGeom>
              <a:avLst/>
              <a:gdLst/>
              <a:ahLst/>
              <a:cxnLst/>
              <a:rect l="l" t="t" r="r" b="b"/>
              <a:pathLst>
                <a:path w="2575559" h="2397760">
                  <a:moveTo>
                    <a:pt x="1284463" y="0"/>
                  </a:moveTo>
                  <a:lnTo>
                    <a:pt x="1208813" y="3856"/>
                  </a:lnTo>
                  <a:lnTo>
                    <a:pt x="1170878" y="8221"/>
                  </a:lnTo>
                  <a:lnTo>
                    <a:pt x="1132859" y="14232"/>
                  </a:lnTo>
                  <a:lnTo>
                    <a:pt x="1094748" y="21908"/>
                  </a:lnTo>
                  <a:lnTo>
                    <a:pt x="1056534" y="31264"/>
                  </a:lnTo>
                  <a:lnTo>
                    <a:pt x="1018211" y="42318"/>
                  </a:lnTo>
                  <a:lnTo>
                    <a:pt x="979769" y="55088"/>
                  </a:lnTo>
                  <a:lnTo>
                    <a:pt x="941199" y="69589"/>
                  </a:lnTo>
                  <a:lnTo>
                    <a:pt x="902494" y="85839"/>
                  </a:lnTo>
                  <a:lnTo>
                    <a:pt x="863644" y="103856"/>
                  </a:lnTo>
                  <a:lnTo>
                    <a:pt x="824641" y="123655"/>
                  </a:lnTo>
                  <a:lnTo>
                    <a:pt x="785477" y="145255"/>
                  </a:lnTo>
                  <a:lnTo>
                    <a:pt x="746142" y="168672"/>
                  </a:lnTo>
                  <a:lnTo>
                    <a:pt x="706628" y="193923"/>
                  </a:lnTo>
                  <a:lnTo>
                    <a:pt x="666927" y="221026"/>
                  </a:lnTo>
                  <a:lnTo>
                    <a:pt x="627030" y="249996"/>
                  </a:lnTo>
                  <a:lnTo>
                    <a:pt x="586928" y="280852"/>
                  </a:lnTo>
                  <a:lnTo>
                    <a:pt x="546612" y="313611"/>
                  </a:lnTo>
                  <a:lnTo>
                    <a:pt x="506075" y="348289"/>
                  </a:lnTo>
                  <a:lnTo>
                    <a:pt x="465308" y="384903"/>
                  </a:lnTo>
                  <a:lnTo>
                    <a:pt x="424302" y="423471"/>
                  </a:lnTo>
                  <a:lnTo>
                    <a:pt x="383047" y="464009"/>
                  </a:lnTo>
                  <a:lnTo>
                    <a:pt x="341537" y="506535"/>
                  </a:lnTo>
                  <a:lnTo>
                    <a:pt x="299762" y="551066"/>
                  </a:lnTo>
                  <a:lnTo>
                    <a:pt x="257714" y="597618"/>
                  </a:lnTo>
                  <a:lnTo>
                    <a:pt x="215383" y="646209"/>
                  </a:lnTo>
                  <a:lnTo>
                    <a:pt x="172762" y="696855"/>
                  </a:lnTo>
                  <a:lnTo>
                    <a:pt x="129842" y="749574"/>
                  </a:lnTo>
                  <a:lnTo>
                    <a:pt x="86613" y="804383"/>
                  </a:lnTo>
                  <a:lnTo>
                    <a:pt x="0" y="919445"/>
                  </a:lnTo>
                  <a:lnTo>
                    <a:pt x="0" y="2395693"/>
                  </a:lnTo>
                  <a:lnTo>
                    <a:pt x="2575559" y="2397217"/>
                  </a:lnTo>
                  <a:lnTo>
                    <a:pt x="2575559" y="783047"/>
                  </a:lnTo>
                  <a:lnTo>
                    <a:pt x="2427224" y="628615"/>
                  </a:lnTo>
                  <a:lnTo>
                    <a:pt x="2382959" y="585022"/>
                  </a:lnTo>
                  <a:lnTo>
                    <a:pt x="2338931" y="542795"/>
                  </a:lnTo>
                  <a:lnTo>
                    <a:pt x="2295126" y="501959"/>
                  </a:lnTo>
                  <a:lnTo>
                    <a:pt x="2251535" y="462537"/>
                  </a:lnTo>
                  <a:lnTo>
                    <a:pt x="2208143" y="424553"/>
                  </a:lnTo>
                  <a:lnTo>
                    <a:pt x="2164941" y="388030"/>
                  </a:lnTo>
                  <a:lnTo>
                    <a:pt x="2121915" y="352990"/>
                  </a:lnTo>
                  <a:lnTo>
                    <a:pt x="2079053" y="319459"/>
                  </a:lnTo>
                  <a:lnTo>
                    <a:pt x="2036345" y="287459"/>
                  </a:lnTo>
                  <a:lnTo>
                    <a:pt x="1993778" y="257014"/>
                  </a:lnTo>
                  <a:lnTo>
                    <a:pt x="1951340" y="228147"/>
                  </a:lnTo>
                  <a:lnTo>
                    <a:pt x="1909019" y="200881"/>
                  </a:lnTo>
                  <a:lnTo>
                    <a:pt x="1866804" y="175241"/>
                  </a:lnTo>
                  <a:lnTo>
                    <a:pt x="1824683" y="151249"/>
                  </a:lnTo>
                  <a:lnTo>
                    <a:pt x="1782643" y="128930"/>
                  </a:lnTo>
                  <a:lnTo>
                    <a:pt x="1740672" y="108305"/>
                  </a:lnTo>
                  <a:lnTo>
                    <a:pt x="1698760" y="89400"/>
                  </a:lnTo>
                  <a:lnTo>
                    <a:pt x="1656894" y="72237"/>
                  </a:lnTo>
                  <a:lnTo>
                    <a:pt x="1615062" y="56840"/>
                  </a:lnTo>
                  <a:lnTo>
                    <a:pt x="1573252" y="43232"/>
                  </a:lnTo>
                  <a:lnTo>
                    <a:pt x="1531453" y="31437"/>
                  </a:lnTo>
                  <a:lnTo>
                    <a:pt x="1489652" y="21478"/>
                  </a:lnTo>
                  <a:lnTo>
                    <a:pt x="1447838" y="13379"/>
                  </a:lnTo>
                  <a:lnTo>
                    <a:pt x="1405999" y="7162"/>
                  </a:lnTo>
                  <a:lnTo>
                    <a:pt x="1364122" y="2853"/>
                  </a:lnTo>
                  <a:lnTo>
                    <a:pt x="1322197" y="473"/>
                  </a:lnTo>
                  <a:lnTo>
                    <a:pt x="1284463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992624" y="3221735"/>
              <a:ext cx="6605270" cy="1584960"/>
            </a:xfrm>
            <a:custGeom>
              <a:avLst/>
              <a:gdLst/>
              <a:ahLst/>
              <a:cxnLst/>
              <a:rect l="l" t="t" r="r" b="b"/>
              <a:pathLst>
                <a:path w="6605270" h="1584960">
                  <a:moveTo>
                    <a:pt x="2205228" y="138684"/>
                  </a:moveTo>
                  <a:lnTo>
                    <a:pt x="2152015" y="197485"/>
                  </a:lnTo>
                  <a:lnTo>
                    <a:pt x="2113584" y="237769"/>
                  </a:lnTo>
                  <a:lnTo>
                    <a:pt x="2071700" y="280073"/>
                  </a:lnTo>
                  <a:lnTo>
                    <a:pt x="2026208" y="324231"/>
                  </a:lnTo>
                  <a:lnTo>
                    <a:pt x="1976983" y="370039"/>
                  </a:lnTo>
                  <a:lnTo>
                    <a:pt x="1923884" y="417334"/>
                  </a:lnTo>
                  <a:lnTo>
                    <a:pt x="1866811" y="465899"/>
                  </a:lnTo>
                  <a:lnTo>
                    <a:pt x="1836724" y="490601"/>
                  </a:lnTo>
                  <a:lnTo>
                    <a:pt x="1805597" y="515556"/>
                  </a:lnTo>
                  <a:lnTo>
                    <a:pt x="1773402" y="540727"/>
                  </a:lnTo>
                  <a:lnTo>
                    <a:pt x="1740128" y="566115"/>
                  </a:lnTo>
                  <a:lnTo>
                    <a:pt x="1705762" y="591680"/>
                  </a:lnTo>
                  <a:lnTo>
                    <a:pt x="1670278" y="617397"/>
                  </a:lnTo>
                  <a:lnTo>
                    <a:pt x="1633664" y="643242"/>
                  </a:lnTo>
                  <a:lnTo>
                    <a:pt x="1595907" y="669201"/>
                  </a:lnTo>
                  <a:lnTo>
                    <a:pt x="1556994" y="695236"/>
                  </a:lnTo>
                  <a:lnTo>
                    <a:pt x="1516900" y="721347"/>
                  </a:lnTo>
                  <a:lnTo>
                    <a:pt x="1475600" y="747483"/>
                  </a:lnTo>
                  <a:lnTo>
                    <a:pt x="1433106" y="773633"/>
                  </a:lnTo>
                  <a:lnTo>
                    <a:pt x="1389380" y="799782"/>
                  </a:lnTo>
                  <a:lnTo>
                    <a:pt x="1344409" y="825893"/>
                  </a:lnTo>
                  <a:lnTo>
                    <a:pt x="1298168" y="851941"/>
                  </a:lnTo>
                  <a:lnTo>
                    <a:pt x="1250670" y="877912"/>
                  </a:lnTo>
                  <a:lnTo>
                    <a:pt x="1201864" y="903782"/>
                  </a:lnTo>
                  <a:lnTo>
                    <a:pt x="1151763" y="929525"/>
                  </a:lnTo>
                  <a:lnTo>
                    <a:pt x="1100328" y="955116"/>
                  </a:lnTo>
                  <a:lnTo>
                    <a:pt x="1047546" y="980528"/>
                  </a:lnTo>
                  <a:lnTo>
                    <a:pt x="993419" y="1005751"/>
                  </a:lnTo>
                  <a:lnTo>
                    <a:pt x="937907" y="1030744"/>
                  </a:lnTo>
                  <a:lnTo>
                    <a:pt x="881011" y="1055497"/>
                  </a:lnTo>
                  <a:lnTo>
                    <a:pt x="822718" y="1079969"/>
                  </a:lnTo>
                  <a:lnTo>
                    <a:pt x="762990" y="1104163"/>
                  </a:lnTo>
                  <a:lnTo>
                    <a:pt x="701827" y="1128039"/>
                  </a:lnTo>
                  <a:lnTo>
                    <a:pt x="639203" y="1151572"/>
                  </a:lnTo>
                  <a:lnTo>
                    <a:pt x="575106" y="1174737"/>
                  </a:lnTo>
                  <a:lnTo>
                    <a:pt x="509536" y="1197521"/>
                  </a:lnTo>
                  <a:lnTo>
                    <a:pt x="442455" y="1219885"/>
                  </a:lnTo>
                  <a:lnTo>
                    <a:pt x="373849" y="1241831"/>
                  </a:lnTo>
                  <a:lnTo>
                    <a:pt x="303707" y="1263307"/>
                  </a:lnTo>
                  <a:lnTo>
                    <a:pt x="232003" y="1284312"/>
                  </a:lnTo>
                  <a:lnTo>
                    <a:pt x="158750" y="1304798"/>
                  </a:lnTo>
                  <a:lnTo>
                    <a:pt x="0" y="1343406"/>
                  </a:lnTo>
                  <a:lnTo>
                    <a:pt x="0" y="1583690"/>
                  </a:lnTo>
                  <a:lnTo>
                    <a:pt x="2205228" y="1584960"/>
                  </a:lnTo>
                  <a:lnTo>
                    <a:pt x="2205228" y="138684"/>
                  </a:lnTo>
                  <a:close/>
                </a:path>
                <a:path w="6605270" h="1584960">
                  <a:moveTo>
                    <a:pt x="6605016" y="1584960"/>
                  </a:moveTo>
                  <a:lnTo>
                    <a:pt x="6603492" y="914527"/>
                  </a:lnTo>
                  <a:lnTo>
                    <a:pt x="6572986" y="913955"/>
                  </a:lnTo>
                  <a:lnTo>
                    <a:pt x="6541643" y="912825"/>
                  </a:lnTo>
                  <a:lnTo>
                    <a:pt x="6476466" y="908723"/>
                  </a:lnTo>
                  <a:lnTo>
                    <a:pt x="6408039" y="901890"/>
                  </a:lnTo>
                  <a:lnTo>
                    <a:pt x="6336449" y="891959"/>
                  </a:lnTo>
                  <a:lnTo>
                    <a:pt x="6261798" y="878586"/>
                  </a:lnTo>
                  <a:lnTo>
                    <a:pt x="6223343" y="870496"/>
                  </a:lnTo>
                  <a:lnTo>
                    <a:pt x="6184163" y="861402"/>
                  </a:lnTo>
                  <a:lnTo>
                    <a:pt x="6144260" y="851281"/>
                  </a:lnTo>
                  <a:lnTo>
                    <a:pt x="6103645" y="840066"/>
                  </a:lnTo>
                  <a:lnTo>
                    <a:pt x="6062332" y="827722"/>
                  </a:lnTo>
                  <a:lnTo>
                    <a:pt x="6020333" y="814209"/>
                  </a:lnTo>
                  <a:lnTo>
                    <a:pt x="5977648" y="799477"/>
                  </a:lnTo>
                  <a:lnTo>
                    <a:pt x="5934316" y="783488"/>
                  </a:lnTo>
                  <a:lnTo>
                    <a:pt x="5890323" y="766178"/>
                  </a:lnTo>
                  <a:lnTo>
                    <a:pt x="5845683" y="747534"/>
                  </a:lnTo>
                  <a:lnTo>
                    <a:pt x="5800420" y="727481"/>
                  </a:lnTo>
                  <a:lnTo>
                    <a:pt x="5754535" y="705993"/>
                  </a:lnTo>
                  <a:lnTo>
                    <a:pt x="5708040" y="683018"/>
                  </a:lnTo>
                  <a:lnTo>
                    <a:pt x="5660949" y="658520"/>
                  </a:lnTo>
                  <a:lnTo>
                    <a:pt x="5613273" y="632447"/>
                  </a:lnTo>
                  <a:lnTo>
                    <a:pt x="5565038" y="604748"/>
                  </a:lnTo>
                  <a:lnTo>
                    <a:pt x="5516219" y="575398"/>
                  </a:lnTo>
                  <a:lnTo>
                    <a:pt x="5466867" y="544334"/>
                  </a:lnTo>
                  <a:lnTo>
                    <a:pt x="5416969" y="511517"/>
                  </a:lnTo>
                  <a:lnTo>
                    <a:pt x="5366537" y="476910"/>
                  </a:lnTo>
                  <a:lnTo>
                    <a:pt x="5315597" y="440461"/>
                  </a:lnTo>
                  <a:lnTo>
                    <a:pt x="5264150" y="402120"/>
                  </a:lnTo>
                  <a:lnTo>
                    <a:pt x="5212207" y="361861"/>
                  </a:lnTo>
                  <a:lnTo>
                    <a:pt x="5159794" y="319620"/>
                  </a:lnTo>
                  <a:lnTo>
                    <a:pt x="5106898" y="275374"/>
                  </a:lnTo>
                  <a:lnTo>
                    <a:pt x="5053546" y="229057"/>
                  </a:lnTo>
                  <a:lnTo>
                    <a:pt x="4999736" y="180632"/>
                  </a:lnTo>
                  <a:lnTo>
                    <a:pt x="4945507" y="130048"/>
                  </a:lnTo>
                  <a:lnTo>
                    <a:pt x="4814316" y="0"/>
                  </a:lnTo>
                  <a:lnTo>
                    <a:pt x="4814316" y="1583944"/>
                  </a:lnTo>
                  <a:lnTo>
                    <a:pt x="6605016" y="158496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005327" y="4572000"/>
              <a:ext cx="1969135" cy="233679"/>
            </a:xfrm>
            <a:custGeom>
              <a:avLst/>
              <a:gdLst/>
              <a:ahLst/>
              <a:cxnLst/>
              <a:rect l="l" t="t" r="r" b="b"/>
              <a:pathLst>
                <a:path w="1969135" h="233679">
                  <a:moveTo>
                    <a:pt x="1969008" y="0"/>
                  </a:moveTo>
                  <a:lnTo>
                    <a:pt x="1796542" y="41910"/>
                  </a:lnTo>
                  <a:lnTo>
                    <a:pt x="1754690" y="50769"/>
                  </a:lnTo>
                  <a:lnTo>
                    <a:pt x="1712403" y="59460"/>
                  </a:lnTo>
                  <a:lnTo>
                    <a:pt x="1669680" y="67978"/>
                  </a:lnTo>
                  <a:lnTo>
                    <a:pt x="1626517" y="76321"/>
                  </a:lnTo>
                  <a:lnTo>
                    <a:pt x="1582912" y="84486"/>
                  </a:lnTo>
                  <a:lnTo>
                    <a:pt x="1538863" y="92470"/>
                  </a:lnTo>
                  <a:lnTo>
                    <a:pt x="1494369" y="100268"/>
                  </a:lnTo>
                  <a:lnTo>
                    <a:pt x="1449426" y="107879"/>
                  </a:lnTo>
                  <a:lnTo>
                    <a:pt x="1404032" y="115300"/>
                  </a:lnTo>
                  <a:lnTo>
                    <a:pt x="1358186" y="122526"/>
                  </a:lnTo>
                  <a:lnTo>
                    <a:pt x="1311885" y="129555"/>
                  </a:lnTo>
                  <a:lnTo>
                    <a:pt x="1265126" y="136383"/>
                  </a:lnTo>
                  <a:lnTo>
                    <a:pt x="1217909" y="143009"/>
                  </a:lnTo>
                  <a:lnTo>
                    <a:pt x="1170229" y="149427"/>
                  </a:lnTo>
                  <a:lnTo>
                    <a:pt x="1122086" y="155636"/>
                  </a:lnTo>
                  <a:lnTo>
                    <a:pt x="1073477" y="161632"/>
                  </a:lnTo>
                  <a:lnTo>
                    <a:pt x="1024400" y="167412"/>
                  </a:lnTo>
                  <a:lnTo>
                    <a:pt x="974852" y="172973"/>
                  </a:lnTo>
                  <a:lnTo>
                    <a:pt x="924831" y="178312"/>
                  </a:lnTo>
                  <a:lnTo>
                    <a:pt x="874335" y="183426"/>
                  </a:lnTo>
                  <a:lnTo>
                    <a:pt x="823362" y="188311"/>
                  </a:lnTo>
                  <a:lnTo>
                    <a:pt x="771910" y="192964"/>
                  </a:lnTo>
                  <a:lnTo>
                    <a:pt x="719976" y="197382"/>
                  </a:lnTo>
                  <a:lnTo>
                    <a:pt x="667559" y="201563"/>
                  </a:lnTo>
                  <a:lnTo>
                    <a:pt x="614655" y="205502"/>
                  </a:lnTo>
                  <a:lnTo>
                    <a:pt x="561263" y="209197"/>
                  </a:lnTo>
                  <a:lnTo>
                    <a:pt x="507380" y="212645"/>
                  </a:lnTo>
                  <a:lnTo>
                    <a:pt x="453005" y="215843"/>
                  </a:lnTo>
                  <a:lnTo>
                    <a:pt x="398135" y="218786"/>
                  </a:lnTo>
                  <a:lnTo>
                    <a:pt x="342768" y="221473"/>
                  </a:lnTo>
                  <a:lnTo>
                    <a:pt x="286901" y="223901"/>
                  </a:lnTo>
                  <a:lnTo>
                    <a:pt x="230533" y="226065"/>
                  </a:lnTo>
                  <a:lnTo>
                    <a:pt x="173661" y="227963"/>
                  </a:lnTo>
                  <a:lnTo>
                    <a:pt x="116283" y="229591"/>
                  </a:lnTo>
                  <a:lnTo>
                    <a:pt x="58396" y="230948"/>
                  </a:lnTo>
                  <a:lnTo>
                    <a:pt x="0" y="232029"/>
                  </a:lnTo>
                  <a:lnTo>
                    <a:pt x="1969008" y="233172"/>
                  </a:lnTo>
                  <a:lnTo>
                    <a:pt x="1969008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09600" y="4917947"/>
            <a:ext cx="10972800" cy="345440"/>
            <a:chOff x="609600" y="4917947"/>
            <a:chExt cx="10972800" cy="345440"/>
          </a:xfrm>
        </p:grpSpPr>
        <p:sp>
          <p:nvSpPr>
            <p:cNvPr id="8" name="object 8"/>
            <p:cNvSpPr/>
            <p:nvPr/>
          </p:nvSpPr>
          <p:spPr>
            <a:xfrm>
              <a:off x="609600" y="4929682"/>
              <a:ext cx="2178050" cy="263525"/>
            </a:xfrm>
            <a:custGeom>
              <a:avLst/>
              <a:gdLst/>
              <a:ahLst/>
              <a:cxnLst/>
              <a:rect l="l" t="t" r="r" b="b"/>
              <a:pathLst>
                <a:path w="2178050" h="263525">
                  <a:moveTo>
                    <a:pt x="2178050" y="0"/>
                  </a:moveTo>
                  <a:lnTo>
                    <a:pt x="0" y="0"/>
                  </a:lnTo>
                  <a:lnTo>
                    <a:pt x="0" y="262966"/>
                  </a:lnTo>
                  <a:lnTo>
                    <a:pt x="2178050" y="262966"/>
                  </a:lnTo>
                  <a:lnTo>
                    <a:pt x="217805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2787650" y="4929682"/>
              <a:ext cx="2197100" cy="263525"/>
            </a:xfrm>
            <a:custGeom>
              <a:avLst/>
              <a:gdLst/>
              <a:ahLst/>
              <a:cxnLst/>
              <a:rect l="l" t="t" r="r" b="b"/>
              <a:pathLst>
                <a:path w="2197100" h="263525">
                  <a:moveTo>
                    <a:pt x="2197100" y="0"/>
                  </a:moveTo>
                  <a:lnTo>
                    <a:pt x="0" y="0"/>
                  </a:lnTo>
                  <a:lnTo>
                    <a:pt x="0" y="262966"/>
                  </a:lnTo>
                  <a:lnTo>
                    <a:pt x="2197100" y="262966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4750" y="4929682"/>
              <a:ext cx="2222500" cy="263525"/>
            </a:xfrm>
            <a:custGeom>
              <a:avLst/>
              <a:gdLst/>
              <a:ahLst/>
              <a:cxnLst/>
              <a:rect l="l" t="t" r="r" b="b"/>
              <a:pathLst>
                <a:path w="2222500" h="263525">
                  <a:moveTo>
                    <a:pt x="2222500" y="0"/>
                  </a:moveTo>
                  <a:lnTo>
                    <a:pt x="0" y="0"/>
                  </a:lnTo>
                  <a:lnTo>
                    <a:pt x="0" y="262966"/>
                  </a:lnTo>
                  <a:lnTo>
                    <a:pt x="2222500" y="262966"/>
                  </a:lnTo>
                  <a:lnTo>
                    <a:pt x="2222500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7250" y="4929682"/>
              <a:ext cx="2584450" cy="263525"/>
            </a:xfrm>
            <a:custGeom>
              <a:avLst/>
              <a:gdLst/>
              <a:ahLst/>
              <a:cxnLst/>
              <a:rect l="l" t="t" r="r" b="b"/>
              <a:pathLst>
                <a:path w="2584450" h="263525">
                  <a:moveTo>
                    <a:pt x="2584450" y="0"/>
                  </a:moveTo>
                  <a:lnTo>
                    <a:pt x="0" y="0"/>
                  </a:lnTo>
                  <a:lnTo>
                    <a:pt x="0" y="262966"/>
                  </a:lnTo>
                  <a:lnTo>
                    <a:pt x="2584450" y="262966"/>
                  </a:lnTo>
                  <a:lnTo>
                    <a:pt x="258445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9791700" y="4929682"/>
              <a:ext cx="1790700" cy="263525"/>
            </a:xfrm>
            <a:custGeom>
              <a:avLst/>
              <a:gdLst/>
              <a:ahLst/>
              <a:cxnLst/>
              <a:rect l="l" t="t" r="r" b="b"/>
              <a:pathLst>
                <a:path w="1790700" h="263525">
                  <a:moveTo>
                    <a:pt x="1790700" y="0"/>
                  </a:moveTo>
                  <a:lnTo>
                    <a:pt x="0" y="0"/>
                  </a:lnTo>
                  <a:lnTo>
                    <a:pt x="0" y="262966"/>
                  </a:lnTo>
                  <a:lnTo>
                    <a:pt x="1790700" y="262966"/>
                  </a:lnTo>
                  <a:lnTo>
                    <a:pt x="1790700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8908" y="4917947"/>
              <a:ext cx="1076706" cy="34518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5604" y="4917947"/>
              <a:ext cx="893826" cy="345185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09600" y="1180846"/>
          <a:ext cx="10974067" cy="5319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8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2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6350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entury Gothic"/>
                          <a:cs typeface="Century Gothic"/>
                        </a:rPr>
                        <a:t>Product</a:t>
                      </a:r>
                      <a:r>
                        <a:rPr sz="20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20" dirty="0">
                          <a:latin typeface="Century Gothic"/>
                          <a:cs typeface="Century Gothic"/>
                        </a:rPr>
                        <a:t>Sales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0" marB="0" vert="vert270">
                    <a:lnR w="6350">
                      <a:solidFill>
                        <a:srgbClr val="7E7E7E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6369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Introduction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7E7E7E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Growth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Maturity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Decline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D9D9D9"/>
                      </a:solidFill>
                      <a:prstDash val="solid"/>
                    </a:lnL>
                    <a:lnB w="6350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latin typeface="Century Gothic"/>
                          <a:cs typeface="Century Gothic"/>
                        </a:rPr>
                        <a:t>Audience</a:t>
                      </a:r>
                      <a:endParaRPr sz="1200" dirty="0">
                        <a:latin typeface="Century Gothic"/>
                        <a:cs typeface="Century Gothic"/>
                      </a:endParaRPr>
                    </a:p>
                  </a:txBody>
                  <a:tcPr marL="0" marR="0" marT="37465" marB="0">
                    <a:lnR w="6350">
                      <a:solidFill>
                        <a:srgbClr val="7E7E7E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Early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Adopters</a:t>
                      </a:r>
                      <a:endParaRPr sz="1200" dirty="0">
                        <a:latin typeface="Century Gothic"/>
                        <a:cs typeface="Century Gothic"/>
                      </a:endParaRPr>
                    </a:p>
                  </a:txBody>
                  <a:tcPr marL="0" marR="0" marT="3746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Mainstream</a:t>
                      </a:r>
                      <a:endParaRPr sz="1200" dirty="0">
                        <a:latin typeface="Century Gothic"/>
                        <a:cs typeface="Century Goth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Late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Adopters</a:t>
                      </a:r>
                      <a:endParaRPr sz="1200" dirty="0">
                        <a:latin typeface="Century Gothic"/>
                        <a:cs typeface="Century Goth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Laggards</a:t>
                      </a:r>
                      <a:endParaRPr sz="1200" dirty="0">
                        <a:latin typeface="Century Gothic"/>
                        <a:cs typeface="Century Goth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Market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6350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Small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6350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Growing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Large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6350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Contracting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6350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Sales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6350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6350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Flattening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Competition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6350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Low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6350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High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sz="1100" spc="-5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Focus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Awareness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Market</a:t>
                      </a:r>
                      <a:r>
                        <a:rPr sz="1100" spc="-4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Share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11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Retention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Transition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sz="11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Focus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Tuning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Transition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223124" y="3058032"/>
            <a:ext cx="792480" cy="803275"/>
            <a:chOff x="1223124" y="3058032"/>
            <a:chExt cx="792480" cy="803275"/>
          </a:xfrm>
        </p:grpSpPr>
        <p:sp>
          <p:nvSpPr>
            <p:cNvPr id="17" name="object 17"/>
            <p:cNvSpPr/>
            <p:nvPr/>
          </p:nvSpPr>
          <p:spPr>
            <a:xfrm>
              <a:off x="1433829" y="3058032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150" y="0"/>
                  </a:moveTo>
                  <a:lnTo>
                    <a:pt x="138612" y="2252"/>
                  </a:lnTo>
                  <a:lnTo>
                    <a:pt x="94361" y="8874"/>
                  </a:lnTo>
                  <a:lnTo>
                    <a:pt x="51633" y="19663"/>
                  </a:lnTo>
                  <a:lnTo>
                    <a:pt x="10667" y="34416"/>
                  </a:lnTo>
                  <a:lnTo>
                    <a:pt x="0" y="40258"/>
                  </a:lnTo>
                  <a:lnTo>
                    <a:pt x="15747" y="76834"/>
                  </a:lnTo>
                  <a:lnTo>
                    <a:pt x="26415" y="71119"/>
                  </a:lnTo>
                  <a:lnTo>
                    <a:pt x="63670" y="57699"/>
                  </a:lnTo>
                  <a:lnTo>
                    <a:pt x="102520" y="47863"/>
                  </a:lnTo>
                  <a:lnTo>
                    <a:pt x="142751" y="41812"/>
                  </a:lnTo>
                  <a:lnTo>
                    <a:pt x="184150" y="39750"/>
                  </a:lnTo>
                  <a:lnTo>
                    <a:pt x="225621" y="41812"/>
                  </a:lnTo>
                  <a:lnTo>
                    <a:pt x="265890" y="47863"/>
                  </a:lnTo>
                  <a:lnTo>
                    <a:pt x="304754" y="57699"/>
                  </a:lnTo>
                  <a:lnTo>
                    <a:pt x="342011" y="71119"/>
                  </a:lnTo>
                  <a:lnTo>
                    <a:pt x="356996" y="79247"/>
                  </a:lnTo>
                  <a:lnTo>
                    <a:pt x="371094" y="41655"/>
                  </a:lnTo>
                  <a:lnTo>
                    <a:pt x="357758" y="34416"/>
                  </a:lnTo>
                  <a:lnTo>
                    <a:pt x="316791" y="19663"/>
                  </a:lnTo>
                  <a:lnTo>
                    <a:pt x="274050" y="8874"/>
                  </a:lnTo>
                  <a:lnTo>
                    <a:pt x="229760" y="2252"/>
                  </a:lnTo>
                  <a:lnTo>
                    <a:pt x="1841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3124" y="3068954"/>
              <a:ext cx="792111" cy="7920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02765" y="3142741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30" h="633729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5"/>
                  </a:lnTo>
                  <a:lnTo>
                    <a:pt x="3435" y="363658"/>
                  </a:lnTo>
                  <a:lnTo>
                    <a:pt x="13415" y="408324"/>
                  </a:lnTo>
                  <a:lnTo>
                    <a:pt x="29449" y="450371"/>
                  </a:lnTo>
                  <a:lnTo>
                    <a:pt x="51047" y="489309"/>
                  </a:lnTo>
                  <a:lnTo>
                    <a:pt x="77719" y="524647"/>
                  </a:lnTo>
                  <a:lnTo>
                    <a:pt x="108975" y="555895"/>
                  </a:lnTo>
                  <a:lnTo>
                    <a:pt x="144325" y="582561"/>
                  </a:lnTo>
                  <a:lnTo>
                    <a:pt x="183279" y="604156"/>
                  </a:lnTo>
                  <a:lnTo>
                    <a:pt x="225347" y="620188"/>
                  </a:lnTo>
                  <a:lnTo>
                    <a:pt x="270039" y="630167"/>
                  </a:lnTo>
                  <a:lnTo>
                    <a:pt x="316865" y="633603"/>
                  </a:lnTo>
                  <a:lnTo>
                    <a:pt x="363690" y="630167"/>
                  </a:lnTo>
                  <a:lnTo>
                    <a:pt x="408382" y="620188"/>
                  </a:lnTo>
                  <a:lnTo>
                    <a:pt x="450450" y="604156"/>
                  </a:lnTo>
                  <a:lnTo>
                    <a:pt x="489404" y="582561"/>
                  </a:lnTo>
                  <a:lnTo>
                    <a:pt x="524754" y="555895"/>
                  </a:lnTo>
                  <a:lnTo>
                    <a:pt x="556010" y="524647"/>
                  </a:lnTo>
                  <a:lnTo>
                    <a:pt x="582682" y="489309"/>
                  </a:lnTo>
                  <a:lnTo>
                    <a:pt x="604280" y="450371"/>
                  </a:lnTo>
                  <a:lnTo>
                    <a:pt x="620314" y="408324"/>
                  </a:lnTo>
                  <a:lnTo>
                    <a:pt x="630294" y="363658"/>
                  </a:lnTo>
                  <a:lnTo>
                    <a:pt x="633729" y="316865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1703" y="3282695"/>
              <a:ext cx="355600" cy="353695"/>
            </a:xfrm>
            <a:custGeom>
              <a:avLst/>
              <a:gdLst/>
              <a:ahLst/>
              <a:cxnLst/>
              <a:rect l="l" t="t" r="r" b="b"/>
              <a:pathLst>
                <a:path w="355600" h="353695">
                  <a:moveTo>
                    <a:pt x="342646" y="259333"/>
                  </a:moveTo>
                  <a:lnTo>
                    <a:pt x="166878" y="259333"/>
                  </a:lnTo>
                  <a:lnTo>
                    <a:pt x="184658" y="353567"/>
                  </a:lnTo>
                  <a:lnTo>
                    <a:pt x="324866" y="353567"/>
                  </a:lnTo>
                  <a:lnTo>
                    <a:pt x="329322" y="329945"/>
                  </a:lnTo>
                  <a:lnTo>
                    <a:pt x="213106" y="329945"/>
                  </a:lnTo>
                  <a:lnTo>
                    <a:pt x="213106" y="271017"/>
                  </a:lnTo>
                  <a:lnTo>
                    <a:pt x="340441" y="271017"/>
                  </a:lnTo>
                  <a:lnTo>
                    <a:pt x="342646" y="259333"/>
                  </a:lnTo>
                  <a:close/>
                </a:path>
                <a:path w="355600" h="353695">
                  <a:moveTo>
                    <a:pt x="248539" y="271017"/>
                  </a:moveTo>
                  <a:lnTo>
                    <a:pt x="224916" y="271017"/>
                  </a:lnTo>
                  <a:lnTo>
                    <a:pt x="224916" y="329945"/>
                  </a:lnTo>
                  <a:lnTo>
                    <a:pt x="248539" y="329945"/>
                  </a:lnTo>
                  <a:lnTo>
                    <a:pt x="248539" y="271017"/>
                  </a:lnTo>
                  <a:close/>
                </a:path>
                <a:path w="355600" h="353695">
                  <a:moveTo>
                    <a:pt x="284098" y="271017"/>
                  </a:moveTo>
                  <a:lnTo>
                    <a:pt x="260350" y="271017"/>
                  </a:lnTo>
                  <a:lnTo>
                    <a:pt x="260350" y="329945"/>
                  </a:lnTo>
                  <a:lnTo>
                    <a:pt x="284098" y="329945"/>
                  </a:lnTo>
                  <a:lnTo>
                    <a:pt x="284098" y="271017"/>
                  </a:lnTo>
                  <a:close/>
                </a:path>
                <a:path w="355600" h="353695">
                  <a:moveTo>
                    <a:pt x="340441" y="271017"/>
                  </a:moveTo>
                  <a:lnTo>
                    <a:pt x="295909" y="271017"/>
                  </a:lnTo>
                  <a:lnTo>
                    <a:pt x="295909" y="329945"/>
                  </a:lnTo>
                  <a:lnTo>
                    <a:pt x="329322" y="329945"/>
                  </a:lnTo>
                  <a:lnTo>
                    <a:pt x="340441" y="271017"/>
                  </a:lnTo>
                  <a:close/>
                </a:path>
                <a:path w="355600" h="353695">
                  <a:moveTo>
                    <a:pt x="100584" y="0"/>
                  </a:moveTo>
                  <a:lnTo>
                    <a:pt x="0" y="75437"/>
                  </a:lnTo>
                  <a:lnTo>
                    <a:pt x="0" y="318262"/>
                  </a:lnTo>
                  <a:lnTo>
                    <a:pt x="165734" y="318262"/>
                  </a:lnTo>
                  <a:lnTo>
                    <a:pt x="154432" y="259333"/>
                  </a:lnTo>
                  <a:lnTo>
                    <a:pt x="141986" y="259333"/>
                  </a:lnTo>
                  <a:lnTo>
                    <a:pt x="141986" y="200405"/>
                  </a:lnTo>
                  <a:lnTo>
                    <a:pt x="170434" y="200405"/>
                  </a:lnTo>
                  <a:lnTo>
                    <a:pt x="201168" y="169671"/>
                  </a:lnTo>
                  <a:lnTo>
                    <a:pt x="201168" y="75437"/>
                  </a:lnTo>
                  <a:lnTo>
                    <a:pt x="181525" y="60705"/>
                  </a:lnTo>
                  <a:lnTo>
                    <a:pt x="94107" y="60705"/>
                  </a:lnTo>
                  <a:lnTo>
                    <a:pt x="88773" y="55371"/>
                  </a:lnTo>
                  <a:lnTo>
                    <a:pt x="88773" y="42417"/>
                  </a:lnTo>
                  <a:lnTo>
                    <a:pt x="94107" y="37083"/>
                  </a:lnTo>
                  <a:lnTo>
                    <a:pt x="150029" y="37083"/>
                  </a:lnTo>
                  <a:lnTo>
                    <a:pt x="100584" y="0"/>
                  </a:lnTo>
                  <a:close/>
                </a:path>
                <a:path w="355600" h="353695">
                  <a:moveTo>
                    <a:pt x="355091" y="212089"/>
                  </a:moveTo>
                  <a:lnTo>
                    <a:pt x="153924" y="212089"/>
                  </a:lnTo>
                  <a:lnTo>
                    <a:pt x="153924" y="247523"/>
                  </a:lnTo>
                  <a:lnTo>
                    <a:pt x="355091" y="247523"/>
                  </a:lnTo>
                  <a:lnTo>
                    <a:pt x="355091" y="212089"/>
                  </a:lnTo>
                  <a:close/>
                </a:path>
                <a:path w="355600" h="353695">
                  <a:moveTo>
                    <a:pt x="238506" y="149098"/>
                  </a:moveTo>
                  <a:lnTo>
                    <a:pt x="175133" y="212089"/>
                  </a:lnTo>
                  <a:lnTo>
                    <a:pt x="191770" y="212089"/>
                  </a:lnTo>
                  <a:lnTo>
                    <a:pt x="246760" y="157352"/>
                  </a:lnTo>
                  <a:lnTo>
                    <a:pt x="238506" y="149098"/>
                  </a:lnTo>
                  <a:close/>
                </a:path>
                <a:path w="355600" h="353695">
                  <a:moveTo>
                    <a:pt x="270509" y="149098"/>
                  </a:moveTo>
                  <a:lnTo>
                    <a:pt x="262128" y="157352"/>
                  </a:lnTo>
                  <a:lnTo>
                    <a:pt x="317246" y="212089"/>
                  </a:lnTo>
                  <a:lnTo>
                    <a:pt x="333756" y="212089"/>
                  </a:lnTo>
                  <a:lnTo>
                    <a:pt x="270509" y="149098"/>
                  </a:lnTo>
                  <a:close/>
                </a:path>
                <a:path w="355600" h="353695">
                  <a:moveTo>
                    <a:pt x="150029" y="37083"/>
                  </a:moveTo>
                  <a:lnTo>
                    <a:pt x="107061" y="37083"/>
                  </a:lnTo>
                  <a:lnTo>
                    <a:pt x="112395" y="42417"/>
                  </a:lnTo>
                  <a:lnTo>
                    <a:pt x="112395" y="55371"/>
                  </a:lnTo>
                  <a:lnTo>
                    <a:pt x="107061" y="60705"/>
                  </a:lnTo>
                  <a:lnTo>
                    <a:pt x="181525" y="60705"/>
                  </a:lnTo>
                  <a:lnTo>
                    <a:pt x="150029" y="3708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2283" y="4399788"/>
            <a:ext cx="198882" cy="20040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3807" y="2319527"/>
            <a:ext cx="195072" cy="19659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3703192" y="1135252"/>
            <a:ext cx="371475" cy="79375"/>
          </a:xfrm>
          <a:custGeom>
            <a:avLst/>
            <a:gdLst/>
            <a:ahLst/>
            <a:cxnLst/>
            <a:rect l="l" t="t" r="r" b="b"/>
            <a:pathLst>
              <a:path w="371475" h="79375">
                <a:moveTo>
                  <a:pt x="184277" y="0"/>
                </a:moveTo>
                <a:lnTo>
                  <a:pt x="138685" y="2272"/>
                </a:lnTo>
                <a:lnTo>
                  <a:pt x="94440" y="8937"/>
                </a:lnTo>
                <a:lnTo>
                  <a:pt x="51742" y="19770"/>
                </a:lnTo>
                <a:lnTo>
                  <a:pt x="10795" y="34544"/>
                </a:lnTo>
                <a:lnTo>
                  <a:pt x="0" y="40259"/>
                </a:lnTo>
                <a:lnTo>
                  <a:pt x="15875" y="76962"/>
                </a:lnTo>
                <a:lnTo>
                  <a:pt x="26543" y="71247"/>
                </a:lnTo>
                <a:lnTo>
                  <a:pt x="63726" y="57826"/>
                </a:lnTo>
                <a:lnTo>
                  <a:pt x="102552" y="47990"/>
                </a:lnTo>
                <a:lnTo>
                  <a:pt x="142807" y="41939"/>
                </a:lnTo>
                <a:lnTo>
                  <a:pt x="184277" y="39877"/>
                </a:lnTo>
                <a:lnTo>
                  <a:pt x="225746" y="41939"/>
                </a:lnTo>
                <a:lnTo>
                  <a:pt x="266001" y="47990"/>
                </a:lnTo>
                <a:lnTo>
                  <a:pt x="304827" y="57826"/>
                </a:lnTo>
                <a:lnTo>
                  <a:pt x="342011" y="71247"/>
                </a:lnTo>
                <a:lnTo>
                  <a:pt x="356997" y="79248"/>
                </a:lnTo>
                <a:lnTo>
                  <a:pt x="371094" y="41783"/>
                </a:lnTo>
                <a:lnTo>
                  <a:pt x="357759" y="34544"/>
                </a:lnTo>
                <a:lnTo>
                  <a:pt x="316811" y="19770"/>
                </a:lnTo>
                <a:lnTo>
                  <a:pt x="274113" y="8937"/>
                </a:lnTo>
                <a:lnTo>
                  <a:pt x="229868" y="2272"/>
                </a:lnTo>
                <a:lnTo>
                  <a:pt x="18427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92627" y="1146302"/>
            <a:ext cx="792099" cy="792099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3572128" y="1219961"/>
            <a:ext cx="633730" cy="633730"/>
            <a:chOff x="3572128" y="1219961"/>
            <a:chExt cx="633730" cy="633730"/>
          </a:xfrm>
        </p:grpSpPr>
        <p:sp>
          <p:nvSpPr>
            <p:cNvPr id="26" name="object 26"/>
            <p:cNvSpPr/>
            <p:nvPr/>
          </p:nvSpPr>
          <p:spPr>
            <a:xfrm>
              <a:off x="3572128" y="1219961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5" y="633729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30" y="316864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4843" y="1344167"/>
              <a:ext cx="367665" cy="386080"/>
            </a:xfrm>
            <a:custGeom>
              <a:avLst/>
              <a:gdLst/>
              <a:ahLst/>
              <a:cxnLst/>
              <a:rect l="l" t="t" r="r" b="b"/>
              <a:pathLst>
                <a:path w="367664" h="386080">
                  <a:moveTo>
                    <a:pt x="159648" y="238887"/>
                  </a:moveTo>
                  <a:lnTo>
                    <a:pt x="52323" y="238887"/>
                  </a:lnTo>
                  <a:lnTo>
                    <a:pt x="58165" y="385572"/>
                  </a:lnTo>
                  <a:lnTo>
                    <a:pt x="94106" y="385572"/>
                  </a:lnTo>
                  <a:lnTo>
                    <a:pt x="94106" y="278003"/>
                  </a:lnTo>
                  <a:lnTo>
                    <a:pt x="157681" y="278003"/>
                  </a:lnTo>
                  <a:lnTo>
                    <a:pt x="159648" y="238887"/>
                  </a:lnTo>
                  <a:close/>
                </a:path>
                <a:path w="367664" h="386080">
                  <a:moveTo>
                    <a:pt x="157681" y="278003"/>
                  </a:moveTo>
                  <a:lnTo>
                    <a:pt x="116458" y="278003"/>
                  </a:lnTo>
                  <a:lnTo>
                    <a:pt x="116458" y="385572"/>
                  </a:lnTo>
                  <a:lnTo>
                    <a:pt x="152272" y="385572"/>
                  </a:lnTo>
                  <a:lnTo>
                    <a:pt x="157413" y="283337"/>
                  </a:lnTo>
                  <a:lnTo>
                    <a:pt x="157488" y="281852"/>
                  </a:lnTo>
                  <a:lnTo>
                    <a:pt x="157586" y="279908"/>
                  </a:lnTo>
                  <a:lnTo>
                    <a:pt x="157681" y="278003"/>
                  </a:lnTo>
                  <a:close/>
                </a:path>
                <a:path w="367664" h="386080">
                  <a:moveTo>
                    <a:pt x="336295" y="251079"/>
                  </a:moveTo>
                  <a:lnTo>
                    <a:pt x="304926" y="251079"/>
                  </a:lnTo>
                  <a:lnTo>
                    <a:pt x="304926" y="358648"/>
                  </a:lnTo>
                  <a:lnTo>
                    <a:pt x="336295" y="358648"/>
                  </a:lnTo>
                  <a:lnTo>
                    <a:pt x="336295" y="251079"/>
                  </a:lnTo>
                  <a:close/>
                </a:path>
                <a:path w="367664" h="386080">
                  <a:moveTo>
                    <a:pt x="121030" y="143002"/>
                  </a:moveTo>
                  <a:lnTo>
                    <a:pt x="84327" y="143002"/>
                  </a:lnTo>
                  <a:lnTo>
                    <a:pt x="75856" y="143156"/>
                  </a:lnTo>
                  <a:lnTo>
                    <a:pt x="66009" y="143573"/>
                  </a:lnTo>
                  <a:lnTo>
                    <a:pt x="55720" y="144180"/>
                  </a:lnTo>
                  <a:lnTo>
                    <a:pt x="55930" y="144180"/>
                  </a:lnTo>
                  <a:lnTo>
                    <a:pt x="46480" y="144907"/>
                  </a:lnTo>
                  <a:lnTo>
                    <a:pt x="46947" y="144907"/>
                  </a:lnTo>
                  <a:lnTo>
                    <a:pt x="44576" y="145161"/>
                  </a:lnTo>
                  <a:lnTo>
                    <a:pt x="35956" y="147667"/>
                  </a:lnTo>
                  <a:lnTo>
                    <a:pt x="28479" y="152828"/>
                  </a:lnTo>
                  <a:lnTo>
                    <a:pt x="22859" y="159966"/>
                  </a:lnTo>
                  <a:lnTo>
                    <a:pt x="19811" y="168402"/>
                  </a:lnTo>
                  <a:lnTo>
                    <a:pt x="4825" y="258572"/>
                  </a:lnTo>
                  <a:lnTo>
                    <a:pt x="3809" y="264541"/>
                  </a:lnTo>
                  <a:lnTo>
                    <a:pt x="23723" y="283337"/>
                  </a:lnTo>
                  <a:lnTo>
                    <a:pt x="24764" y="283337"/>
                  </a:lnTo>
                  <a:lnTo>
                    <a:pt x="52323" y="238887"/>
                  </a:lnTo>
                  <a:lnTo>
                    <a:pt x="159648" y="238887"/>
                  </a:lnTo>
                  <a:lnTo>
                    <a:pt x="161289" y="206248"/>
                  </a:lnTo>
                  <a:lnTo>
                    <a:pt x="244437" y="206248"/>
                  </a:lnTo>
                  <a:lnTo>
                    <a:pt x="260603" y="187706"/>
                  </a:lnTo>
                  <a:lnTo>
                    <a:pt x="263032" y="183642"/>
                  </a:lnTo>
                  <a:lnTo>
                    <a:pt x="207644" y="183642"/>
                  </a:lnTo>
                  <a:lnTo>
                    <a:pt x="205378" y="181453"/>
                  </a:lnTo>
                  <a:lnTo>
                    <a:pt x="199802" y="175942"/>
                  </a:lnTo>
                  <a:lnTo>
                    <a:pt x="192750" y="168693"/>
                  </a:lnTo>
                  <a:lnTo>
                    <a:pt x="186054" y="161290"/>
                  </a:lnTo>
                  <a:lnTo>
                    <a:pt x="179445" y="155533"/>
                  </a:lnTo>
                  <a:lnTo>
                    <a:pt x="138429" y="143573"/>
                  </a:lnTo>
                  <a:lnTo>
                    <a:pt x="129278" y="143156"/>
                  </a:lnTo>
                  <a:lnTo>
                    <a:pt x="121030" y="143002"/>
                  </a:lnTo>
                  <a:close/>
                </a:path>
                <a:path w="367664" h="386080">
                  <a:moveTo>
                    <a:pt x="367283" y="31369"/>
                  </a:moveTo>
                  <a:lnTo>
                    <a:pt x="335914" y="31369"/>
                  </a:lnTo>
                  <a:lnTo>
                    <a:pt x="335914" y="219710"/>
                  </a:lnTo>
                  <a:lnTo>
                    <a:pt x="262381" y="219710"/>
                  </a:lnTo>
                  <a:lnTo>
                    <a:pt x="239394" y="246126"/>
                  </a:lnTo>
                  <a:lnTo>
                    <a:pt x="236219" y="248793"/>
                  </a:lnTo>
                  <a:lnTo>
                    <a:pt x="232790" y="251079"/>
                  </a:lnTo>
                  <a:lnTo>
                    <a:pt x="367283" y="251079"/>
                  </a:lnTo>
                  <a:lnTo>
                    <a:pt x="367283" y="31369"/>
                  </a:lnTo>
                  <a:close/>
                </a:path>
                <a:path w="367664" h="386080">
                  <a:moveTo>
                    <a:pt x="244437" y="206248"/>
                  </a:moveTo>
                  <a:lnTo>
                    <a:pt x="161289" y="206248"/>
                  </a:lnTo>
                  <a:lnTo>
                    <a:pt x="193166" y="231394"/>
                  </a:lnTo>
                  <a:lnTo>
                    <a:pt x="197103" y="234569"/>
                  </a:lnTo>
                  <a:lnTo>
                    <a:pt x="202183" y="236220"/>
                  </a:lnTo>
                  <a:lnTo>
                    <a:pt x="214375" y="236220"/>
                  </a:lnTo>
                  <a:lnTo>
                    <a:pt x="220852" y="233299"/>
                  </a:lnTo>
                  <a:lnTo>
                    <a:pt x="244437" y="206248"/>
                  </a:lnTo>
                  <a:close/>
                </a:path>
                <a:path w="367664" h="386080">
                  <a:moveTo>
                    <a:pt x="252856" y="151511"/>
                  </a:moveTo>
                  <a:lnTo>
                    <a:pt x="241807" y="151511"/>
                  </a:lnTo>
                  <a:lnTo>
                    <a:pt x="235711" y="154305"/>
                  </a:lnTo>
                  <a:lnTo>
                    <a:pt x="231266" y="159385"/>
                  </a:lnTo>
                  <a:lnTo>
                    <a:pt x="223932" y="167407"/>
                  </a:lnTo>
                  <a:lnTo>
                    <a:pt x="216217" y="175275"/>
                  </a:lnTo>
                  <a:lnTo>
                    <a:pt x="210121" y="181262"/>
                  </a:lnTo>
                  <a:lnTo>
                    <a:pt x="207644" y="183642"/>
                  </a:lnTo>
                  <a:lnTo>
                    <a:pt x="263032" y="183642"/>
                  </a:lnTo>
                  <a:lnTo>
                    <a:pt x="265128" y="180133"/>
                  </a:lnTo>
                  <a:lnTo>
                    <a:pt x="266699" y="171799"/>
                  </a:lnTo>
                  <a:lnTo>
                    <a:pt x="265318" y="163703"/>
                  </a:lnTo>
                  <a:lnTo>
                    <a:pt x="260984" y="156845"/>
                  </a:lnTo>
                  <a:lnTo>
                    <a:pt x="257555" y="153416"/>
                  </a:lnTo>
                  <a:lnTo>
                    <a:pt x="252856" y="151511"/>
                  </a:lnTo>
                  <a:close/>
                </a:path>
                <a:path w="367664" h="386080">
                  <a:moveTo>
                    <a:pt x="367283" y="0"/>
                  </a:moveTo>
                  <a:lnTo>
                    <a:pt x="0" y="0"/>
                  </a:lnTo>
                  <a:lnTo>
                    <a:pt x="0" y="156337"/>
                  </a:lnTo>
                  <a:lnTo>
                    <a:pt x="5097" y="146210"/>
                  </a:lnTo>
                  <a:lnTo>
                    <a:pt x="12303" y="137429"/>
                  </a:lnTo>
                  <a:lnTo>
                    <a:pt x="21199" y="130387"/>
                  </a:lnTo>
                  <a:lnTo>
                    <a:pt x="31368" y="125476"/>
                  </a:lnTo>
                  <a:lnTo>
                    <a:pt x="31368" y="31369"/>
                  </a:lnTo>
                  <a:lnTo>
                    <a:pt x="367283" y="31369"/>
                  </a:lnTo>
                  <a:lnTo>
                    <a:pt x="367283" y="0"/>
                  </a:lnTo>
                  <a:close/>
                </a:path>
                <a:path w="367664" h="386080">
                  <a:moveTo>
                    <a:pt x="106298" y="44831"/>
                  </a:moveTo>
                  <a:lnTo>
                    <a:pt x="89292" y="48263"/>
                  </a:lnTo>
                  <a:lnTo>
                    <a:pt x="75406" y="57626"/>
                  </a:lnTo>
                  <a:lnTo>
                    <a:pt x="66043" y="71512"/>
                  </a:lnTo>
                  <a:lnTo>
                    <a:pt x="62610" y="88519"/>
                  </a:lnTo>
                  <a:lnTo>
                    <a:pt x="66016" y="105410"/>
                  </a:lnTo>
                  <a:lnTo>
                    <a:pt x="66043" y="105544"/>
                  </a:lnTo>
                  <a:lnTo>
                    <a:pt x="75406" y="119475"/>
                  </a:lnTo>
                  <a:lnTo>
                    <a:pt x="89292" y="128881"/>
                  </a:lnTo>
                  <a:lnTo>
                    <a:pt x="106298" y="132334"/>
                  </a:lnTo>
                  <a:lnTo>
                    <a:pt x="123305" y="128881"/>
                  </a:lnTo>
                  <a:lnTo>
                    <a:pt x="137191" y="119475"/>
                  </a:lnTo>
                  <a:lnTo>
                    <a:pt x="146554" y="105544"/>
                  </a:lnTo>
                  <a:lnTo>
                    <a:pt x="149986" y="88519"/>
                  </a:lnTo>
                  <a:lnTo>
                    <a:pt x="146554" y="71512"/>
                  </a:lnTo>
                  <a:lnTo>
                    <a:pt x="137191" y="57626"/>
                  </a:lnTo>
                  <a:lnTo>
                    <a:pt x="123305" y="48263"/>
                  </a:lnTo>
                  <a:lnTo>
                    <a:pt x="106298" y="44831"/>
                  </a:lnTo>
                  <a:close/>
                </a:path>
                <a:path w="367664" h="386080">
                  <a:moveTo>
                    <a:pt x="264286" y="105410"/>
                  </a:moveTo>
                  <a:lnTo>
                    <a:pt x="201548" y="105410"/>
                  </a:lnTo>
                  <a:lnTo>
                    <a:pt x="201548" y="127762"/>
                  </a:lnTo>
                  <a:lnTo>
                    <a:pt x="264286" y="127762"/>
                  </a:lnTo>
                  <a:lnTo>
                    <a:pt x="264286" y="105410"/>
                  </a:lnTo>
                  <a:close/>
                </a:path>
                <a:path w="367664" h="386080">
                  <a:moveTo>
                    <a:pt x="295655" y="65024"/>
                  </a:moveTo>
                  <a:lnTo>
                    <a:pt x="201548" y="65024"/>
                  </a:lnTo>
                  <a:lnTo>
                    <a:pt x="201548" y="87376"/>
                  </a:lnTo>
                  <a:lnTo>
                    <a:pt x="295655" y="87376"/>
                  </a:lnTo>
                  <a:lnTo>
                    <a:pt x="295655" y="65024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/>
          <p:nvPr/>
        </p:nvSpPr>
        <p:spPr>
          <a:xfrm>
            <a:off x="5908040" y="1135252"/>
            <a:ext cx="371475" cy="79375"/>
          </a:xfrm>
          <a:custGeom>
            <a:avLst/>
            <a:gdLst/>
            <a:ahLst/>
            <a:cxnLst/>
            <a:rect l="l" t="t" r="r" b="b"/>
            <a:pathLst>
              <a:path w="371475" h="79375">
                <a:moveTo>
                  <a:pt x="184276" y="0"/>
                </a:moveTo>
                <a:lnTo>
                  <a:pt x="138685" y="2272"/>
                </a:lnTo>
                <a:lnTo>
                  <a:pt x="94440" y="8937"/>
                </a:lnTo>
                <a:lnTo>
                  <a:pt x="51742" y="19770"/>
                </a:lnTo>
                <a:lnTo>
                  <a:pt x="10795" y="34544"/>
                </a:lnTo>
                <a:lnTo>
                  <a:pt x="0" y="40259"/>
                </a:lnTo>
                <a:lnTo>
                  <a:pt x="15875" y="76962"/>
                </a:lnTo>
                <a:lnTo>
                  <a:pt x="26543" y="71247"/>
                </a:lnTo>
                <a:lnTo>
                  <a:pt x="63726" y="57826"/>
                </a:lnTo>
                <a:lnTo>
                  <a:pt x="102552" y="47990"/>
                </a:lnTo>
                <a:lnTo>
                  <a:pt x="142807" y="41939"/>
                </a:lnTo>
                <a:lnTo>
                  <a:pt x="184276" y="39877"/>
                </a:lnTo>
                <a:lnTo>
                  <a:pt x="225746" y="41939"/>
                </a:lnTo>
                <a:lnTo>
                  <a:pt x="266001" y="47990"/>
                </a:lnTo>
                <a:lnTo>
                  <a:pt x="304827" y="57826"/>
                </a:lnTo>
                <a:lnTo>
                  <a:pt x="342011" y="71247"/>
                </a:lnTo>
                <a:lnTo>
                  <a:pt x="356997" y="79248"/>
                </a:lnTo>
                <a:lnTo>
                  <a:pt x="371221" y="41783"/>
                </a:lnTo>
                <a:lnTo>
                  <a:pt x="357759" y="34544"/>
                </a:lnTo>
                <a:lnTo>
                  <a:pt x="316811" y="19770"/>
                </a:lnTo>
                <a:lnTo>
                  <a:pt x="274113" y="8937"/>
                </a:lnTo>
                <a:lnTo>
                  <a:pt x="229868" y="2272"/>
                </a:lnTo>
                <a:lnTo>
                  <a:pt x="18427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97473" y="1146302"/>
            <a:ext cx="792099" cy="792099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5777103" y="1219961"/>
            <a:ext cx="633730" cy="633730"/>
            <a:chOff x="5777103" y="1219961"/>
            <a:chExt cx="633730" cy="633730"/>
          </a:xfrm>
        </p:grpSpPr>
        <p:sp>
          <p:nvSpPr>
            <p:cNvPr id="31" name="object 31"/>
            <p:cNvSpPr/>
            <p:nvPr/>
          </p:nvSpPr>
          <p:spPr>
            <a:xfrm>
              <a:off x="5777103" y="1219961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738" y="0"/>
                  </a:moveTo>
                  <a:lnTo>
                    <a:pt x="269944" y="3435"/>
                  </a:lnTo>
                  <a:lnTo>
                    <a:pt x="225278" y="13415"/>
                  </a:lnTo>
                  <a:lnTo>
                    <a:pt x="183231" y="29449"/>
                  </a:lnTo>
                  <a:lnTo>
                    <a:pt x="144293" y="51047"/>
                  </a:lnTo>
                  <a:lnTo>
                    <a:pt x="108955" y="77719"/>
                  </a:lnTo>
                  <a:lnTo>
                    <a:pt x="77707" y="108975"/>
                  </a:lnTo>
                  <a:lnTo>
                    <a:pt x="51041" y="144325"/>
                  </a:lnTo>
                  <a:lnTo>
                    <a:pt x="29446" y="183279"/>
                  </a:lnTo>
                  <a:lnTo>
                    <a:pt x="13414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4" y="408382"/>
                  </a:lnTo>
                  <a:lnTo>
                    <a:pt x="29446" y="450450"/>
                  </a:lnTo>
                  <a:lnTo>
                    <a:pt x="51041" y="489404"/>
                  </a:lnTo>
                  <a:lnTo>
                    <a:pt x="77707" y="524754"/>
                  </a:lnTo>
                  <a:lnTo>
                    <a:pt x="108955" y="556010"/>
                  </a:lnTo>
                  <a:lnTo>
                    <a:pt x="144293" y="582682"/>
                  </a:lnTo>
                  <a:lnTo>
                    <a:pt x="183231" y="604280"/>
                  </a:lnTo>
                  <a:lnTo>
                    <a:pt x="225278" y="620314"/>
                  </a:lnTo>
                  <a:lnTo>
                    <a:pt x="269944" y="630294"/>
                  </a:lnTo>
                  <a:lnTo>
                    <a:pt x="316738" y="633729"/>
                  </a:lnTo>
                  <a:lnTo>
                    <a:pt x="363563" y="630294"/>
                  </a:lnTo>
                  <a:lnTo>
                    <a:pt x="408255" y="620314"/>
                  </a:lnTo>
                  <a:lnTo>
                    <a:pt x="450323" y="604280"/>
                  </a:lnTo>
                  <a:lnTo>
                    <a:pt x="489277" y="582682"/>
                  </a:lnTo>
                  <a:lnTo>
                    <a:pt x="524627" y="556010"/>
                  </a:lnTo>
                  <a:lnTo>
                    <a:pt x="555883" y="524754"/>
                  </a:lnTo>
                  <a:lnTo>
                    <a:pt x="582555" y="489404"/>
                  </a:lnTo>
                  <a:lnTo>
                    <a:pt x="604153" y="450450"/>
                  </a:lnTo>
                  <a:lnTo>
                    <a:pt x="620187" y="408382"/>
                  </a:lnTo>
                  <a:lnTo>
                    <a:pt x="630167" y="363690"/>
                  </a:lnTo>
                  <a:lnTo>
                    <a:pt x="633602" y="316864"/>
                  </a:lnTo>
                  <a:lnTo>
                    <a:pt x="630167" y="270039"/>
                  </a:lnTo>
                  <a:lnTo>
                    <a:pt x="620187" y="225347"/>
                  </a:lnTo>
                  <a:lnTo>
                    <a:pt x="604153" y="183279"/>
                  </a:lnTo>
                  <a:lnTo>
                    <a:pt x="582555" y="144325"/>
                  </a:lnTo>
                  <a:lnTo>
                    <a:pt x="555883" y="108975"/>
                  </a:lnTo>
                  <a:lnTo>
                    <a:pt x="524627" y="77719"/>
                  </a:lnTo>
                  <a:lnTo>
                    <a:pt x="489277" y="51047"/>
                  </a:lnTo>
                  <a:lnTo>
                    <a:pt x="450323" y="29449"/>
                  </a:lnTo>
                  <a:lnTo>
                    <a:pt x="408255" y="13415"/>
                  </a:lnTo>
                  <a:lnTo>
                    <a:pt x="363563" y="3435"/>
                  </a:lnTo>
                  <a:lnTo>
                    <a:pt x="316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915787" y="1348739"/>
              <a:ext cx="355600" cy="375285"/>
            </a:xfrm>
            <a:custGeom>
              <a:avLst/>
              <a:gdLst/>
              <a:ahLst/>
              <a:cxnLst/>
              <a:rect l="l" t="t" r="r" b="b"/>
              <a:pathLst>
                <a:path w="355600" h="375285">
                  <a:moveTo>
                    <a:pt x="67437" y="263017"/>
                  </a:moveTo>
                  <a:lnTo>
                    <a:pt x="6985" y="263017"/>
                  </a:lnTo>
                  <a:lnTo>
                    <a:pt x="4572" y="265302"/>
                  </a:lnTo>
                  <a:lnTo>
                    <a:pt x="4572" y="372618"/>
                  </a:lnTo>
                  <a:lnTo>
                    <a:pt x="6985" y="374904"/>
                  </a:lnTo>
                  <a:lnTo>
                    <a:pt x="67055" y="374904"/>
                  </a:lnTo>
                  <a:lnTo>
                    <a:pt x="69850" y="372618"/>
                  </a:lnTo>
                  <a:lnTo>
                    <a:pt x="69850" y="265302"/>
                  </a:lnTo>
                  <a:lnTo>
                    <a:pt x="67437" y="263017"/>
                  </a:lnTo>
                  <a:close/>
                </a:path>
                <a:path w="355600" h="375285">
                  <a:moveTo>
                    <a:pt x="164973" y="224662"/>
                  </a:moveTo>
                  <a:lnTo>
                    <a:pt x="104521" y="224662"/>
                  </a:lnTo>
                  <a:lnTo>
                    <a:pt x="102108" y="226949"/>
                  </a:lnTo>
                  <a:lnTo>
                    <a:pt x="102108" y="372618"/>
                  </a:lnTo>
                  <a:lnTo>
                    <a:pt x="104521" y="374904"/>
                  </a:lnTo>
                  <a:lnTo>
                    <a:pt x="164973" y="374904"/>
                  </a:lnTo>
                  <a:lnTo>
                    <a:pt x="167386" y="372618"/>
                  </a:lnTo>
                  <a:lnTo>
                    <a:pt x="167386" y="226949"/>
                  </a:lnTo>
                  <a:lnTo>
                    <a:pt x="164973" y="224662"/>
                  </a:lnTo>
                  <a:close/>
                </a:path>
                <a:path w="355600" h="375285">
                  <a:moveTo>
                    <a:pt x="257428" y="181610"/>
                  </a:moveTo>
                  <a:lnTo>
                    <a:pt x="196976" y="181610"/>
                  </a:lnTo>
                  <a:lnTo>
                    <a:pt x="194563" y="184023"/>
                  </a:lnTo>
                  <a:lnTo>
                    <a:pt x="194563" y="372618"/>
                  </a:lnTo>
                  <a:lnTo>
                    <a:pt x="196976" y="374904"/>
                  </a:lnTo>
                  <a:lnTo>
                    <a:pt x="257428" y="374904"/>
                  </a:lnTo>
                  <a:lnTo>
                    <a:pt x="259841" y="372618"/>
                  </a:lnTo>
                  <a:lnTo>
                    <a:pt x="259841" y="184023"/>
                  </a:lnTo>
                  <a:lnTo>
                    <a:pt x="257428" y="181610"/>
                  </a:lnTo>
                  <a:close/>
                </a:path>
                <a:path w="355600" h="375285">
                  <a:moveTo>
                    <a:pt x="353187" y="137287"/>
                  </a:moveTo>
                  <a:lnTo>
                    <a:pt x="292608" y="137287"/>
                  </a:lnTo>
                  <a:lnTo>
                    <a:pt x="290322" y="139584"/>
                  </a:lnTo>
                  <a:lnTo>
                    <a:pt x="290322" y="372618"/>
                  </a:lnTo>
                  <a:lnTo>
                    <a:pt x="292608" y="374904"/>
                  </a:lnTo>
                  <a:lnTo>
                    <a:pt x="353187" y="374904"/>
                  </a:lnTo>
                  <a:lnTo>
                    <a:pt x="355473" y="372618"/>
                  </a:lnTo>
                  <a:lnTo>
                    <a:pt x="355473" y="139584"/>
                  </a:lnTo>
                  <a:lnTo>
                    <a:pt x="353187" y="137287"/>
                  </a:lnTo>
                  <a:close/>
                </a:path>
                <a:path w="355600" h="375285">
                  <a:moveTo>
                    <a:pt x="332359" y="0"/>
                  </a:moveTo>
                  <a:lnTo>
                    <a:pt x="245490" y="0"/>
                  </a:lnTo>
                  <a:lnTo>
                    <a:pt x="242188" y="6476"/>
                  </a:lnTo>
                  <a:lnTo>
                    <a:pt x="255650" y="19938"/>
                  </a:lnTo>
                  <a:lnTo>
                    <a:pt x="258445" y="22606"/>
                  </a:lnTo>
                  <a:lnTo>
                    <a:pt x="259841" y="24002"/>
                  </a:lnTo>
                  <a:lnTo>
                    <a:pt x="261620" y="25908"/>
                  </a:lnTo>
                  <a:lnTo>
                    <a:pt x="264413" y="28701"/>
                  </a:lnTo>
                  <a:lnTo>
                    <a:pt x="266191" y="30099"/>
                  </a:lnTo>
                  <a:lnTo>
                    <a:pt x="268604" y="35560"/>
                  </a:lnTo>
                  <a:lnTo>
                    <a:pt x="266191" y="37846"/>
                  </a:lnTo>
                  <a:lnTo>
                    <a:pt x="264413" y="40259"/>
                  </a:lnTo>
                  <a:lnTo>
                    <a:pt x="256246" y="49512"/>
                  </a:lnTo>
                  <a:lnTo>
                    <a:pt x="220914" y="83554"/>
                  </a:lnTo>
                  <a:lnTo>
                    <a:pt x="183364" y="110545"/>
                  </a:lnTo>
                  <a:lnTo>
                    <a:pt x="145230" y="131147"/>
                  </a:lnTo>
                  <a:lnTo>
                    <a:pt x="116459" y="143256"/>
                  </a:lnTo>
                  <a:lnTo>
                    <a:pt x="107715" y="146677"/>
                  </a:lnTo>
                  <a:lnTo>
                    <a:pt x="98805" y="149860"/>
                  </a:lnTo>
                  <a:lnTo>
                    <a:pt x="89705" y="152757"/>
                  </a:lnTo>
                  <a:lnTo>
                    <a:pt x="80390" y="155321"/>
                  </a:lnTo>
                  <a:lnTo>
                    <a:pt x="72378" y="157622"/>
                  </a:lnTo>
                  <a:lnTo>
                    <a:pt x="33670" y="165623"/>
                  </a:lnTo>
                  <a:lnTo>
                    <a:pt x="19430" y="167767"/>
                  </a:lnTo>
                  <a:lnTo>
                    <a:pt x="14350" y="168783"/>
                  </a:lnTo>
                  <a:lnTo>
                    <a:pt x="9651" y="169163"/>
                  </a:lnTo>
                  <a:lnTo>
                    <a:pt x="4572" y="169672"/>
                  </a:lnTo>
                  <a:lnTo>
                    <a:pt x="1456" y="170238"/>
                  </a:lnTo>
                  <a:lnTo>
                    <a:pt x="1732" y="170238"/>
                  </a:lnTo>
                  <a:lnTo>
                    <a:pt x="0" y="172465"/>
                  </a:lnTo>
                  <a:lnTo>
                    <a:pt x="508" y="175260"/>
                  </a:lnTo>
                  <a:lnTo>
                    <a:pt x="2286" y="183007"/>
                  </a:lnTo>
                  <a:lnTo>
                    <a:pt x="2793" y="185420"/>
                  </a:lnTo>
                  <a:lnTo>
                    <a:pt x="4572" y="186817"/>
                  </a:lnTo>
                  <a:lnTo>
                    <a:pt x="6985" y="186817"/>
                  </a:lnTo>
                  <a:lnTo>
                    <a:pt x="74191" y="179444"/>
                  </a:lnTo>
                  <a:lnTo>
                    <a:pt x="116806" y="170238"/>
                  </a:lnTo>
                  <a:lnTo>
                    <a:pt x="162671" y="155765"/>
                  </a:lnTo>
                  <a:lnTo>
                    <a:pt x="209718" y="134834"/>
                  </a:lnTo>
                  <a:lnTo>
                    <a:pt x="255879" y="106253"/>
                  </a:lnTo>
                  <a:lnTo>
                    <a:pt x="299085" y="68834"/>
                  </a:lnTo>
                  <a:lnTo>
                    <a:pt x="300482" y="67056"/>
                  </a:lnTo>
                  <a:lnTo>
                    <a:pt x="335152" y="67056"/>
                  </a:lnTo>
                  <a:lnTo>
                    <a:pt x="335152" y="2794"/>
                  </a:lnTo>
                  <a:lnTo>
                    <a:pt x="332359" y="0"/>
                  </a:lnTo>
                  <a:close/>
                </a:path>
                <a:path w="355600" h="375285">
                  <a:moveTo>
                    <a:pt x="335152" y="67056"/>
                  </a:moveTo>
                  <a:lnTo>
                    <a:pt x="303275" y="67056"/>
                  </a:lnTo>
                  <a:lnTo>
                    <a:pt x="305053" y="68834"/>
                  </a:lnTo>
                  <a:lnTo>
                    <a:pt x="324485" y="88773"/>
                  </a:lnTo>
                  <a:lnTo>
                    <a:pt x="328167" y="92456"/>
                  </a:lnTo>
                  <a:lnTo>
                    <a:pt x="335152" y="89662"/>
                  </a:lnTo>
                  <a:lnTo>
                    <a:pt x="335152" y="6705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3" name="object 33"/>
          <p:cNvSpPr/>
          <p:nvPr/>
        </p:nvSpPr>
        <p:spPr>
          <a:xfrm>
            <a:off x="8306434" y="1135252"/>
            <a:ext cx="371475" cy="79375"/>
          </a:xfrm>
          <a:custGeom>
            <a:avLst/>
            <a:gdLst/>
            <a:ahLst/>
            <a:cxnLst/>
            <a:rect l="l" t="t" r="r" b="b"/>
            <a:pathLst>
              <a:path w="371475" h="79375">
                <a:moveTo>
                  <a:pt x="184150" y="0"/>
                </a:moveTo>
                <a:lnTo>
                  <a:pt x="138612" y="2272"/>
                </a:lnTo>
                <a:lnTo>
                  <a:pt x="94361" y="8937"/>
                </a:lnTo>
                <a:lnTo>
                  <a:pt x="51633" y="19770"/>
                </a:lnTo>
                <a:lnTo>
                  <a:pt x="10668" y="34544"/>
                </a:lnTo>
                <a:lnTo>
                  <a:pt x="0" y="40259"/>
                </a:lnTo>
                <a:lnTo>
                  <a:pt x="15748" y="76962"/>
                </a:lnTo>
                <a:lnTo>
                  <a:pt x="26416" y="71247"/>
                </a:lnTo>
                <a:lnTo>
                  <a:pt x="63670" y="57826"/>
                </a:lnTo>
                <a:lnTo>
                  <a:pt x="102520" y="47990"/>
                </a:lnTo>
                <a:lnTo>
                  <a:pt x="142751" y="41939"/>
                </a:lnTo>
                <a:lnTo>
                  <a:pt x="184150" y="39877"/>
                </a:lnTo>
                <a:lnTo>
                  <a:pt x="225621" y="41939"/>
                </a:lnTo>
                <a:lnTo>
                  <a:pt x="265890" y="47990"/>
                </a:lnTo>
                <a:lnTo>
                  <a:pt x="304754" y="57826"/>
                </a:lnTo>
                <a:lnTo>
                  <a:pt x="342011" y="71247"/>
                </a:lnTo>
                <a:lnTo>
                  <a:pt x="356997" y="79248"/>
                </a:lnTo>
                <a:lnTo>
                  <a:pt x="371094" y="41783"/>
                </a:lnTo>
                <a:lnTo>
                  <a:pt x="357632" y="34544"/>
                </a:lnTo>
                <a:lnTo>
                  <a:pt x="316738" y="19770"/>
                </a:lnTo>
                <a:lnTo>
                  <a:pt x="274034" y="8937"/>
                </a:lnTo>
                <a:lnTo>
                  <a:pt x="229758" y="2272"/>
                </a:lnTo>
                <a:lnTo>
                  <a:pt x="1841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95742" y="1146302"/>
            <a:ext cx="792099" cy="792099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8175370" y="1219961"/>
            <a:ext cx="633730" cy="633730"/>
            <a:chOff x="8175370" y="1219961"/>
            <a:chExt cx="633730" cy="633730"/>
          </a:xfrm>
        </p:grpSpPr>
        <p:sp>
          <p:nvSpPr>
            <p:cNvPr id="36" name="object 36"/>
            <p:cNvSpPr/>
            <p:nvPr/>
          </p:nvSpPr>
          <p:spPr>
            <a:xfrm>
              <a:off x="8175370" y="1219961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864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4" y="633729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29" y="316864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37"/>
            <p:cNvSpPr/>
            <p:nvPr/>
          </p:nvSpPr>
          <p:spPr>
            <a:xfrm>
              <a:off x="8301227" y="1331975"/>
              <a:ext cx="381000" cy="408940"/>
            </a:xfrm>
            <a:custGeom>
              <a:avLst/>
              <a:gdLst/>
              <a:ahLst/>
              <a:cxnLst/>
              <a:rect l="l" t="t" r="r" b="b"/>
              <a:pathLst>
                <a:path w="381000" h="408939">
                  <a:moveTo>
                    <a:pt x="336676" y="357377"/>
                  </a:moveTo>
                  <a:lnTo>
                    <a:pt x="252349" y="357377"/>
                  </a:lnTo>
                  <a:lnTo>
                    <a:pt x="255650" y="357759"/>
                  </a:lnTo>
                  <a:lnTo>
                    <a:pt x="257937" y="359663"/>
                  </a:lnTo>
                  <a:lnTo>
                    <a:pt x="260985" y="362076"/>
                  </a:lnTo>
                  <a:lnTo>
                    <a:pt x="261899" y="362712"/>
                  </a:lnTo>
                  <a:lnTo>
                    <a:pt x="262508" y="363220"/>
                  </a:lnTo>
                  <a:lnTo>
                    <a:pt x="263398" y="363727"/>
                  </a:lnTo>
                  <a:lnTo>
                    <a:pt x="264668" y="364489"/>
                  </a:lnTo>
                  <a:lnTo>
                    <a:pt x="265556" y="365125"/>
                  </a:lnTo>
                  <a:lnTo>
                    <a:pt x="266446" y="365633"/>
                  </a:lnTo>
                  <a:lnTo>
                    <a:pt x="267462" y="366140"/>
                  </a:lnTo>
                  <a:lnTo>
                    <a:pt x="268350" y="366649"/>
                  </a:lnTo>
                  <a:lnTo>
                    <a:pt x="269367" y="367157"/>
                  </a:lnTo>
                  <a:lnTo>
                    <a:pt x="270510" y="367791"/>
                  </a:lnTo>
                  <a:lnTo>
                    <a:pt x="271525" y="368173"/>
                  </a:lnTo>
                  <a:lnTo>
                    <a:pt x="273176" y="368935"/>
                  </a:lnTo>
                  <a:lnTo>
                    <a:pt x="275717" y="369950"/>
                  </a:lnTo>
                  <a:lnTo>
                    <a:pt x="278511" y="370966"/>
                  </a:lnTo>
                  <a:lnTo>
                    <a:pt x="280416" y="373634"/>
                  </a:lnTo>
                  <a:lnTo>
                    <a:pt x="280416" y="408432"/>
                  </a:lnTo>
                  <a:lnTo>
                    <a:pt x="308610" y="408432"/>
                  </a:lnTo>
                  <a:lnTo>
                    <a:pt x="308610" y="373634"/>
                  </a:lnTo>
                  <a:lnTo>
                    <a:pt x="310515" y="370966"/>
                  </a:lnTo>
                  <a:lnTo>
                    <a:pt x="313308" y="369950"/>
                  </a:lnTo>
                  <a:lnTo>
                    <a:pt x="316244" y="368935"/>
                  </a:lnTo>
                  <a:lnTo>
                    <a:pt x="317996" y="368173"/>
                  </a:lnTo>
                  <a:lnTo>
                    <a:pt x="319658" y="367411"/>
                  </a:lnTo>
                  <a:lnTo>
                    <a:pt x="322579" y="365633"/>
                  </a:lnTo>
                  <a:lnTo>
                    <a:pt x="324103" y="364871"/>
                  </a:lnTo>
                  <a:lnTo>
                    <a:pt x="326462" y="363220"/>
                  </a:lnTo>
                  <a:lnTo>
                    <a:pt x="327278" y="362712"/>
                  </a:lnTo>
                  <a:lnTo>
                    <a:pt x="328549" y="361823"/>
                  </a:lnTo>
                  <a:lnTo>
                    <a:pt x="329819" y="360807"/>
                  </a:lnTo>
                  <a:lnTo>
                    <a:pt x="333501" y="357759"/>
                  </a:lnTo>
                  <a:lnTo>
                    <a:pt x="336676" y="357377"/>
                  </a:lnTo>
                  <a:close/>
                </a:path>
                <a:path w="381000" h="408939">
                  <a:moveTo>
                    <a:pt x="222342" y="258952"/>
                  </a:moveTo>
                  <a:lnTo>
                    <a:pt x="222049" y="258952"/>
                  </a:lnTo>
                  <a:lnTo>
                    <a:pt x="208025" y="283337"/>
                  </a:lnTo>
                  <a:lnTo>
                    <a:pt x="235712" y="299212"/>
                  </a:lnTo>
                  <a:lnTo>
                    <a:pt x="238251" y="300736"/>
                  </a:lnTo>
                  <a:lnTo>
                    <a:pt x="239649" y="303657"/>
                  </a:lnTo>
                  <a:lnTo>
                    <a:pt x="239254" y="305923"/>
                  </a:lnTo>
                  <a:lnTo>
                    <a:pt x="239141" y="306577"/>
                  </a:lnTo>
                  <a:lnTo>
                    <a:pt x="238760" y="308228"/>
                  </a:lnTo>
                  <a:lnTo>
                    <a:pt x="238611" y="309118"/>
                  </a:lnTo>
                  <a:lnTo>
                    <a:pt x="238505" y="309752"/>
                  </a:lnTo>
                  <a:lnTo>
                    <a:pt x="238378" y="311403"/>
                  </a:lnTo>
                  <a:lnTo>
                    <a:pt x="238125" y="313436"/>
                  </a:lnTo>
                  <a:lnTo>
                    <a:pt x="238188" y="316864"/>
                  </a:lnTo>
                  <a:lnTo>
                    <a:pt x="238261" y="320421"/>
                  </a:lnTo>
                  <a:lnTo>
                    <a:pt x="238378" y="322072"/>
                  </a:lnTo>
                  <a:lnTo>
                    <a:pt x="238505" y="323850"/>
                  </a:lnTo>
                  <a:lnTo>
                    <a:pt x="238584" y="324358"/>
                  </a:lnTo>
                  <a:lnTo>
                    <a:pt x="238642" y="324738"/>
                  </a:lnTo>
                  <a:lnTo>
                    <a:pt x="238760" y="325500"/>
                  </a:lnTo>
                  <a:lnTo>
                    <a:pt x="239141" y="327151"/>
                  </a:lnTo>
                  <a:lnTo>
                    <a:pt x="239649" y="330073"/>
                  </a:lnTo>
                  <a:lnTo>
                    <a:pt x="238191" y="333121"/>
                  </a:lnTo>
                  <a:lnTo>
                    <a:pt x="238040" y="333121"/>
                  </a:lnTo>
                  <a:lnTo>
                    <a:pt x="235712" y="334518"/>
                  </a:lnTo>
                  <a:lnTo>
                    <a:pt x="208025" y="350520"/>
                  </a:lnTo>
                  <a:lnTo>
                    <a:pt x="222324" y="374903"/>
                  </a:lnTo>
                  <a:lnTo>
                    <a:pt x="222029" y="374903"/>
                  </a:lnTo>
                  <a:lnTo>
                    <a:pt x="249808" y="358901"/>
                  </a:lnTo>
                  <a:lnTo>
                    <a:pt x="252349" y="357377"/>
                  </a:lnTo>
                  <a:lnTo>
                    <a:pt x="377035" y="357377"/>
                  </a:lnTo>
                  <a:lnTo>
                    <a:pt x="381000" y="350520"/>
                  </a:lnTo>
                  <a:lnTo>
                    <a:pt x="371594" y="345059"/>
                  </a:lnTo>
                  <a:lnTo>
                    <a:pt x="294513" y="345059"/>
                  </a:lnTo>
                  <a:lnTo>
                    <a:pt x="283517" y="342850"/>
                  </a:lnTo>
                  <a:lnTo>
                    <a:pt x="274558" y="336819"/>
                  </a:lnTo>
                  <a:lnTo>
                    <a:pt x="268527" y="327860"/>
                  </a:lnTo>
                  <a:lnTo>
                    <a:pt x="266319" y="316864"/>
                  </a:lnTo>
                  <a:lnTo>
                    <a:pt x="268527" y="305923"/>
                  </a:lnTo>
                  <a:lnTo>
                    <a:pt x="274558" y="296957"/>
                  </a:lnTo>
                  <a:lnTo>
                    <a:pt x="283517" y="290897"/>
                  </a:lnTo>
                  <a:lnTo>
                    <a:pt x="294513" y="288671"/>
                  </a:lnTo>
                  <a:lnTo>
                    <a:pt x="371733" y="288671"/>
                  </a:lnTo>
                  <a:lnTo>
                    <a:pt x="381000" y="283337"/>
                  </a:lnTo>
                  <a:lnTo>
                    <a:pt x="376961" y="276351"/>
                  </a:lnTo>
                  <a:lnTo>
                    <a:pt x="252349" y="276351"/>
                  </a:lnTo>
                  <a:lnTo>
                    <a:pt x="249808" y="274827"/>
                  </a:lnTo>
                  <a:lnTo>
                    <a:pt x="222342" y="258952"/>
                  </a:lnTo>
                  <a:close/>
                </a:path>
                <a:path w="381000" h="408939">
                  <a:moveTo>
                    <a:pt x="377035" y="357377"/>
                  </a:moveTo>
                  <a:lnTo>
                    <a:pt x="336676" y="357377"/>
                  </a:lnTo>
                  <a:lnTo>
                    <a:pt x="339217" y="358901"/>
                  </a:lnTo>
                  <a:lnTo>
                    <a:pt x="366902" y="374903"/>
                  </a:lnTo>
                  <a:lnTo>
                    <a:pt x="377035" y="357377"/>
                  </a:lnTo>
                  <a:close/>
                </a:path>
                <a:path w="381000" h="408939">
                  <a:moveTo>
                    <a:pt x="235457" y="149478"/>
                  </a:moveTo>
                  <a:lnTo>
                    <a:pt x="213614" y="193294"/>
                  </a:lnTo>
                  <a:lnTo>
                    <a:pt x="212277" y="195834"/>
                  </a:lnTo>
                  <a:lnTo>
                    <a:pt x="212142" y="195834"/>
                  </a:lnTo>
                  <a:lnTo>
                    <a:pt x="209930" y="197231"/>
                  </a:lnTo>
                  <a:lnTo>
                    <a:pt x="30861" y="197231"/>
                  </a:lnTo>
                  <a:lnTo>
                    <a:pt x="30861" y="345059"/>
                  </a:lnTo>
                  <a:lnTo>
                    <a:pt x="192150" y="345059"/>
                  </a:lnTo>
                  <a:lnTo>
                    <a:pt x="192658" y="343662"/>
                  </a:lnTo>
                  <a:lnTo>
                    <a:pt x="193675" y="342519"/>
                  </a:lnTo>
                  <a:lnTo>
                    <a:pt x="194945" y="341757"/>
                  </a:lnTo>
                  <a:lnTo>
                    <a:pt x="213715" y="330962"/>
                  </a:lnTo>
                  <a:lnTo>
                    <a:pt x="118745" y="330962"/>
                  </a:lnTo>
                  <a:lnTo>
                    <a:pt x="115643" y="327860"/>
                  </a:lnTo>
                  <a:lnTo>
                    <a:pt x="115570" y="320039"/>
                  </a:lnTo>
                  <a:lnTo>
                    <a:pt x="118745" y="316864"/>
                  </a:lnTo>
                  <a:lnTo>
                    <a:pt x="224408" y="316864"/>
                  </a:lnTo>
                  <a:lnTo>
                    <a:pt x="224408" y="309118"/>
                  </a:lnTo>
                  <a:lnTo>
                    <a:pt x="213496" y="302768"/>
                  </a:lnTo>
                  <a:lnTo>
                    <a:pt x="104648" y="302768"/>
                  </a:lnTo>
                  <a:lnTo>
                    <a:pt x="101473" y="299593"/>
                  </a:lnTo>
                  <a:lnTo>
                    <a:pt x="101473" y="291973"/>
                  </a:lnTo>
                  <a:lnTo>
                    <a:pt x="102421" y="290897"/>
                  </a:lnTo>
                  <a:lnTo>
                    <a:pt x="104648" y="288671"/>
                  </a:lnTo>
                  <a:lnTo>
                    <a:pt x="191146" y="288671"/>
                  </a:lnTo>
                  <a:lnTo>
                    <a:pt x="190373" y="285750"/>
                  </a:lnTo>
                  <a:lnTo>
                    <a:pt x="196829" y="274574"/>
                  </a:lnTo>
                  <a:lnTo>
                    <a:pt x="97536" y="274574"/>
                  </a:lnTo>
                  <a:lnTo>
                    <a:pt x="94361" y="271525"/>
                  </a:lnTo>
                  <a:lnTo>
                    <a:pt x="94361" y="221487"/>
                  </a:lnTo>
                  <a:lnTo>
                    <a:pt x="97536" y="218312"/>
                  </a:lnTo>
                  <a:lnTo>
                    <a:pt x="235457" y="218312"/>
                  </a:lnTo>
                  <a:lnTo>
                    <a:pt x="235457" y="149478"/>
                  </a:lnTo>
                  <a:close/>
                </a:path>
                <a:path w="381000" h="408939">
                  <a:moveTo>
                    <a:pt x="371733" y="288671"/>
                  </a:moveTo>
                  <a:lnTo>
                    <a:pt x="294513" y="288671"/>
                  </a:lnTo>
                  <a:lnTo>
                    <a:pt x="305508" y="290897"/>
                  </a:lnTo>
                  <a:lnTo>
                    <a:pt x="314467" y="296957"/>
                  </a:lnTo>
                  <a:lnTo>
                    <a:pt x="320498" y="305923"/>
                  </a:lnTo>
                  <a:lnTo>
                    <a:pt x="322706" y="316864"/>
                  </a:lnTo>
                  <a:lnTo>
                    <a:pt x="320498" y="327860"/>
                  </a:lnTo>
                  <a:lnTo>
                    <a:pt x="314467" y="336819"/>
                  </a:lnTo>
                  <a:lnTo>
                    <a:pt x="305508" y="342850"/>
                  </a:lnTo>
                  <a:lnTo>
                    <a:pt x="294513" y="345059"/>
                  </a:lnTo>
                  <a:lnTo>
                    <a:pt x="371594" y="345059"/>
                  </a:lnTo>
                  <a:lnTo>
                    <a:pt x="353441" y="334518"/>
                  </a:lnTo>
                  <a:lnTo>
                    <a:pt x="350774" y="333121"/>
                  </a:lnTo>
                  <a:lnTo>
                    <a:pt x="349376" y="330073"/>
                  </a:lnTo>
                  <a:lnTo>
                    <a:pt x="350012" y="327151"/>
                  </a:lnTo>
                  <a:lnTo>
                    <a:pt x="351281" y="320421"/>
                  </a:lnTo>
                  <a:lnTo>
                    <a:pt x="351281" y="313436"/>
                  </a:lnTo>
                  <a:lnTo>
                    <a:pt x="350012" y="306577"/>
                  </a:lnTo>
                  <a:lnTo>
                    <a:pt x="349376" y="303657"/>
                  </a:lnTo>
                  <a:lnTo>
                    <a:pt x="350774" y="300736"/>
                  </a:lnTo>
                  <a:lnTo>
                    <a:pt x="371733" y="288671"/>
                  </a:lnTo>
                  <a:close/>
                </a:path>
                <a:path w="381000" h="408939">
                  <a:moveTo>
                    <a:pt x="224408" y="316864"/>
                  </a:moveTo>
                  <a:lnTo>
                    <a:pt x="154686" y="316864"/>
                  </a:lnTo>
                  <a:lnTo>
                    <a:pt x="157861" y="320039"/>
                  </a:lnTo>
                  <a:lnTo>
                    <a:pt x="157787" y="327860"/>
                  </a:lnTo>
                  <a:lnTo>
                    <a:pt x="154686" y="330962"/>
                  </a:lnTo>
                  <a:lnTo>
                    <a:pt x="213715" y="330962"/>
                  </a:lnTo>
                  <a:lnTo>
                    <a:pt x="224536" y="324738"/>
                  </a:lnTo>
                  <a:lnTo>
                    <a:pt x="224408" y="324358"/>
                  </a:lnTo>
                  <a:lnTo>
                    <a:pt x="224408" y="316864"/>
                  </a:lnTo>
                  <a:close/>
                </a:path>
                <a:path w="381000" h="408939">
                  <a:moveTo>
                    <a:pt x="302260" y="302768"/>
                  </a:moveTo>
                  <a:lnTo>
                    <a:pt x="286766" y="302768"/>
                  </a:lnTo>
                  <a:lnTo>
                    <a:pt x="280416" y="309118"/>
                  </a:lnTo>
                  <a:lnTo>
                    <a:pt x="280543" y="324738"/>
                  </a:lnTo>
                  <a:lnTo>
                    <a:pt x="286766" y="330962"/>
                  </a:lnTo>
                  <a:lnTo>
                    <a:pt x="302260" y="330962"/>
                  </a:lnTo>
                  <a:lnTo>
                    <a:pt x="308483" y="324738"/>
                  </a:lnTo>
                  <a:lnTo>
                    <a:pt x="308610" y="309118"/>
                  </a:lnTo>
                  <a:lnTo>
                    <a:pt x="302260" y="302768"/>
                  </a:lnTo>
                  <a:close/>
                </a:path>
                <a:path w="381000" h="408939">
                  <a:moveTo>
                    <a:pt x="191146" y="288671"/>
                  </a:moveTo>
                  <a:lnTo>
                    <a:pt x="168782" y="288671"/>
                  </a:lnTo>
                  <a:lnTo>
                    <a:pt x="171009" y="290897"/>
                  </a:lnTo>
                  <a:lnTo>
                    <a:pt x="171957" y="291973"/>
                  </a:lnTo>
                  <a:lnTo>
                    <a:pt x="171957" y="299593"/>
                  </a:lnTo>
                  <a:lnTo>
                    <a:pt x="168782" y="302768"/>
                  </a:lnTo>
                  <a:lnTo>
                    <a:pt x="213496" y="302768"/>
                  </a:lnTo>
                  <a:lnTo>
                    <a:pt x="194945" y="291973"/>
                  </a:lnTo>
                  <a:lnTo>
                    <a:pt x="191516" y="290068"/>
                  </a:lnTo>
                  <a:lnTo>
                    <a:pt x="191146" y="288671"/>
                  </a:lnTo>
                  <a:close/>
                </a:path>
                <a:path w="381000" h="408939">
                  <a:moveTo>
                    <a:pt x="308610" y="225298"/>
                  </a:moveTo>
                  <a:lnTo>
                    <a:pt x="280416" y="225298"/>
                  </a:lnTo>
                  <a:lnTo>
                    <a:pt x="280416" y="260223"/>
                  </a:lnTo>
                  <a:lnTo>
                    <a:pt x="278511" y="262889"/>
                  </a:lnTo>
                  <a:lnTo>
                    <a:pt x="266826" y="267970"/>
                  </a:lnTo>
                  <a:lnTo>
                    <a:pt x="265811" y="268477"/>
                  </a:lnTo>
                  <a:lnTo>
                    <a:pt x="263525" y="269875"/>
                  </a:lnTo>
                  <a:lnTo>
                    <a:pt x="262381" y="270637"/>
                  </a:lnTo>
                  <a:lnTo>
                    <a:pt x="260476" y="272161"/>
                  </a:lnTo>
                  <a:lnTo>
                    <a:pt x="259079" y="273050"/>
                  </a:lnTo>
                  <a:lnTo>
                    <a:pt x="255650" y="276098"/>
                  </a:lnTo>
                  <a:lnTo>
                    <a:pt x="252349" y="276351"/>
                  </a:lnTo>
                  <a:lnTo>
                    <a:pt x="336676" y="276351"/>
                  </a:lnTo>
                  <a:lnTo>
                    <a:pt x="333375" y="276098"/>
                  </a:lnTo>
                  <a:lnTo>
                    <a:pt x="331089" y="274065"/>
                  </a:lnTo>
                  <a:lnTo>
                    <a:pt x="325881" y="269621"/>
                  </a:lnTo>
                  <a:lnTo>
                    <a:pt x="319786" y="266191"/>
                  </a:lnTo>
                  <a:lnTo>
                    <a:pt x="313308" y="263778"/>
                  </a:lnTo>
                  <a:lnTo>
                    <a:pt x="310515" y="262889"/>
                  </a:lnTo>
                  <a:lnTo>
                    <a:pt x="308610" y="260223"/>
                  </a:lnTo>
                  <a:lnTo>
                    <a:pt x="308610" y="225298"/>
                  </a:lnTo>
                  <a:close/>
                </a:path>
                <a:path w="381000" h="408939">
                  <a:moveTo>
                    <a:pt x="366902" y="258952"/>
                  </a:moveTo>
                  <a:lnTo>
                    <a:pt x="339217" y="274827"/>
                  </a:lnTo>
                  <a:lnTo>
                    <a:pt x="336676" y="276351"/>
                  </a:lnTo>
                  <a:lnTo>
                    <a:pt x="376961" y="276351"/>
                  </a:lnTo>
                  <a:lnTo>
                    <a:pt x="366902" y="258952"/>
                  </a:lnTo>
                  <a:close/>
                </a:path>
                <a:path w="381000" h="408939">
                  <a:moveTo>
                    <a:pt x="235457" y="218312"/>
                  </a:moveTo>
                  <a:lnTo>
                    <a:pt x="175895" y="218312"/>
                  </a:lnTo>
                  <a:lnTo>
                    <a:pt x="179070" y="221487"/>
                  </a:lnTo>
                  <a:lnTo>
                    <a:pt x="179070" y="271525"/>
                  </a:lnTo>
                  <a:lnTo>
                    <a:pt x="175895" y="274574"/>
                  </a:lnTo>
                  <a:lnTo>
                    <a:pt x="196829" y="274574"/>
                  </a:lnTo>
                  <a:lnTo>
                    <a:pt x="215392" y="242443"/>
                  </a:lnTo>
                  <a:lnTo>
                    <a:pt x="219710" y="241300"/>
                  </a:lnTo>
                  <a:lnTo>
                    <a:pt x="235457" y="241300"/>
                  </a:lnTo>
                  <a:lnTo>
                    <a:pt x="235457" y="218312"/>
                  </a:lnTo>
                  <a:close/>
                </a:path>
                <a:path w="381000" h="408939">
                  <a:moveTo>
                    <a:pt x="164973" y="232410"/>
                  </a:moveTo>
                  <a:lnTo>
                    <a:pt x="108457" y="232410"/>
                  </a:lnTo>
                  <a:lnTo>
                    <a:pt x="108457" y="260603"/>
                  </a:lnTo>
                  <a:lnTo>
                    <a:pt x="164973" y="260603"/>
                  </a:lnTo>
                  <a:lnTo>
                    <a:pt x="164973" y="232410"/>
                  </a:lnTo>
                  <a:close/>
                </a:path>
                <a:path w="381000" h="408939">
                  <a:moveTo>
                    <a:pt x="249554" y="143128"/>
                  </a:moveTo>
                  <a:lnTo>
                    <a:pt x="249554" y="258445"/>
                  </a:lnTo>
                  <a:lnTo>
                    <a:pt x="252729" y="260223"/>
                  </a:lnTo>
                  <a:lnTo>
                    <a:pt x="254253" y="259207"/>
                  </a:lnTo>
                  <a:lnTo>
                    <a:pt x="255650" y="258190"/>
                  </a:lnTo>
                  <a:lnTo>
                    <a:pt x="257048" y="257301"/>
                  </a:lnTo>
                  <a:lnTo>
                    <a:pt x="258572" y="256412"/>
                  </a:lnTo>
                  <a:lnTo>
                    <a:pt x="261112" y="254888"/>
                  </a:lnTo>
                  <a:lnTo>
                    <a:pt x="262508" y="254253"/>
                  </a:lnTo>
                  <a:lnTo>
                    <a:pt x="263905" y="253491"/>
                  </a:lnTo>
                  <a:lnTo>
                    <a:pt x="265302" y="252857"/>
                  </a:lnTo>
                  <a:lnTo>
                    <a:pt x="266319" y="252349"/>
                  </a:lnTo>
                  <a:lnTo>
                    <a:pt x="266319" y="214375"/>
                  </a:lnTo>
                  <a:lnTo>
                    <a:pt x="269367" y="211327"/>
                  </a:lnTo>
                  <a:lnTo>
                    <a:pt x="320040" y="211327"/>
                  </a:lnTo>
                  <a:lnTo>
                    <a:pt x="320040" y="197231"/>
                  </a:lnTo>
                  <a:lnTo>
                    <a:pt x="283464" y="197231"/>
                  </a:lnTo>
                  <a:lnTo>
                    <a:pt x="281177" y="195834"/>
                  </a:lnTo>
                  <a:lnTo>
                    <a:pt x="279907" y="193801"/>
                  </a:lnTo>
                  <a:lnTo>
                    <a:pt x="249554" y="143128"/>
                  </a:lnTo>
                  <a:close/>
                </a:path>
                <a:path w="381000" h="408939">
                  <a:moveTo>
                    <a:pt x="235457" y="241300"/>
                  </a:moveTo>
                  <a:lnTo>
                    <a:pt x="219710" y="241300"/>
                  </a:lnTo>
                  <a:lnTo>
                    <a:pt x="223139" y="243204"/>
                  </a:lnTo>
                  <a:lnTo>
                    <a:pt x="235457" y="250316"/>
                  </a:lnTo>
                  <a:lnTo>
                    <a:pt x="235457" y="241300"/>
                  </a:lnTo>
                  <a:close/>
                </a:path>
                <a:path w="381000" h="408939">
                  <a:moveTo>
                    <a:pt x="320040" y="211327"/>
                  </a:moveTo>
                  <a:lnTo>
                    <a:pt x="317246" y="211327"/>
                  </a:lnTo>
                  <a:lnTo>
                    <a:pt x="318897" y="211836"/>
                  </a:lnTo>
                  <a:lnTo>
                    <a:pt x="320040" y="212978"/>
                  </a:lnTo>
                  <a:lnTo>
                    <a:pt x="320040" y="211327"/>
                  </a:lnTo>
                  <a:close/>
                </a:path>
                <a:path w="381000" h="408939">
                  <a:moveTo>
                    <a:pt x="231140" y="126746"/>
                  </a:moveTo>
                  <a:lnTo>
                    <a:pt x="28194" y="126746"/>
                  </a:lnTo>
                  <a:lnTo>
                    <a:pt x="0" y="183134"/>
                  </a:lnTo>
                  <a:lnTo>
                    <a:pt x="202819" y="183134"/>
                  </a:lnTo>
                  <a:lnTo>
                    <a:pt x="231140" y="126746"/>
                  </a:lnTo>
                  <a:close/>
                </a:path>
                <a:path w="381000" h="408939">
                  <a:moveTo>
                    <a:pt x="323088" y="126746"/>
                  </a:moveTo>
                  <a:lnTo>
                    <a:pt x="256158" y="126746"/>
                  </a:lnTo>
                  <a:lnTo>
                    <a:pt x="289941" y="183134"/>
                  </a:lnTo>
                  <a:lnTo>
                    <a:pt x="356997" y="183134"/>
                  </a:lnTo>
                  <a:lnTo>
                    <a:pt x="323088" y="126746"/>
                  </a:lnTo>
                  <a:close/>
                </a:path>
                <a:path w="381000" h="408939">
                  <a:moveTo>
                    <a:pt x="334137" y="84454"/>
                  </a:moveTo>
                  <a:lnTo>
                    <a:pt x="320040" y="84454"/>
                  </a:lnTo>
                  <a:lnTo>
                    <a:pt x="320040" y="98551"/>
                  </a:lnTo>
                  <a:lnTo>
                    <a:pt x="334137" y="98551"/>
                  </a:lnTo>
                  <a:lnTo>
                    <a:pt x="334137" y="84454"/>
                  </a:lnTo>
                  <a:close/>
                </a:path>
                <a:path w="381000" h="408939">
                  <a:moveTo>
                    <a:pt x="291846" y="70358"/>
                  </a:moveTo>
                  <a:lnTo>
                    <a:pt x="263651" y="70358"/>
                  </a:lnTo>
                  <a:lnTo>
                    <a:pt x="263651" y="112649"/>
                  </a:lnTo>
                  <a:lnTo>
                    <a:pt x="291846" y="112649"/>
                  </a:lnTo>
                  <a:lnTo>
                    <a:pt x="291846" y="70358"/>
                  </a:lnTo>
                  <a:close/>
                </a:path>
                <a:path w="381000" h="408939">
                  <a:moveTo>
                    <a:pt x="122554" y="70358"/>
                  </a:moveTo>
                  <a:lnTo>
                    <a:pt x="66167" y="70358"/>
                  </a:lnTo>
                  <a:lnTo>
                    <a:pt x="66167" y="112649"/>
                  </a:lnTo>
                  <a:lnTo>
                    <a:pt x="249554" y="112649"/>
                  </a:lnTo>
                  <a:lnTo>
                    <a:pt x="249554" y="98551"/>
                  </a:lnTo>
                  <a:lnTo>
                    <a:pt x="125729" y="98551"/>
                  </a:lnTo>
                  <a:lnTo>
                    <a:pt x="122554" y="95376"/>
                  </a:lnTo>
                  <a:lnTo>
                    <a:pt x="122554" y="70358"/>
                  </a:lnTo>
                  <a:close/>
                </a:path>
                <a:path w="381000" h="408939">
                  <a:moveTo>
                    <a:pt x="249554" y="70358"/>
                  </a:moveTo>
                  <a:lnTo>
                    <a:pt x="193167" y="70358"/>
                  </a:lnTo>
                  <a:lnTo>
                    <a:pt x="193167" y="95376"/>
                  </a:lnTo>
                  <a:lnTo>
                    <a:pt x="189992" y="98551"/>
                  </a:lnTo>
                  <a:lnTo>
                    <a:pt x="249554" y="98551"/>
                  </a:lnTo>
                  <a:lnTo>
                    <a:pt x="249554" y="70358"/>
                  </a:lnTo>
                  <a:close/>
                </a:path>
                <a:path w="381000" h="408939">
                  <a:moveTo>
                    <a:pt x="179070" y="70358"/>
                  </a:moveTo>
                  <a:lnTo>
                    <a:pt x="136651" y="70358"/>
                  </a:lnTo>
                  <a:lnTo>
                    <a:pt x="136651" y="84454"/>
                  </a:lnTo>
                  <a:lnTo>
                    <a:pt x="179070" y="84454"/>
                  </a:lnTo>
                  <a:lnTo>
                    <a:pt x="179070" y="70358"/>
                  </a:lnTo>
                  <a:close/>
                </a:path>
                <a:path w="381000" h="408939">
                  <a:moveTo>
                    <a:pt x="334137" y="56387"/>
                  </a:moveTo>
                  <a:lnTo>
                    <a:pt x="320040" y="56387"/>
                  </a:lnTo>
                  <a:lnTo>
                    <a:pt x="320040" y="70358"/>
                  </a:lnTo>
                  <a:lnTo>
                    <a:pt x="334137" y="70358"/>
                  </a:lnTo>
                  <a:lnTo>
                    <a:pt x="334137" y="56387"/>
                  </a:lnTo>
                  <a:close/>
                </a:path>
                <a:path w="381000" h="408939">
                  <a:moveTo>
                    <a:pt x="37973" y="56387"/>
                  </a:moveTo>
                  <a:lnTo>
                    <a:pt x="23875" y="56387"/>
                  </a:lnTo>
                  <a:lnTo>
                    <a:pt x="23875" y="70358"/>
                  </a:lnTo>
                  <a:lnTo>
                    <a:pt x="37973" y="70358"/>
                  </a:lnTo>
                  <a:lnTo>
                    <a:pt x="37973" y="56387"/>
                  </a:lnTo>
                  <a:close/>
                </a:path>
                <a:path w="381000" h="408939">
                  <a:moveTo>
                    <a:pt x="249554" y="14097"/>
                  </a:moveTo>
                  <a:lnTo>
                    <a:pt x="66167" y="14097"/>
                  </a:lnTo>
                  <a:lnTo>
                    <a:pt x="66167" y="56387"/>
                  </a:lnTo>
                  <a:lnTo>
                    <a:pt x="122554" y="56387"/>
                  </a:lnTo>
                  <a:lnTo>
                    <a:pt x="122554" y="31369"/>
                  </a:lnTo>
                  <a:lnTo>
                    <a:pt x="125729" y="28194"/>
                  </a:lnTo>
                  <a:lnTo>
                    <a:pt x="249554" y="28194"/>
                  </a:lnTo>
                  <a:lnTo>
                    <a:pt x="249554" y="14097"/>
                  </a:lnTo>
                  <a:close/>
                </a:path>
                <a:path w="381000" h="408939">
                  <a:moveTo>
                    <a:pt x="179070" y="42290"/>
                  </a:moveTo>
                  <a:lnTo>
                    <a:pt x="136651" y="42290"/>
                  </a:lnTo>
                  <a:lnTo>
                    <a:pt x="136651" y="56387"/>
                  </a:lnTo>
                  <a:lnTo>
                    <a:pt x="179070" y="56387"/>
                  </a:lnTo>
                  <a:lnTo>
                    <a:pt x="179070" y="42290"/>
                  </a:lnTo>
                  <a:close/>
                </a:path>
                <a:path w="381000" h="408939">
                  <a:moveTo>
                    <a:pt x="249554" y="28194"/>
                  </a:moveTo>
                  <a:lnTo>
                    <a:pt x="189992" y="28194"/>
                  </a:lnTo>
                  <a:lnTo>
                    <a:pt x="193167" y="31369"/>
                  </a:lnTo>
                  <a:lnTo>
                    <a:pt x="193167" y="56387"/>
                  </a:lnTo>
                  <a:lnTo>
                    <a:pt x="249554" y="56387"/>
                  </a:lnTo>
                  <a:lnTo>
                    <a:pt x="249554" y="28194"/>
                  </a:lnTo>
                  <a:close/>
                </a:path>
                <a:path w="381000" h="408939">
                  <a:moveTo>
                    <a:pt x="334137" y="28194"/>
                  </a:moveTo>
                  <a:lnTo>
                    <a:pt x="320040" y="28194"/>
                  </a:lnTo>
                  <a:lnTo>
                    <a:pt x="320040" y="42290"/>
                  </a:lnTo>
                  <a:lnTo>
                    <a:pt x="334137" y="42290"/>
                  </a:lnTo>
                  <a:lnTo>
                    <a:pt x="334137" y="28194"/>
                  </a:lnTo>
                  <a:close/>
                </a:path>
                <a:path w="381000" h="408939">
                  <a:moveTo>
                    <a:pt x="37973" y="28194"/>
                  </a:moveTo>
                  <a:lnTo>
                    <a:pt x="23875" y="28194"/>
                  </a:lnTo>
                  <a:lnTo>
                    <a:pt x="23875" y="42290"/>
                  </a:lnTo>
                  <a:lnTo>
                    <a:pt x="37973" y="42290"/>
                  </a:lnTo>
                  <a:lnTo>
                    <a:pt x="37973" y="28194"/>
                  </a:lnTo>
                  <a:close/>
                </a:path>
                <a:path w="381000" h="408939">
                  <a:moveTo>
                    <a:pt x="291846" y="14097"/>
                  </a:moveTo>
                  <a:lnTo>
                    <a:pt x="263651" y="14097"/>
                  </a:lnTo>
                  <a:lnTo>
                    <a:pt x="263651" y="56387"/>
                  </a:lnTo>
                  <a:lnTo>
                    <a:pt x="291846" y="56387"/>
                  </a:lnTo>
                  <a:lnTo>
                    <a:pt x="291846" y="14097"/>
                  </a:lnTo>
                  <a:close/>
                </a:path>
                <a:path w="381000" h="408939">
                  <a:moveTo>
                    <a:pt x="37973" y="0"/>
                  </a:moveTo>
                  <a:lnTo>
                    <a:pt x="23875" y="0"/>
                  </a:lnTo>
                  <a:lnTo>
                    <a:pt x="23875" y="14097"/>
                  </a:lnTo>
                  <a:lnTo>
                    <a:pt x="37973" y="14097"/>
                  </a:lnTo>
                  <a:lnTo>
                    <a:pt x="37973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0286872" y="1135252"/>
            <a:ext cx="792480" cy="803275"/>
            <a:chOff x="10286872" y="1135252"/>
            <a:chExt cx="792480" cy="803275"/>
          </a:xfrm>
        </p:grpSpPr>
        <p:sp>
          <p:nvSpPr>
            <p:cNvPr id="39" name="object 39"/>
            <p:cNvSpPr/>
            <p:nvPr/>
          </p:nvSpPr>
          <p:spPr>
            <a:xfrm>
              <a:off x="10497565" y="1135252"/>
              <a:ext cx="371475" cy="79375"/>
            </a:xfrm>
            <a:custGeom>
              <a:avLst/>
              <a:gdLst/>
              <a:ahLst/>
              <a:cxnLst/>
              <a:rect l="l" t="t" r="r" b="b"/>
              <a:pathLst>
                <a:path w="371475" h="79375">
                  <a:moveTo>
                    <a:pt x="184276" y="0"/>
                  </a:moveTo>
                  <a:lnTo>
                    <a:pt x="138685" y="2272"/>
                  </a:lnTo>
                  <a:lnTo>
                    <a:pt x="94440" y="8937"/>
                  </a:lnTo>
                  <a:lnTo>
                    <a:pt x="51742" y="19770"/>
                  </a:lnTo>
                  <a:lnTo>
                    <a:pt x="10794" y="34544"/>
                  </a:lnTo>
                  <a:lnTo>
                    <a:pt x="0" y="40259"/>
                  </a:lnTo>
                  <a:lnTo>
                    <a:pt x="15875" y="76962"/>
                  </a:lnTo>
                  <a:lnTo>
                    <a:pt x="26415" y="71247"/>
                  </a:lnTo>
                  <a:lnTo>
                    <a:pt x="63672" y="57826"/>
                  </a:lnTo>
                  <a:lnTo>
                    <a:pt x="102536" y="47990"/>
                  </a:lnTo>
                  <a:lnTo>
                    <a:pt x="142805" y="41939"/>
                  </a:lnTo>
                  <a:lnTo>
                    <a:pt x="184276" y="39877"/>
                  </a:lnTo>
                  <a:lnTo>
                    <a:pt x="225728" y="41939"/>
                  </a:lnTo>
                  <a:lnTo>
                    <a:pt x="265953" y="47990"/>
                  </a:lnTo>
                  <a:lnTo>
                    <a:pt x="304774" y="57826"/>
                  </a:lnTo>
                  <a:lnTo>
                    <a:pt x="342010" y="71247"/>
                  </a:lnTo>
                  <a:lnTo>
                    <a:pt x="356997" y="79248"/>
                  </a:lnTo>
                  <a:lnTo>
                    <a:pt x="371093" y="41783"/>
                  </a:lnTo>
                  <a:lnTo>
                    <a:pt x="357758" y="34544"/>
                  </a:lnTo>
                  <a:lnTo>
                    <a:pt x="316793" y="19770"/>
                  </a:lnTo>
                  <a:lnTo>
                    <a:pt x="274065" y="8937"/>
                  </a:lnTo>
                  <a:lnTo>
                    <a:pt x="229814" y="2272"/>
                  </a:lnTo>
                  <a:lnTo>
                    <a:pt x="1842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86872" y="1146301"/>
              <a:ext cx="792226" cy="7920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366501" y="1219961"/>
              <a:ext cx="633730" cy="633730"/>
            </a:xfrm>
            <a:custGeom>
              <a:avLst/>
              <a:gdLst/>
              <a:ahLst/>
              <a:cxnLst/>
              <a:rect l="l" t="t" r="r" b="b"/>
              <a:pathLst>
                <a:path w="633729" h="633730">
                  <a:moveTo>
                    <a:pt x="316865" y="0"/>
                  </a:moveTo>
                  <a:lnTo>
                    <a:pt x="270039" y="3435"/>
                  </a:lnTo>
                  <a:lnTo>
                    <a:pt x="225347" y="13415"/>
                  </a:lnTo>
                  <a:lnTo>
                    <a:pt x="183279" y="29449"/>
                  </a:lnTo>
                  <a:lnTo>
                    <a:pt x="144325" y="51047"/>
                  </a:lnTo>
                  <a:lnTo>
                    <a:pt x="108975" y="77719"/>
                  </a:lnTo>
                  <a:lnTo>
                    <a:pt x="77719" y="108975"/>
                  </a:lnTo>
                  <a:lnTo>
                    <a:pt x="51047" y="144325"/>
                  </a:lnTo>
                  <a:lnTo>
                    <a:pt x="29449" y="183279"/>
                  </a:lnTo>
                  <a:lnTo>
                    <a:pt x="13415" y="225347"/>
                  </a:lnTo>
                  <a:lnTo>
                    <a:pt x="3435" y="270039"/>
                  </a:lnTo>
                  <a:lnTo>
                    <a:pt x="0" y="316864"/>
                  </a:lnTo>
                  <a:lnTo>
                    <a:pt x="3435" y="363690"/>
                  </a:lnTo>
                  <a:lnTo>
                    <a:pt x="13415" y="408382"/>
                  </a:lnTo>
                  <a:lnTo>
                    <a:pt x="29449" y="450450"/>
                  </a:lnTo>
                  <a:lnTo>
                    <a:pt x="51047" y="489404"/>
                  </a:lnTo>
                  <a:lnTo>
                    <a:pt x="77719" y="524754"/>
                  </a:lnTo>
                  <a:lnTo>
                    <a:pt x="108975" y="556010"/>
                  </a:lnTo>
                  <a:lnTo>
                    <a:pt x="144325" y="582682"/>
                  </a:lnTo>
                  <a:lnTo>
                    <a:pt x="183279" y="604280"/>
                  </a:lnTo>
                  <a:lnTo>
                    <a:pt x="225347" y="620314"/>
                  </a:lnTo>
                  <a:lnTo>
                    <a:pt x="270039" y="630294"/>
                  </a:lnTo>
                  <a:lnTo>
                    <a:pt x="316865" y="633729"/>
                  </a:lnTo>
                  <a:lnTo>
                    <a:pt x="363690" y="630294"/>
                  </a:lnTo>
                  <a:lnTo>
                    <a:pt x="408382" y="620314"/>
                  </a:lnTo>
                  <a:lnTo>
                    <a:pt x="450450" y="604280"/>
                  </a:lnTo>
                  <a:lnTo>
                    <a:pt x="489404" y="582682"/>
                  </a:lnTo>
                  <a:lnTo>
                    <a:pt x="524754" y="556010"/>
                  </a:lnTo>
                  <a:lnTo>
                    <a:pt x="556010" y="524754"/>
                  </a:lnTo>
                  <a:lnTo>
                    <a:pt x="582682" y="489404"/>
                  </a:lnTo>
                  <a:lnTo>
                    <a:pt x="604280" y="450450"/>
                  </a:lnTo>
                  <a:lnTo>
                    <a:pt x="620314" y="408382"/>
                  </a:lnTo>
                  <a:lnTo>
                    <a:pt x="630294" y="363690"/>
                  </a:lnTo>
                  <a:lnTo>
                    <a:pt x="633729" y="316864"/>
                  </a:lnTo>
                  <a:lnTo>
                    <a:pt x="630294" y="270039"/>
                  </a:lnTo>
                  <a:lnTo>
                    <a:pt x="620314" y="225347"/>
                  </a:lnTo>
                  <a:lnTo>
                    <a:pt x="604280" y="183279"/>
                  </a:lnTo>
                  <a:lnTo>
                    <a:pt x="582682" y="144325"/>
                  </a:lnTo>
                  <a:lnTo>
                    <a:pt x="556010" y="108975"/>
                  </a:lnTo>
                  <a:lnTo>
                    <a:pt x="524754" y="77719"/>
                  </a:lnTo>
                  <a:lnTo>
                    <a:pt x="489404" y="51047"/>
                  </a:lnTo>
                  <a:lnTo>
                    <a:pt x="450450" y="29449"/>
                  </a:lnTo>
                  <a:lnTo>
                    <a:pt x="408382" y="13415"/>
                  </a:lnTo>
                  <a:lnTo>
                    <a:pt x="363690" y="3435"/>
                  </a:lnTo>
                  <a:lnTo>
                    <a:pt x="3168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42"/>
            <p:cNvSpPr/>
            <p:nvPr/>
          </p:nvSpPr>
          <p:spPr>
            <a:xfrm>
              <a:off x="10536935" y="1348739"/>
              <a:ext cx="292735" cy="376555"/>
            </a:xfrm>
            <a:custGeom>
              <a:avLst/>
              <a:gdLst/>
              <a:ahLst/>
              <a:cxnLst/>
              <a:rect l="l" t="t" r="r" b="b"/>
              <a:pathLst>
                <a:path w="292734" h="376555">
                  <a:moveTo>
                    <a:pt x="289560" y="242188"/>
                  </a:moveTo>
                  <a:lnTo>
                    <a:pt x="217678" y="242188"/>
                  </a:lnTo>
                  <a:lnTo>
                    <a:pt x="214630" y="244856"/>
                  </a:lnTo>
                  <a:lnTo>
                    <a:pt x="214630" y="373761"/>
                  </a:lnTo>
                  <a:lnTo>
                    <a:pt x="217678" y="376427"/>
                  </a:lnTo>
                  <a:lnTo>
                    <a:pt x="289941" y="376427"/>
                  </a:lnTo>
                  <a:lnTo>
                    <a:pt x="292608" y="373380"/>
                  </a:lnTo>
                  <a:lnTo>
                    <a:pt x="292608" y="244856"/>
                  </a:lnTo>
                  <a:lnTo>
                    <a:pt x="289560" y="242188"/>
                  </a:lnTo>
                  <a:close/>
                </a:path>
                <a:path w="292734" h="376555">
                  <a:moveTo>
                    <a:pt x="74930" y="121158"/>
                  </a:moveTo>
                  <a:lnTo>
                    <a:pt x="3048" y="121158"/>
                  </a:lnTo>
                  <a:lnTo>
                    <a:pt x="381" y="123825"/>
                  </a:lnTo>
                  <a:lnTo>
                    <a:pt x="0" y="127254"/>
                  </a:lnTo>
                  <a:lnTo>
                    <a:pt x="0" y="373761"/>
                  </a:lnTo>
                  <a:lnTo>
                    <a:pt x="3048" y="376427"/>
                  </a:lnTo>
                  <a:lnTo>
                    <a:pt x="75311" y="376427"/>
                  </a:lnTo>
                  <a:lnTo>
                    <a:pt x="77978" y="373380"/>
                  </a:lnTo>
                  <a:lnTo>
                    <a:pt x="77978" y="123825"/>
                  </a:lnTo>
                  <a:lnTo>
                    <a:pt x="74930" y="121158"/>
                  </a:lnTo>
                  <a:close/>
                </a:path>
                <a:path w="292734" h="376555">
                  <a:moveTo>
                    <a:pt x="182372" y="185927"/>
                  </a:moveTo>
                  <a:lnTo>
                    <a:pt x="110236" y="185927"/>
                  </a:lnTo>
                  <a:lnTo>
                    <a:pt x="107569" y="188595"/>
                  </a:lnTo>
                  <a:lnTo>
                    <a:pt x="107569" y="373761"/>
                  </a:lnTo>
                  <a:lnTo>
                    <a:pt x="110617" y="376427"/>
                  </a:lnTo>
                  <a:lnTo>
                    <a:pt x="182753" y="376427"/>
                  </a:lnTo>
                  <a:lnTo>
                    <a:pt x="185420" y="373380"/>
                  </a:lnTo>
                  <a:lnTo>
                    <a:pt x="185420" y="188595"/>
                  </a:lnTo>
                  <a:lnTo>
                    <a:pt x="182372" y="185927"/>
                  </a:lnTo>
                  <a:close/>
                </a:path>
                <a:path w="292734" h="376555">
                  <a:moveTo>
                    <a:pt x="182431" y="80645"/>
                  </a:moveTo>
                  <a:lnTo>
                    <a:pt x="152019" y="80645"/>
                  </a:lnTo>
                  <a:lnTo>
                    <a:pt x="253492" y="179705"/>
                  </a:lnTo>
                  <a:lnTo>
                    <a:pt x="226187" y="179705"/>
                  </a:lnTo>
                  <a:lnTo>
                    <a:pt x="226187" y="200913"/>
                  </a:lnTo>
                  <a:lnTo>
                    <a:pt x="289941" y="200913"/>
                  </a:lnTo>
                  <a:lnTo>
                    <a:pt x="289941" y="165100"/>
                  </a:lnTo>
                  <a:lnTo>
                    <a:pt x="268859" y="165100"/>
                  </a:lnTo>
                  <a:lnTo>
                    <a:pt x="182431" y="80645"/>
                  </a:lnTo>
                  <a:close/>
                </a:path>
                <a:path w="292734" h="376555">
                  <a:moveTo>
                    <a:pt x="289941" y="138049"/>
                  </a:moveTo>
                  <a:lnTo>
                    <a:pt x="268859" y="138049"/>
                  </a:lnTo>
                  <a:lnTo>
                    <a:pt x="268859" y="165100"/>
                  </a:lnTo>
                  <a:lnTo>
                    <a:pt x="289941" y="165100"/>
                  </a:lnTo>
                  <a:lnTo>
                    <a:pt x="289941" y="138049"/>
                  </a:lnTo>
                  <a:close/>
                </a:path>
                <a:path w="292734" h="376555">
                  <a:moveTo>
                    <a:pt x="25400" y="0"/>
                  </a:moveTo>
                  <a:lnTo>
                    <a:pt x="10033" y="14605"/>
                  </a:lnTo>
                  <a:lnTo>
                    <a:pt x="109855" y="119887"/>
                  </a:lnTo>
                  <a:lnTo>
                    <a:pt x="142057" y="89915"/>
                  </a:lnTo>
                  <a:lnTo>
                    <a:pt x="110617" y="89915"/>
                  </a:lnTo>
                  <a:lnTo>
                    <a:pt x="25400" y="0"/>
                  </a:lnTo>
                  <a:close/>
                </a:path>
                <a:path w="292734" h="376555">
                  <a:moveTo>
                    <a:pt x="152019" y="50926"/>
                  </a:moveTo>
                  <a:lnTo>
                    <a:pt x="110617" y="89915"/>
                  </a:lnTo>
                  <a:lnTo>
                    <a:pt x="142057" y="89915"/>
                  </a:lnTo>
                  <a:lnTo>
                    <a:pt x="152019" y="80645"/>
                  </a:lnTo>
                  <a:lnTo>
                    <a:pt x="182431" y="80645"/>
                  </a:lnTo>
                  <a:lnTo>
                    <a:pt x="152019" y="5092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Product</a:t>
            </a:r>
            <a:r>
              <a:rPr spc="-50" dirty="0"/>
              <a:t> </a:t>
            </a:r>
            <a:r>
              <a:rPr dirty="0"/>
              <a:t>Market</a:t>
            </a:r>
            <a:r>
              <a:rPr spc="-45" dirty="0"/>
              <a:t> </a:t>
            </a:r>
            <a:r>
              <a:rPr dirty="0"/>
              <a:t>Map</a:t>
            </a:r>
            <a:r>
              <a:rPr spc="-4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dirty="0"/>
              <a:t>Concept</a:t>
            </a:r>
            <a:r>
              <a:rPr spc="-35" dirty="0"/>
              <a:t> </a:t>
            </a:r>
            <a:r>
              <a:rPr spc="-10" dirty="0"/>
              <a:t>Funding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09089" y="1011682"/>
            <a:ext cx="9704070" cy="4810760"/>
            <a:chOff x="1609089" y="1011682"/>
            <a:chExt cx="9704070" cy="4810760"/>
          </a:xfrm>
        </p:grpSpPr>
        <p:sp>
          <p:nvSpPr>
            <p:cNvPr id="4" name="object 4"/>
            <p:cNvSpPr/>
            <p:nvPr/>
          </p:nvSpPr>
          <p:spPr>
            <a:xfrm>
              <a:off x="1665731" y="1018032"/>
              <a:ext cx="9646920" cy="4798060"/>
            </a:xfrm>
            <a:custGeom>
              <a:avLst/>
              <a:gdLst/>
              <a:ahLst/>
              <a:cxnLst/>
              <a:rect l="l" t="t" r="r" b="b"/>
              <a:pathLst>
                <a:path w="9646920" h="4798060">
                  <a:moveTo>
                    <a:pt x="9646920" y="0"/>
                  </a:moveTo>
                  <a:lnTo>
                    <a:pt x="0" y="0"/>
                  </a:lnTo>
                  <a:lnTo>
                    <a:pt x="0" y="4797552"/>
                  </a:lnTo>
                  <a:lnTo>
                    <a:pt x="9646920" y="4797552"/>
                  </a:lnTo>
                  <a:lnTo>
                    <a:pt x="9646920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4636007" y="1018032"/>
              <a:ext cx="3001010" cy="4798060"/>
            </a:xfrm>
            <a:custGeom>
              <a:avLst/>
              <a:gdLst/>
              <a:ahLst/>
              <a:cxnLst/>
              <a:rect l="l" t="t" r="r" b="b"/>
              <a:pathLst>
                <a:path w="3001009" h="4798060">
                  <a:moveTo>
                    <a:pt x="0" y="0"/>
                  </a:moveTo>
                  <a:lnTo>
                    <a:pt x="0" y="4797628"/>
                  </a:lnTo>
                </a:path>
                <a:path w="3001009" h="4798060">
                  <a:moveTo>
                    <a:pt x="3000756" y="0"/>
                  </a:moveTo>
                  <a:lnTo>
                    <a:pt x="3000756" y="479762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615439" y="2385060"/>
              <a:ext cx="9681845" cy="2399030"/>
            </a:xfrm>
            <a:custGeom>
              <a:avLst/>
              <a:gdLst/>
              <a:ahLst/>
              <a:cxnLst/>
              <a:rect l="l" t="t" r="r" b="b"/>
              <a:pathLst>
                <a:path w="9681845" h="2399029">
                  <a:moveTo>
                    <a:pt x="9681591" y="1199388"/>
                  </a:moveTo>
                  <a:lnTo>
                    <a:pt x="0" y="1199388"/>
                  </a:lnTo>
                </a:path>
                <a:path w="9681845" h="2399029">
                  <a:moveTo>
                    <a:pt x="9681591" y="0"/>
                  </a:moveTo>
                  <a:lnTo>
                    <a:pt x="0" y="0"/>
                  </a:lnTo>
                </a:path>
                <a:path w="9681845" h="2399029">
                  <a:moveTo>
                    <a:pt x="9681591" y="2398776"/>
                  </a:moveTo>
                  <a:lnTo>
                    <a:pt x="0" y="2398776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4337304" y="2065020"/>
              <a:ext cx="615950" cy="615950"/>
            </a:xfrm>
            <a:custGeom>
              <a:avLst/>
              <a:gdLst/>
              <a:ahLst/>
              <a:cxnLst/>
              <a:rect l="l" t="t" r="r" b="b"/>
              <a:pathLst>
                <a:path w="615950" h="615950">
                  <a:moveTo>
                    <a:pt x="307848" y="0"/>
                  </a:moveTo>
                  <a:lnTo>
                    <a:pt x="262348" y="3337"/>
                  </a:lnTo>
                  <a:lnTo>
                    <a:pt x="218925" y="13031"/>
                  </a:lnTo>
                  <a:lnTo>
                    <a:pt x="178052" y="28606"/>
                  </a:lnTo>
                  <a:lnTo>
                    <a:pt x="140206" y="49587"/>
                  </a:lnTo>
                  <a:lnTo>
                    <a:pt x="105863" y="75498"/>
                  </a:lnTo>
                  <a:lnTo>
                    <a:pt x="75498" y="105863"/>
                  </a:lnTo>
                  <a:lnTo>
                    <a:pt x="49587" y="140206"/>
                  </a:lnTo>
                  <a:lnTo>
                    <a:pt x="28606" y="178052"/>
                  </a:lnTo>
                  <a:lnTo>
                    <a:pt x="13031" y="218925"/>
                  </a:lnTo>
                  <a:lnTo>
                    <a:pt x="3337" y="262348"/>
                  </a:lnTo>
                  <a:lnTo>
                    <a:pt x="0" y="307847"/>
                  </a:lnTo>
                  <a:lnTo>
                    <a:pt x="3337" y="353347"/>
                  </a:lnTo>
                  <a:lnTo>
                    <a:pt x="13031" y="396770"/>
                  </a:lnTo>
                  <a:lnTo>
                    <a:pt x="28606" y="437643"/>
                  </a:lnTo>
                  <a:lnTo>
                    <a:pt x="49587" y="475489"/>
                  </a:lnTo>
                  <a:lnTo>
                    <a:pt x="75498" y="509832"/>
                  </a:lnTo>
                  <a:lnTo>
                    <a:pt x="105863" y="540197"/>
                  </a:lnTo>
                  <a:lnTo>
                    <a:pt x="140206" y="566108"/>
                  </a:lnTo>
                  <a:lnTo>
                    <a:pt x="178052" y="587089"/>
                  </a:lnTo>
                  <a:lnTo>
                    <a:pt x="218925" y="602664"/>
                  </a:lnTo>
                  <a:lnTo>
                    <a:pt x="262348" y="612358"/>
                  </a:lnTo>
                  <a:lnTo>
                    <a:pt x="307848" y="615695"/>
                  </a:lnTo>
                  <a:lnTo>
                    <a:pt x="353347" y="612358"/>
                  </a:lnTo>
                  <a:lnTo>
                    <a:pt x="396770" y="602664"/>
                  </a:lnTo>
                  <a:lnTo>
                    <a:pt x="437643" y="587089"/>
                  </a:lnTo>
                  <a:lnTo>
                    <a:pt x="475489" y="566108"/>
                  </a:lnTo>
                  <a:lnTo>
                    <a:pt x="509832" y="540197"/>
                  </a:lnTo>
                  <a:lnTo>
                    <a:pt x="540197" y="509832"/>
                  </a:lnTo>
                  <a:lnTo>
                    <a:pt x="566108" y="475489"/>
                  </a:lnTo>
                  <a:lnTo>
                    <a:pt x="587089" y="437643"/>
                  </a:lnTo>
                  <a:lnTo>
                    <a:pt x="602664" y="396770"/>
                  </a:lnTo>
                  <a:lnTo>
                    <a:pt x="612358" y="353347"/>
                  </a:lnTo>
                  <a:lnTo>
                    <a:pt x="615696" y="307847"/>
                  </a:lnTo>
                  <a:lnTo>
                    <a:pt x="612358" y="262348"/>
                  </a:lnTo>
                  <a:lnTo>
                    <a:pt x="602664" y="218925"/>
                  </a:lnTo>
                  <a:lnTo>
                    <a:pt x="587089" y="178052"/>
                  </a:lnTo>
                  <a:lnTo>
                    <a:pt x="566108" y="140206"/>
                  </a:lnTo>
                  <a:lnTo>
                    <a:pt x="540197" y="105863"/>
                  </a:lnTo>
                  <a:lnTo>
                    <a:pt x="509832" y="75498"/>
                  </a:lnTo>
                  <a:lnTo>
                    <a:pt x="475489" y="49587"/>
                  </a:lnTo>
                  <a:lnTo>
                    <a:pt x="437643" y="28606"/>
                  </a:lnTo>
                  <a:lnTo>
                    <a:pt x="396770" y="13031"/>
                  </a:lnTo>
                  <a:lnTo>
                    <a:pt x="353347" y="333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39365" y="1039059"/>
            <a:ext cx="182245" cy="3613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More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365" y="5913517"/>
            <a:ext cx="182245" cy="3454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20" dirty="0">
                <a:latin typeface="Arial"/>
                <a:cs typeface="Arial"/>
              </a:rPr>
              <a:t>Less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0559" y="1478280"/>
            <a:ext cx="713740" cy="4337685"/>
            <a:chOff x="670559" y="1478280"/>
            <a:chExt cx="713740" cy="4337685"/>
          </a:xfrm>
        </p:grpSpPr>
        <p:sp>
          <p:nvSpPr>
            <p:cNvPr id="11" name="object 11"/>
            <p:cNvSpPr/>
            <p:nvPr/>
          </p:nvSpPr>
          <p:spPr>
            <a:xfrm>
              <a:off x="670559" y="1478280"/>
              <a:ext cx="713740" cy="4337685"/>
            </a:xfrm>
            <a:custGeom>
              <a:avLst/>
              <a:gdLst/>
              <a:ahLst/>
              <a:cxnLst/>
              <a:rect l="l" t="t" r="r" b="b"/>
              <a:pathLst>
                <a:path w="713740" h="4337685">
                  <a:moveTo>
                    <a:pt x="356616" y="0"/>
                  </a:moveTo>
                  <a:lnTo>
                    <a:pt x="0" y="356616"/>
                  </a:lnTo>
                  <a:lnTo>
                    <a:pt x="152514" y="356616"/>
                  </a:lnTo>
                  <a:lnTo>
                    <a:pt x="152514" y="4337304"/>
                  </a:lnTo>
                  <a:lnTo>
                    <a:pt x="560717" y="4337304"/>
                  </a:lnTo>
                  <a:lnTo>
                    <a:pt x="560717" y="356616"/>
                  </a:lnTo>
                  <a:lnTo>
                    <a:pt x="713232" y="356616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2583" y="2589276"/>
              <a:ext cx="401561" cy="209626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03703" y="2707252"/>
            <a:ext cx="244475" cy="1881505"/>
          </a:xfrm>
          <a:prstGeom prst="rect">
            <a:avLst/>
          </a:prstGeom>
        </p:spPr>
        <p:txBody>
          <a:bodyPr vert="vert270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Market</a:t>
            </a:r>
            <a:r>
              <a:rPr sz="1400" b="1" spc="-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attractiveness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665732" y="6007608"/>
            <a:ext cx="9062085" cy="586740"/>
            <a:chOff x="1665732" y="6007608"/>
            <a:chExt cx="9062085" cy="586740"/>
          </a:xfrm>
        </p:grpSpPr>
        <p:sp>
          <p:nvSpPr>
            <p:cNvPr id="15" name="object 15"/>
            <p:cNvSpPr/>
            <p:nvPr/>
          </p:nvSpPr>
          <p:spPr>
            <a:xfrm>
              <a:off x="1665732" y="6007608"/>
              <a:ext cx="9062085" cy="586740"/>
            </a:xfrm>
            <a:custGeom>
              <a:avLst/>
              <a:gdLst/>
              <a:ahLst/>
              <a:cxnLst/>
              <a:rect l="l" t="t" r="r" b="b"/>
              <a:pathLst>
                <a:path w="9062085" h="586740">
                  <a:moveTo>
                    <a:pt x="8768334" y="0"/>
                  </a:moveTo>
                  <a:lnTo>
                    <a:pt x="8768334" y="123824"/>
                  </a:lnTo>
                  <a:lnTo>
                    <a:pt x="0" y="123824"/>
                  </a:lnTo>
                  <a:lnTo>
                    <a:pt x="0" y="462914"/>
                  </a:lnTo>
                  <a:lnTo>
                    <a:pt x="8768334" y="462914"/>
                  </a:lnTo>
                  <a:lnTo>
                    <a:pt x="8768334" y="586739"/>
                  </a:lnTo>
                  <a:lnTo>
                    <a:pt x="9061704" y="293369"/>
                  </a:lnTo>
                  <a:lnTo>
                    <a:pt x="8768334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596" y="6137148"/>
              <a:ext cx="2050542" cy="40156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9926" y="6180226"/>
            <a:ext cx="18370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entury Gothic"/>
                <a:cs typeface="Century Gothic"/>
              </a:rPr>
              <a:t>Competitive</a:t>
            </a:r>
            <a:r>
              <a:rPr sz="1400" b="1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Strength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83010" y="6201562"/>
            <a:ext cx="3613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More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3335" y="6201562"/>
            <a:ext cx="3441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Arial"/>
                <a:cs typeface="Arial"/>
              </a:rPr>
              <a:t>Less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7102" y="2421763"/>
            <a:ext cx="2158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Need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calculate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whether </a:t>
            </a:r>
            <a:r>
              <a:rPr sz="1100" b="1" dirty="0">
                <a:latin typeface="Arial"/>
                <a:cs typeface="Arial"/>
              </a:rPr>
              <a:t>benefits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attractive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market </a:t>
            </a:r>
            <a:r>
              <a:rPr sz="1100" b="1" dirty="0">
                <a:latin typeface="Arial"/>
                <a:cs typeface="Arial"/>
              </a:rPr>
              <a:t>outweigh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cost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0" dirty="0">
                <a:latin typeface="Arial"/>
                <a:cs typeface="Arial"/>
              </a:rPr>
              <a:t> investment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increase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competitiveness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15783" y="3331464"/>
            <a:ext cx="509270" cy="508000"/>
          </a:xfrm>
          <a:custGeom>
            <a:avLst/>
            <a:gdLst/>
            <a:ahLst/>
            <a:cxnLst/>
            <a:rect l="l" t="t" r="r" b="b"/>
            <a:pathLst>
              <a:path w="509270" h="508000">
                <a:moveTo>
                  <a:pt x="254508" y="0"/>
                </a:moveTo>
                <a:lnTo>
                  <a:pt x="208752" y="4090"/>
                </a:lnTo>
                <a:lnTo>
                  <a:pt x="165690" y="15881"/>
                </a:lnTo>
                <a:lnTo>
                  <a:pt x="126040" y="34656"/>
                </a:lnTo>
                <a:lnTo>
                  <a:pt x="90520" y="59697"/>
                </a:lnTo>
                <a:lnTo>
                  <a:pt x="59847" y="90284"/>
                </a:lnTo>
                <a:lnTo>
                  <a:pt x="34741" y="125701"/>
                </a:lnTo>
                <a:lnTo>
                  <a:pt x="15919" y="165229"/>
                </a:lnTo>
                <a:lnTo>
                  <a:pt x="4099" y="208150"/>
                </a:lnTo>
                <a:lnTo>
                  <a:pt x="0" y="253746"/>
                </a:lnTo>
                <a:lnTo>
                  <a:pt x="4099" y="299341"/>
                </a:lnTo>
                <a:lnTo>
                  <a:pt x="15919" y="342262"/>
                </a:lnTo>
                <a:lnTo>
                  <a:pt x="34741" y="381790"/>
                </a:lnTo>
                <a:lnTo>
                  <a:pt x="59847" y="417207"/>
                </a:lnTo>
                <a:lnTo>
                  <a:pt x="90520" y="447794"/>
                </a:lnTo>
                <a:lnTo>
                  <a:pt x="126040" y="472835"/>
                </a:lnTo>
                <a:lnTo>
                  <a:pt x="165690" y="491610"/>
                </a:lnTo>
                <a:lnTo>
                  <a:pt x="208752" y="503401"/>
                </a:lnTo>
                <a:lnTo>
                  <a:pt x="254508" y="507492"/>
                </a:lnTo>
                <a:lnTo>
                  <a:pt x="300263" y="503401"/>
                </a:lnTo>
                <a:lnTo>
                  <a:pt x="343325" y="491610"/>
                </a:lnTo>
                <a:lnTo>
                  <a:pt x="382975" y="472835"/>
                </a:lnTo>
                <a:lnTo>
                  <a:pt x="418495" y="447794"/>
                </a:lnTo>
                <a:lnTo>
                  <a:pt x="449168" y="417207"/>
                </a:lnTo>
                <a:lnTo>
                  <a:pt x="474274" y="381790"/>
                </a:lnTo>
                <a:lnTo>
                  <a:pt x="493096" y="342262"/>
                </a:lnTo>
                <a:lnTo>
                  <a:pt x="504916" y="299341"/>
                </a:lnTo>
                <a:lnTo>
                  <a:pt x="509016" y="253746"/>
                </a:lnTo>
                <a:lnTo>
                  <a:pt x="504916" y="208150"/>
                </a:lnTo>
                <a:lnTo>
                  <a:pt x="493096" y="165229"/>
                </a:lnTo>
                <a:lnTo>
                  <a:pt x="474274" y="125701"/>
                </a:lnTo>
                <a:lnTo>
                  <a:pt x="449168" y="90284"/>
                </a:lnTo>
                <a:lnTo>
                  <a:pt x="418495" y="59697"/>
                </a:lnTo>
                <a:lnTo>
                  <a:pt x="382975" y="34656"/>
                </a:lnTo>
                <a:lnTo>
                  <a:pt x="343325" y="15881"/>
                </a:lnTo>
                <a:lnTo>
                  <a:pt x="300263" y="4090"/>
                </a:lnTo>
                <a:lnTo>
                  <a:pt x="254508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7937118" y="3681476"/>
            <a:ext cx="11417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Best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fit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 </a:t>
            </a:r>
            <a:r>
              <a:rPr sz="1100" b="1" dirty="0">
                <a:latin typeface="Arial"/>
                <a:cs typeface="Arial"/>
              </a:rPr>
              <a:t>line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0" dirty="0">
                <a:latin typeface="Arial"/>
                <a:cs typeface="Arial"/>
              </a:rPr>
              <a:t> client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50007" y="4411979"/>
            <a:ext cx="745490" cy="745490"/>
          </a:xfrm>
          <a:custGeom>
            <a:avLst/>
            <a:gdLst/>
            <a:ahLst/>
            <a:cxnLst/>
            <a:rect l="l" t="t" r="r" b="b"/>
            <a:pathLst>
              <a:path w="745489" h="745489">
                <a:moveTo>
                  <a:pt x="372618" y="0"/>
                </a:moveTo>
                <a:lnTo>
                  <a:pt x="325887" y="2904"/>
                </a:lnTo>
                <a:lnTo>
                  <a:pt x="280886" y="11383"/>
                </a:lnTo>
                <a:lnTo>
                  <a:pt x="237964" y="25087"/>
                </a:lnTo>
                <a:lnTo>
                  <a:pt x="197471" y="43668"/>
                </a:lnTo>
                <a:lnTo>
                  <a:pt x="159755" y="66774"/>
                </a:lnTo>
                <a:lnTo>
                  <a:pt x="125168" y="94057"/>
                </a:lnTo>
                <a:lnTo>
                  <a:pt x="94057" y="125168"/>
                </a:lnTo>
                <a:lnTo>
                  <a:pt x="66774" y="159755"/>
                </a:lnTo>
                <a:lnTo>
                  <a:pt x="43668" y="197471"/>
                </a:lnTo>
                <a:lnTo>
                  <a:pt x="25087" y="237964"/>
                </a:lnTo>
                <a:lnTo>
                  <a:pt x="11383" y="280886"/>
                </a:lnTo>
                <a:lnTo>
                  <a:pt x="2904" y="325887"/>
                </a:lnTo>
                <a:lnTo>
                  <a:pt x="0" y="372618"/>
                </a:lnTo>
                <a:lnTo>
                  <a:pt x="2904" y="419348"/>
                </a:lnTo>
                <a:lnTo>
                  <a:pt x="11383" y="464349"/>
                </a:lnTo>
                <a:lnTo>
                  <a:pt x="25087" y="507271"/>
                </a:lnTo>
                <a:lnTo>
                  <a:pt x="43668" y="547764"/>
                </a:lnTo>
                <a:lnTo>
                  <a:pt x="66774" y="585480"/>
                </a:lnTo>
                <a:lnTo>
                  <a:pt x="94057" y="620067"/>
                </a:lnTo>
                <a:lnTo>
                  <a:pt x="125168" y="651178"/>
                </a:lnTo>
                <a:lnTo>
                  <a:pt x="159755" y="678461"/>
                </a:lnTo>
                <a:lnTo>
                  <a:pt x="197471" y="701567"/>
                </a:lnTo>
                <a:lnTo>
                  <a:pt x="237964" y="720148"/>
                </a:lnTo>
                <a:lnTo>
                  <a:pt x="280886" y="733852"/>
                </a:lnTo>
                <a:lnTo>
                  <a:pt x="325887" y="742331"/>
                </a:lnTo>
                <a:lnTo>
                  <a:pt x="372618" y="745236"/>
                </a:lnTo>
                <a:lnTo>
                  <a:pt x="419348" y="742331"/>
                </a:lnTo>
                <a:lnTo>
                  <a:pt x="464349" y="733852"/>
                </a:lnTo>
                <a:lnTo>
                  <a:pt x="507271" y="720148"/>
                </a:lnTo>
                <a:lnTo>
                  <a:pt x="547764" y="701567"/>
                </a:lnTo>
                <a:lnTo>
                  <a:pt x="585480" y="678461"/>
                </a:lnTo>
                <a:lnTo>
                  <a:pt x="620067" y="651178"/>
                </a:lnTo>
                <a:lnTo>
                  <a:pt x="651178" y="620067"/>
                </a:lnTo>
                <a:lnTo>
                  <a:pt x="678461" y="585480"/>
                </a:lnTo>
                <a:lnTo>
                  <a:pt x="701567" y="547764"/>
                </a:lnTo>
                <a:lnTo>
                  <a:pt x="720148" y="507271"/>
                </a:lnTo>
                <a:lnTo>
                  <a:pt x="733852" y="464349"/>
                </a:lnTo>
                <a:lnTo>
                  <a:pt x="742331" y="419348"/>
                </a:lnTo>
                <a:lnTo>
                  <a:pt x="745236" y="372618"/>
                </a:lnTo>
                <a:lnTo>
                  <a:pt x="742331" y="325887"/>
                </a:lnTo>
                <a:lnTo>
                  <a:pt x="733852" y="280886"/>
                </a:lnTo>
                <a:lnTo>
                  <a:pt x="720148" y="237964"/>
                </a:lnTo>
                <a:lnTo>
                  <a:pt x="701567" y="197471"/>
                </a:lnTo>
                <a:lnTo>
                  <a:pt x="678461" y="159755"/>
                </a:lnTo>
                <a:lnTo>
                  <a:pt x="651178" y="125168"/>
                </a:lnTo>
                <a:lnTo>
                  <a:pt x="620067" y="94057"/>
                </a:lnTo>
                <a:lnTo>
                  <a:pt x="585480" y="66774"/>
                </a:lnTo>
                <a:lnTo>
                  <a:pt x="547764" y="43668"/>
                </a:lnTo>
                <a:lnTo>
                  <a:pt x="507271" y="25087"/>
                </a:lnTo>
                <a:lnTo>
                  <a:pt x="464349" y="11383"/>
                </a:lnTo>
                <a:lnTo>
                  <a:pt x="419348" y="2904"/>
                </a:lnTo>
                <a:lnTo>
                  <a:pt x="372618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11526" y="5156961"/>
            <a:ext cx="14916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Client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all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advised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to </a:t>
            </a:r>
            <a:r>
              <a:rPr sz="1100" b="1" dirty="0">
                <a:latin typeface="Arial"/>
                <a:cs typeface="Arial"/>
              </a:rPr>
              <a:t>enter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this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line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75" dirty="0"/>
              <a:t> </a:t>
            </a:r>
            <a:r>
              <a:rPr dirty="0"/>
              <a:t>Benefits</a:t>
            </a:r>
            <a:r>
              <a:rPr spc="-7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10" dirty="0"/>
              <a:t>Investors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6531" y="1988820"/>
            <a:ext cx="3517391" cy="45003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54895" y="0"/>
            <a:ext cx="741045" cy="1111250"/>
          </a:xfrm>
          <a:custGeom>
            <a:avLst/>
            <a:gdLst/>
            <a:ahLst/>
            <a:cxnLst/>
            <a:rect l="l" t="t" r="r" b="b"/>
            <a:pathLst>
              <a:path w="741045" h="1111250">
                <a:moveTo>
                  <a:pt x="740664" y="0"/>
                </a:moveTo>
                <a:lnTo>
                  <a:pt x="0" y="0"/>
                </a:lnTo>
                <a:lnTo>
                  <a:pt x="0" y="1110996"/>
                </a:lnTo>
                <a:lnTo>
                  <a:pt x="740664" y="1110996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9454895" y="6597395"/>
            <a:ext cx="741045" cy="260985"/>
          </a:xfrm>
          <a:custGeom>
            <a:avLst/>
            <a:gdLst/>
            <a:ahLst/>
            <a:cxnLst/>
            <a:rect l="l" t="t" r="r" b="b"/>
            <a:pathLst>
              <a:path w="741045" h="260984">
                <a:moveTo>
                  <a:pt x="740664" y="0"/>
                </a:moveTo>
                <a:lnTo>
                  <a:pt x="0" y="0"/>
                </a:lnTo>
                <a:lnTo>
                  <a:pt x="0" y="260603"/>
                </a:lnTo>
                <a:lnTo>
                  <a:pt x="740664" y="260603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8491473" y="1218641"/>
            <a:ext cx="267081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entury Gothic"/>
                <a:cs typeface="Century Gothic"/>
              </a:rPr>
              <a:t>Key</a:t>
            </a:r>
            <a:r>
              <a:rPr sz="2000" b="1" spc="-55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Categories</a:t>
            </a:r>
            <a:r>
              <a:rPr sz="2000" b="1" spc="-50" dirty="0">
                <a:latin typeface="Century Gothic"/>
                <a:cs typeface="Century Gothic"/>
              </a:rPr>
              <a:t> </a:t>
            </a:r>
            <a:r>
              <a:rPr sz="2000" b="1" dirty="0">
                <a:latin typeface="Century Gothic"/>
                <a:cs typeface="Century Gothic"/>
              </a:rPr>
              <a:t>in</a:t>
            </a:r>
            <a:r>
              <a:rPr sz="2000" b="1" spc="-20" dirty="0">
                <a:latin typeface="Century Gothic"/>
                <a:cs typeface="Century Gothic"/>
              </a:rPr>
              <a:t> this</a:t>
            </a:r>
            <a:endParaRPr sz="2000" dirty="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entury Gothic"/>
                <a:cs typeface="Century Gothic"/>
              </a:rPr>
              <a:t>Segment</a:t>
            </a:r>
            <a:r>
              <a:rPr sz="2000" b="1" spc="-45" dirty="0">
                <a:latin typeface="Century Gothic"/>
                <a:cs typeface="Century Gothic"/>
              </a:rPr>
              <a:t> </a:t>
            </a:r>
            <a:r>
              <a:rPr sz="2000" b="1" spc="-25" dirty="0">
                <a:latin typeface="Century Gothic"/>
                <a:cs typeface="Century Gothic"/>
              </a:rPr>
              <a:t>are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9205" y="1859921"/>
            <a:ext cx="4825365" cy="44265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 b="1" dirty="0">
                <a:latin typeface="Century Gothic"/>
                <a:cs typeface="Century Gothic"/>
              </a:rPr>
              <a:t>Product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Development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65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Process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Description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Manufacturing</a:t>
            </a:r>
            <a:r>
              <a:rPr sz="1400" b="1" spc="-4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and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distribution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65"/>
              </a:spcBef>
              <a:buChar char="•"/>
              <a:tabLst>
                <a:tab pos="194945" algn="l"/>
              </a:tabLst>
            </a:pP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Distribution</a:t>
            </a:r>
            <a:r>
              <a:rPr sz="1200" spc="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channels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5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Century Gothic"/>
                <a:cs typeface="Century Gothic"/>
              </a:rPr>
              <a:t>Partnerships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65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Mentioning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secured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partnerships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various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established</a:t>
            </a:r>
            <a:r>
              <a:rPr sz="1200" spc="-7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brands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Early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Customers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and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Revenue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95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Existing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customer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description</a:t>
            </a:r>
            <a:endParaRPr sz="1200" dirty="0">
              <a:latin typeface="Arial"/>
              <a:cs typeface="Arial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Revenue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generation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Intellectual</a:t>
            </a:r>
            <a:r>
              <a:rPr sz="1400" b="1" spc="-7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Property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65"/>
              </a:spcBef>
              <a:buChar char="•"/>
              <a:tabLst>
                <a:tab pos="194945" algn="l"/>
              </a:tabLst>
            </a:pP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Technology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patents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Clr>
                <a:srgbClr val="2C2C2C"/>
              </a:buClr>
              <a:buFont typeface="Arial"/>
              <a:buChar char="•"/>
            </a:pP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Century Gothic"/>
                <a:cs typeface="Century Gothic"/>
              </a:rPr>
              <a:t>Press</a:t>
            </a:r>
            <a:r>
              <a:rPr sz="1400" b="1" spc="-4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Mentions</a:t>
            </a:r>
            <a:endParaRPr sz="1400" dirty="0">
              <a:latin typeface="Century Gothic"/>
              <a:cs typeface="Century Gothic"/>
            </a:endParaRPr>
          </a:p>
          <a:p>
            <a:pPr marL="194945" indent="-182245">
              <a:lnSpc>
                <a:spcPct val="100000"/>
              </a:lnSpc>
              <a:spcBef>
                <a:spcPts val="360"/>
              </a:spcBef>
              <a:buChar char="•"/>
              <a:tabLst>
                <a:tab pos="194945" algn="l"/>
              </a:tabLst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Featuring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on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various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media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outlets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40891" y="1834921"/>
            <a:ext cx="629920" cy="629920"/>
            <a:chOff x="1040891" y="1834921"/>
            <a:chExt cx="629920" cy="629920"/>
          </a:xfrm>
        </p:grpSpPr>
        <p:sp>
          <p:nvSpPr>
            <p:cNvPr id="9" name="object 9"/>
            <p:cNvSpPr/>
            <p:nvPr/>
          </p:nvSpPr>
          <p:spPr>
            <a:xfrm>
              <a:off x="1213726" y="1839086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30">
                  <a:moveTo>
                    <a:pt x="143268" y="0"/>
                  </a:moveTo>
                  <a:lnTo>
                    <a:pt x="73410" y="6984"/>
                  </a:lnTo>
                  <a:lnTo>
                    <a:pt x="8343" y="26924"/>
                  </a:lnTo>
                  <a:lnTo>
                    <a:pt x="0" y="31368"/>
                  </a:lnTo>
                  <a:lnTo>
                    <a:pt x="12331" y="59816"/>
                  </a:lnTo>
                  <a:lnTo>
                    <a:pt x="20573" y="55499"/>
                  </a:lnTo>
                  <a:lnTo>
                    <a:pt x="49555" y="45025"/>
                  </a:lnTo>
                  <a:lnTo>
                    <a:pt x="79782" y="37337"/>
                  </a:lnTo>
                  <a:lnTo>
                    <a:pt x="111079" y="32603"/>
                  </a:lnTo>
                  <a:lnTo>
                    <a:pt x="143268" y="30987"/>
                  </a:lnTo>
                  <a:lnTo>
                    <a:pt x="175530" y="32603"/>
                  </a:lnTo>
                  <a:lnTo>
                    <a:pt x="206863" y="37337"/>
                  </a:lnTo>
                  <a:lnTo>
                    <a:pt x="237101" y="45025"/>
                  </a:lnTo>
                  <a:lnTo>
                    <a:pt x="266077" y="55499"/>
                  </a:lnTo>
                  <a:lnTo>
                    <a:pt x="277761" y="61722"/>
                  </a:lnTo>
                  <a:lnTo>
                    <a:pt x="288683" y="32512"/>
                  </a:lnTo>
                  <a:lnTo>
                    <a:pt x="278269" y="26924"/>
                  </a:lnTo>
                  <a:lnTo>
                    <a:pt x="246388" y="15430"/>
                  </a:lnTo>
                  <a:lnTo>
                    <a:pt x="213150" y="6985"/>
                  </a:lnTo>
                  <a:lnTo>
                    <a:pt x="178721" y="1777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891" y="1834921"/>
              <a:ext cx="629386" cy="62938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1796" y="1904999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4">
                  <a:moveTo>
                    <a:pt x="246468" y="0"/>
                  </a:moveTo>
                  <a:lnTo>
                    <a:pt x="196797" y="5008"/>
                  </a:lnTo>
                  <a:lnTo>
                    <a:pt x="150533" y="19371"/>
                  </a:lnTo>
                  <a:lnTo>
                    <a:pt x="108666" y="42099"/>
                  </a:lnTo>
                  <a:lnTo>
                    <a:pt x="72189" y="72199"/>
                  </a:lnTo>
                  <a:lnTo>
                    <a:pt x="42093" y="108681"/>
                  </a:lnTo>
                  <a:lnTo>
                    <a:pt x="19369" y="150554"/>
                  </a:lnTo>
                  <a:lnTo>
                    <a:pt x="5007" y="196826"/>
                  </a:lnTo>
                  <a:lnTo>
                    <a:pt x="0" y="246507"/>
                  </a:lnTo>
                  <a:lnTo>
                    <a:pt x="5007" y="296187"/>
                  </a:lnTo>
                  <a:lnTo>
                    <a:pt x="19369" y="342459"/>
                  </a:lnTo>
                  <a:lnTo>
                    <a:pt x="42093" y="384332"/>
                  </a:lnTo>
                  <a:lnTo>
                    <a:pt x="72189" y="420814"/>
                  </a:lnTo>
                  <a:lnTo>
                    <a:pt x="108666" y="450914"/>
                  </a:lnTo>
                  <a:lnTo>
                    <a:pt x="150533" y="473642"/>
                  </a:lnTo>
                  <a:lnTo>
                    <a:pt x="196797" y="488005"/>
                  </a:lnTo>
                  <a:lnTo>
                    <a:pt x="246468" y="493013"/>
                  </a:lnTo>
                  <a:lnTo>
                    <a:pt x="296149" y="488005"/>
                  </a:lnTo>
                  <a:lnTo>
                    <a:pt x="342421" y="473642"/>
                  </a:lnTo>
                  <a:lnTo>
                    <a:pt x="384294" y="450914"/>
                  </a:lnTo>
                  <a:lnTo>
                    <a:pt x="420776" y="420814"/>
                  </a:lnTo>
                  <a:lnTo>
                    <a:pt x="450876" y="384332"/>
                  </a:lnTo>
                  <a:lnTo>
                    <a:pt x="473604" y="342459"/>
                  </a:lnTo>
                  <a:lnTo>
                    <a:pt x="487967" y="296187"/>
                  </a:lnTo>
                  <a:lnTo>
                    <a:pt x="492975" y="246507"/>
                  </a:lnTo>
                  <a:lnTo>
                    <a:pt x="487967" y="196826"/>
                  </a:lnTo>
                  <a:lnTo>
                    <a:pt x="473604" y="150554"/>
                  </a:lnTo>
                  <a:lnTo>
                    <a:pt x="450876" y="108681"/>
                  </a:lnTo>
                  <a:lnTo>
                    <a:pt x="420776" y="72199"/>
                  </a:lnTo>
                  <a:lnTo>
                    <a:pt x="384294" y="42099"/>
                  </a:lnTo>
                  <a:lnTo>
                    <a:pt x="342421" y="19371"/>
                  </a:lnTo>
                  <a:lnTo>
                    <a:pt x="296149" y="5008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94815" y="1987295"/>
              <a:ext cx="326390" cy="327660"/>
            </a:xfrm>
            <a:custGeom>
              <a:avLst/>
              <a:gdLst/>
              <a:ahLst/>
              <a:cxnLst/>
              <a:rect l="l" t="t" r="r" b="b"/>
              <a:pathLst>
                <a:path w="326390" h="327660">
                  <a:moveTo>
                    <a:pt x="177800" y="233044"/>
                  </a:moveTo>
                  <a:lnTo>
                    <a:pt x="144780" y="281558"/>
                  </a:lnTo>
                  <a:lnTo>
                    <a:pt x="197993" y="327659"/>
                  </a:lnTo>
                  <a:lnTo>
                    <a:pt x="194183" y="309499"/>
                  </a:lnTo>
                  <a:lnTo>
                    <a:pt x="234035" y="294598"/>
                  </a:lnTo>
                  <a:lnTo>
                    <a:pt x="267541" y="269446"/>
                  </a:lnTo>
                  <a:lnTo>
                    <a:pt x="281281" y="251205"/>
                  </a:lnTo>
                  <a:lnTo>
                    <a:pt x="181737" y="251205"/>
                  </a:lnTo>
                  <a:lnTo>
                    <a:pt x="177800" y="233044"/>
                  </a:lnTo>
                  <a:close/>
                </a:path>
                <a:path w="326390" h="327660">
                  <a:moveTo>
                    <a:pt x="249936" y="183133"/>
                  </a:moveTo>
                  <a:lnTo>
                    <a:pt x="240887" y="207111"/>
                  </a:lnTo>
                  <a:lnTo>
                    <a:pt x="225742" y="227218"/>
                  </a:lnTo>
                  <a:lnTo>
                    <a:pt x="205644" y="242302"/>
                  </a:lnTo>
                  <a:lnTo>
                    <a:pt x="181737" y="251205"/>
                  </a:lnTo>
                  <a:lnTo>
                    <a:pt x="281281" y="251205"/>
                  </a:lnTo>
                  <a:lnTo>
                    <a:pt x="292784" y="235936"/>
                  </a:lnTo>
                  <a:lnTo>
                    <a:pt x="307847" y="195961"/>
                  </a:lnTo>
                  <a:lnTo>
                    <a:pt x="249936" y="183133"/>
                  </a:lnTo>
                  <a:close/>
                </a:path>
                <a:path w="326390" h="327660">
                  <a:moveTo>
                    <a:pt x="80711" y="195071"/>
                  </a:moveTo>
                  <a:lnTo>
                    <a:pt x="18097" y="195071"/>
                  </a:lnTo>
                  <a:lnTo>
                    <a:pt x="32899" y="235164"/>
                  </a:lnTo>
                  <a:lnTo>
                    <a:pt x="57926" y="268827"/>
                  </a:lnTo>
                  <a:lnTo>
                    <a:pt x="91279" y="294155"/>
                  </a:lnTo>
                  <a:lnTo>
                    <a:pt x="131064" y="309244"/>
                  </a:lnTo>
                  <a:lnTo>
                    <a:pt x="143890" y="251078"/>
                  </a:lnTo>
                  <a:lnTo>
                    <a:pt x="120007" y="242006"/>
                  </a:lnTo>
                  <a:lnTo>
                    <a:pt x="99980" y="226790"/>
                  </a:lnTo>
                  <a:lnTo>
                    <a:pt x="84955" y="206573"/>
                  </a:lnTo>
                  <a:lnTo>
                    <a:pt x="80711" y="195071"/>
                  </a:lnTo>
                  <a:close/>
                </a:path>
                <a:path w="326390" h="327660">
                  <a:moveTo>
                    <a:pt x="45859" y="145541"/>
                  </a:moveTo>
                  <a:lnTo>
                    <a:pt x="0" y="199008"/>
                  </a:lnTo>
                  <a:lnTo>
                    <a:pt x="18097" y="195071"/>
                  </a:lnTo>
                  <a:lnTo>
                    <a:pt x="80711" y="195071"/>
                  </a:lnTo>
                  <a:lnTo>
                    <a:pt x="76072" y="182499"/>
                  </a:lnTo>
                  <a:lnTo>
                    <a:pt x="94234" y="178688"/>
                  </a:lnTo>
                  <a:lnTo>
                    <a:pt x="45859" y="145541"/>
                  </a:lnTo>
                  <a:close/>
                </a:path>
                <a:path w="326390" h="327660">
                  <a:moveTo>
                    <a:pt x="195072" y="18414"/>
                  </a:moveTo>
                  <a:lnTo>
                    <a:pt x="182245" y="76580"/>
                  </a:lnTo>
                  <a:lnTo>
                    <a:pt x="206128" y="85653"/>
                  </a:lnTo>
                  <a:lnTo>
                    <a:pt x="226155" y="100869"/>
                  </a:lnTo>
                  <a:lnTo>
                    <a:pt x="241180" y="121086"/>
                  </a:lnTo>
                  <a:lnTo>
                    <a:pt x="250062" y="145161"/>
                  </a:lnTo>
                  <a:lnTo>
                    <a:pt x="231902" y="148970"/>
                  </a:lnTo>
                  <a:lnTo>
                    <a:pt x="280289" y="182117"/>
                  </a:lnTo>
                  <a:lnTo>
                    <a:pt x="322760" y="132587"/>
                  </a:lnTo>
                  <a:lnTo>
                    <a:pt x="308102" y="132587"/>
                  </a:lnTo>
                  <a:lnTo>
                    <a:pt x="293244" y="92495"/>
                  </a:lnTo>
                  <a:lnTo>
                    <a:pt x="268208" y="58832"/>
                  </a:lnTo>
                  <a:lnTo>
                    <a:pt x="234860" y="33504"/>
                  </a:lnTo>
                  <a:lnTo>
                    <a:pt x="195072" y="18414"/>
                  </a:lnTo>
                  <a:close/>
                </a:path>
                <a:path w="326390" h="327660">
                  <a:moveTo>
                    <a:pt x="326136" y="128650"/>
                  </a:moveTo>
                  <a:lnTo>
                    <a:pt x="308102" y="132587"/>
                  </a:lnTo>
                  <a:lnTo>
                    <a:pt x="322760" y="132587"/>
                  </a:lnTo>
                  <a:lnTo>
                    <a:pt x="326136" y="128650"/>
                  </a:lnTo>
                  <a:close/>
                </a:path>
                <a:path w="326390" h="327660">
                  <a:moveTo>
                    <a:pt x="128143" y="0"/>
                  </a:moveTo>
                  <a:lnTo>
                    <a:pt x="131953" y="18161"/>
                  </a:lnTo>
                  <a:lnTo>
                    <a:pt x="92100" y="33061"/>
                  </a:lnTo>
                  <a:lnTo>
                    <a:pt x="58596" y="58213"/>
                  </a:lnTo>
                  <a:lnTo>
                    <a:pt x="33356" y="91723"/>
                  </a:lnTo>
                  <a:lnTo>
                    <a:pt x="18300" y="131699"/>
                  </a:lnTo>
                  <a:lnTo>
                    <a:pt x="76200" y="144525"/>
                  </a:lnTo>
                  <a:lnTo>
                    <a:pt x="85248" y="120548"/>
                  </a:lnTo>
                  <a:lnTo>
                    <a:pt x="100393" y="100441"/>
                  </a:lnTo>
                  <a:lnTo>
                    <a:pt x="120491" y="85357"/>
                  </a:lnTo>
                  <a:lnTo>
                    <a:pt x="144399" y="76453"/>
                  </a:lnTo>
                  <a:lnTo>
                    <a:pt x="160696" y="76453"/>
                  </a:lnTo>
                  <a:lnTo>
                    <a:pt x="181356" y="46100"/>
                  </a:lnTo>
                  <a:lnTo>
                    <a:pt x="128143" y="0"/>
                  </a:lnTo>
                  <a:close/>
                </a:path>
                <a:path w="326390" h="327660">
                  <a:moveTo>
                    <a:pt x="160696" y="76453"/>
                  </a:moveTo>
                  <a:lnTo>
                    <a:pt x="144399" y="76453"/>
                  </a:lnTo>
                  <a:lnTo>
                    <a:pt x="148336" y="94614"/>
                  </a:lnTo>
                  <a:lnTo>
                    <a:pt x="160696" y="76453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040891" y="2595384"/>
            <a:ext cx="629920" cy="629285"/>
            <a:chOff x="1040891" y="2595384"/>
            <a:chExt cx="629920" cy="629285"/>
          </a:xfrm>
        </p:grpSpPr>
        <p:sp>
          <p:nvSpPr>
            <p:cNvPr id="14" name="object 14"/>
            <p:cNvSpPr/>
            <p:nvPr/>
          </p:nvSpPr>
          <p:spPr>
            <a:xfrm>
              <a:off x="1213726" y="2599435"/>
              <a:ext cx="288925" cy="61594"/>
            </a:xfrm>
            <a:custGeom>
              <a:avLst/>
              <a:gdLst/>
              <a:ahLst/>
              <a:cxnLst/>
              <a:rect l="l" t="t" r="r" b="b"/>
              <a:pathLst>
                <a:path w="288925" h="61594">
                  <a:moveTo>
                    <a:pt x="143268" y="0"/>
                  </a:moveTo>
                  <a:lnTo>
                    <a:pt x="73410" y="6921"/>
                  </a:lnTo>
                  <a:lnTo>
                    <a:pt x="8343" y="26797"/>
                  </a:lnTo>
                  <a:lnTo>
                    <a:pt x="0" y="31241"/>
                  </a:lnTo>
                  <a:lnTo>
                    <a:pt x="12331" y="59689"/>
                  </a:lnTo>
                  <a:lnTo>
                    <a:pt x="20573" y="55372"/>
                  </a:lnTo>
                  <a:lnTo>
                    <a:pt x="49555" y="44898"/>
                  </a:lnTo>
                  <a:lnTo>
                    <a:pt x="79782" y="37211"/>
                  </a:lnTo>
                  <a:lnTo>
                    <a:pt x="111079" y="32476"/>
                  </a:lnTo>
                  <a:lnTo>
                    <a:pt x="143268" y="30861"/>
                  </a:lnTo>
                  <a:lnTo>
                    <a:pt x="175530" y="32476"/>
                  </a:lnTo>
                  <a:lnTo>
                    <a:pt x="206863" y="37211"/>
                  </a:lnTo>
                  <a:lnTo>
                    <a:pt x="237101" y="44898"/>
                  </a:lnTo>
                  <a:lnTo>
                    <a:pt x="266077" y="55372"/>
                  </a:lnTo>
                  <a:lnTo>
                    <a:pt x="277761" y="61594"/>
                  </a:lnTo>
                  <a:lnTo>
                    <a:pt x="288683" y="32385"/>
                  </a:lnTo>
                  <a:lnTo>
                    <a:pt x="278269" y="26797"/>
                  </a:lnTo>
                  <a:lnTo>
                    <a:pt x="246388" y="15323"/>
                  </a:lnTo>
                  <a:lnTo>
                    <a:pt x="213150" y="6921"/>
                  </a:lnTo>
                  <a:lnTo>
                    <a:pt x="178721" y="1758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0891" y="2595384"/>
              <a:ext cx="629386" cy="6287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11796" y="2665221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4">
                  <a:moveTo>
                    <a:pt x="246468" y="0"/>
                  </a:moveTo>
                  <a:lnTo>
                    <a:pt x="196797" y="5008"/>
                  </a:lnTo>
                  <a:lnTo>
                    <a:pt x="150533" y="19371"/>
                  </a:lnTo>
                  <a:lnTo>
                    <a:pt x="108666" y="42099"/>
                  </a:lnTo>
                  <a:lnTo>
                    <a:pt x="72189" y="72199"/>
                  </a:lnTo>
                  <a:lnTo>
                    <a:pt x="42093" y="108681"/>
                  </a:lnTo>
                  <a:lnTo>
                    <a:pt x="19369" y="150554"/>
                  </a:lnTo>
                  <a:lnTo>
                    <a:pt x="5007" y="196826"/>
                  </a:lnTo>
                  <a:lnTo>
                    <a:pt x="0" y="246506"/>
                  </a:lnTo>
                  <a:lnTo>
                    <a:pt x="5007" y="296187"/>
                  </a:lnTo>
                  <a:lnTo>
                    <a:pt x="19369" y="342459"/>
                  </a:lnTo>
                  <a:lnTo>
                    <a:pt x="42093" y="384332"/>
                  </a:lnTo>
                  <a:lnTo>
                    <a:pt x="72189" y="420814"/>
                  </a:lnTo>
                  <a:lnTo>
                    <a:pt x="108666" y="450914"/>
                  </a:lnTo>
                  <a:lnTo>
                    <a:pt x="150533" y="473642"/>
                  </a:lnTo>
                  <a:lnTo>
                    <a:pt x="196797" y="488005"/>
                  </a:lnTo>
                  <a:lnTo>
                    <a:pt x="246468" y="493013"/>
                  </a:lnTo>
                  <a:lnTo>
                    <a:pt x="296149" y="488005"/>
                  </a:lnTo>
                  <a:lnTo>
                    <a:pt x="342421" y="473642"/>
                  </a:lnTo>
                  <a:lnTo>
                    <a:pt x="384294" y="450914"/>
                  </a:lnTo>
                  <a:lnTo>
                    <a:pt x="420776" y="420814"/>
                  </a:lnTo>
                  <a:lnTo>
                    <a:pt x="450876" y="384332"/>
                  </a:lnTo>
                  <a:lnTo>
                    <a:pt x="473604" y="342459"/>
                  </a:lnTo>
                  <a:lnTo>
                    <a:pt x="487967" y="296187"/>
                  </a:lnTo>
                  <a:lnTo>
                    <a:pt x="492975" y="246506"/>
                  </a:lnTo>
                  <a:lnTo>
                    <a:pt x="487967" y="196826"/>
                  </a:lnTo>
                  <a:lnTo>
                    <a:pt x="473604" y="150554"/>
                  </a:lnTo>
                  <a:lnTo>
                    <a:pt x="450876" y="108681"/>
                  </a:lnTo>
                  <a:lnTo>
                    <a:pt x="420776" y="72199"/>
                  </a:lnTo>
                  <a:lnTo>
                    <a:pt x="384294" y="42099"/>
                  </a:lnTo>
                  <a:lnTo>
                    <a:pt x="342421" y="19371"/>
                  </a:lnTo>
                  <a:lnTo>
                    <a:pt x="296149" y="5008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5483" y="2769107"/>
              <a:ext cx="304800" cy="285115"/>
            </a:xfrm>
            <a:custGeom>
              <a:avLst/>
              <a:gdLst/>
              <a:ahLst/>
              <a:cxnLst/>
              <a:rect l="l" t="t" r="r" b="b"/>
              <a:pathLst>
                <a:path w="304800" h="285114">
                  <a:moveTo>
                    <a:pt x="274319" y="223138"/>
                  </a:moveTo>
                  <a:lnTo>
                    <a:pt x="148590" y="223138"/>
                  </a:lnTo>
                  <a:lnTo>
                    <a:pt x="148590" y="284988"/>
                  </a:lnTo>
                  <a:lnTo>
                    <a:pt x="274319" y="284988"/>
                  </a:lnTo>
                  <a:lnTo>
                    <a:pt x="286047" y="282634"/>
                  </a:lnTo>
                  <a:lnTo>
                    <a:pt x="294894" y="276732"/>
                  </a:lnTo>
                  <a:lnTo>
                    <a:pt x="183515" y="276732"/>
                  </a:lnTo>
                  <a:lnTo>
                    <a:pt x="174585" y="274927"/>
                  </a:lnTo>
                  <a:lnTo>
                    <a:pt x="167322" y="270001"/>
                  </a:lnTo>
                  <a:lnTo>
                    <a:pt x="162440" y="262695"/>
                  </a:lnTo>
                  <a:lnTo>
                    <a:pt x="160781" y="254380"/>
                  </a:lnTo>
                  <a:lnTo>
                    <a:pt x="160654" y="253745"/>
                  </a:lnTo>
                  <a:lnTo>
                    <a:pt x="162440" y="244796"/>
                  </a:lnTo>
                  <a:lnTo>
                    <a:pt x="167322" y="237489"/>
                  </a:lnTo>
                  <a:lnTo>
                    <a:pt x="174585" y="232564"/>
                  </a:lnTo>
                  <a:lnTo>
                    <a:pt x="183515" y="230758"/>
                  </a:lnTo>
                  <a:lnTo>
                    <a:pt x="293844" y="230758"/>
                  </a:lnTo>
                  <a:lnTo>
                    <a:pt x="286047" y="225502"/>
                  </a:lnTo>
                  <a:lnTo>
                    <a:pt x="274319" y="223138"/>
                  </a:lnTo>
                  <a:close/>
                </a:path>
                <a:path w="304800" h="285114">
                  <a:moveTo>
                    <a:pt x="266065" y="230758"/>
                  </a:moveTo>
                  <a:lnTo>
                    <a:pt x="183515" y="230758"/>
                  </a:lnTo>
                  <a:lnTo>
                    <a:pt x="192444" y="232564"/>
                  </a:lnTo>
                  <a:lnTo>
                    <a:pt x="199707" y="237489"/>
                  </a:lnTo>
                  <a:lnTo>
                    <a:pt x="204589" y="244796"/>
                  </a:lnTo>
                  <a:lnTo>
                    <a:pt x="206375" y="253745"/>
                  </a:lnTo>
                  <a:lnTo>
                    <a:pt x="204946" y="262695"/>
                  </a:lnTo>
                  <a:lnTo>
                    <a:pt x="200183" y="270001"/>
                  </a:lnTo>
                  <a:lnTo>
                    <a:pt x="192801" y="274927"/>
                  </a:lnTo>
                  <a:lnTo>
                    <a:pt x="183515" y="276732"/>
                  </a:lnTo>
                  <a:lnTo>
                    <a:pt x="266065" y="276732"/>
                  </a:lnTo>
                  <a:lnTo>
                    <a:pt x="257135" y="274927"/>
                  </a:lnTo>
                  <a:lnTo>
                    <a:pt x="249872" y="270001"/>
                  </a:lnTo>
                  <a:lnTo>
                    <a:pt x="244990" y="262695"/>
                  </a:lnTo>
                  <a:lnTo>
                    <a:pt x="243331" y="254380"/>
                  </a:lnTo>
                  <a:lnTo>
                    <a:pt x="243204" y="253745"/>
                  </a:lnTo>
                  <a:lnTo>
                    <a:pt x="244990" y="244796"/>
                  </a:lnTo>
                  <a:lnTo>
                    <a:pt x="249872" y="237489"/>
                  </a:lnTo>
                  <a:lnTo>
                    <a:pt x="257135" y="232564"/>
                  </a:lnTo>
                  <a:lnTo>
                    <a:pt x="266065" y="230758"/>
                  </a:lnTo>
                  <a:close/>
                </a:path>
                <a:path w="304800" h="285114">
                  <a:moveTo>
                    <a:pt x="293844" y="230758"/>
                  </a:moveTo>
                  <a:lnTo>
                    <a:pt x="266065" y="230758"/>
                  </a:lnTo>
                  <a:lnTo>
                    <a:pt x="274994" y="232564"/>
                  </a:lnTo>
                  <a:lnTo>
                    <a:pt x="282257" y="237489"/>
                  </a:lnTo>
                  <a:lnTo>
                    <a:pt x="287139" y="244796"/>
                  </a:lnTo>
                  <a:lnTo>
                    <a:pt x="288925" y="253745"/>
                  </a:lnTo>
                  <a:lnTo>
                    <a:pt x="287496" y="262695"/>
                  </a:lnTo>
                  <a:lnTo>
                    <a:pt x="282733" y="270001"/>
                  </a:lnTo>
                  <a:lnTo>
                    <a:pt x="275351" y="274927"/>
                  </a:lnTo>
                  <a:lnTo>
                    <a:pt x="266065" y="276732"/>
                  </a:lnTo>
                  <a:lnTo>
                    <a:pt x="294894" y="276732"/>
                  </a:lnTo>
                  <a:lnTo>
                    <a:pt x="295751" y="276161"/>
                  </a:lnTo>
                  <a:lnTo>
                    <a:pt x="302359" y="266449"/>
                  </a:lnTo>
                  <a:lnTo>
                    <a:pt x="304800" y="254380"/>
                  </a:lnTo>
                  <a:lnTo>
                    <a:pt x="302432" y="242315"/>
                  </a:lnTo>
                  <a:lnTo>
                    <a:pt x="302359" y="241944"/>
                  </a:lnTo>
                  <a:lnTo>
                    <a:pt x="295751" y="232044"/>
                  </a:lnTo>
                  <a:lnTo>
                    <a:pt x="293844" y="230758"/>
                  </a:lnTo>
                  <a:close/>
                </a:path>
                <a:path w="304800" h="285114">
                  <a:moveTo>
                    <a:pt x="189865" y="242315"/>
                  </a:moveTo>
                  <a:lnTo>
                    <a:pt x="177165" y="242315"/>
                  </a:lnTo>
                  <a:lnTo>
                    <a:pt x="172084" y="247395"/>
                  </a:lnTo>
                  <a:lnTo>
                    <a:pt x="172084" y="260095"/>
                  </a:lnTo>
                  <a:lnTo>
                    <a:pt x="177165" y="265175"/>
                  </a:lnTo>
                  <a:lnTo>
                    <a:pt x="189865" y="265175"/>
                  </a:lnTo>
                  <a:lnTo>
                    <a:pt x="194944" y="260095"/>
                  </a:lnTo>
                  <a:lnTo>
                    <a:pt x="194944" y="247395"/>
                  </a:lnTo>
                  <a:lnTo>
                    <a:pt x="189865" y="242315"/>
                  </a:lnTo>
                  <a:close/>
                </a:path>
                <a:path w="304800" h="285114">
                  <a:moveTo>
                    <a:pt x="273050" y="241680"/>
                  </a:moveTo>
                  <a:lnTo>
                    <a:pt x="266700" y="242315"/>
                  </a:lnTo>
                  <a:lnTo>
                    <a:pt x="260350" y="242315"/>
                  </a:lnTo>
                  <a:lnTo>
                    <a:pt x="255269" y="247395"/>
                  </a:lnTo>
                  <a:lnTo>
                    <a:pt x="255269" y="260095"/>
                  </a:lnTo>
                  <a:lnTo>
                    <a:pt x="260350" y="265175"/>
                  </a:lnTo>
                  <a:lnTo>
                    <a:pt x="273050" y="265175"/>
                  </a:lnTo>
                  <a:lnTo>
                    <a:pt x="278129" y="260095"/>
                  </a:lnTo>
                  <a:lnTo>
                    <a:pt x="278129" y="247395"/>
                  </a:lnTo>
                  <a:lnTo>
                    <a:pt x="273050" y="241680"/>
                  </a:lnTo>
                  <a:close/>
                </a:path>
                <a:path w="304800" h="285114">
                  <a:moveTo>
                    <a:pt x="270509" y="167004"/>
                  </a:moveTo>
                  <a:lnTo>
                    <a:pt x="227329" y="167004"/>
                  </a:lnTo>
                  <a:lnTo>
                    <a:pt x="227329" y="210438"/>
                  </a:lnTo>
                  <a:lnTo>
                    <a:pt x="270509" y="210438"/>
                  </a:lnTo>
                  <a:lnTo>
                    <a:pt x="270509" y="167004"/>
                  </a:lnTo>
                  <a:close/>
                </a:path>
                <a:path w="304800" h="285114">
                  <a:moveTo>
                    <a:pt x="187325" y="167004"/>
                  </a:moveTo>
                  <a:lnTo>
                    <a:pt x="148590" y="167004"/>
                  </a:lnTo>
                  <a:lnTo>
                    <a:pt x="148590" y="210438"/>
                  </a:lnTo>
                  <a:lnTo>
                    <a:pt x="187325" y="210438"/>
                  </a:lnTo>
                  <a:lnTo>
                    <a:pt x="187325" y="167004"/>
                  </a:lnTo>
                  <a:close/>
                </a:path>
                <a:path w="304800" h="285114">
                  <a:moveTo>
                    <a:pt x="26034" y="93090"/>
                  </a:moveTo>
                  <a:lnTo>
                    <a:pt x="17105" y="94878"/>
                  </a:lnTo>
                  <a:lnTo>
                    <a:pt x="9842" y="99774"/>
                  </a:lnTo>
                  <a:lnTo>
                    <a:pt x="4960" y="107074"/>
                  </a:lnTo>
                  <a:lnTo>
                    <a:pt x="3175" y="116077"/>
                  </a:lnTo>
                  <a:lnTo>
                    <a:pt x="3175" y="203962"/>
                  </a:lnTo>
                  <a:lnTo>
                    <a:pt x="8890" y="211708"/>
                  </a:lnTo>
                  <a:lnTo>
                    <a:pt x="17144" y="215518"/>
                  </a:lnTo>
                  <a:lnTo>
                    <a:pt x="17144" y="279907"/>
                  </a:lnTo>
                  <a:lnTo>
                    <a:pt x="21590" y="284352"/>
                  </a:lnTo>
                  <a:lnTo>
                    <a:pt x="31750" y="284352"/>
                  </a:lnTo>
                  <a:lnTo>
                    <a:pt x="36194" y="279907"/>
                  </a:lnTo>
                  <a:lnTo>
                    <a:pt x="36194" y="215518"/>
                  </a:lnTo>
                  <a:lnTo>
                    <a:pt x="44450" y="212343"/>
                  </a:lnTo>
                  <a:lnTo>
                    <a:pt x="50165" y="203962"/>
                  </a:lnTo>
                  <a:lnTo>
                    <a:pt x="50165" y="144144"/>
                  </a:lnTo>
                  <a:lnTo>
                    <a:pt x="84525" y="144144"/>
                  </a:lnTo>
                  <a:lnTo>
                    <a:pt x="92566" y="135395"/>
                  </a:lnTo>
                  <a:lnTo>
                    <a:pt x="81399" y="135395"/>
                  </a:lnTo>
                  <a:lnTo>
                    <a:pt x="69056" y="134731"/>
                  </a:lnTo>
                  <a:lnTo>
                    <a:pt x="57904" y="131089"/>
                  </a:lnTo>
                  <a:lnTo>
                    <a:pt x="48894" y="123697"/>
                  </a:lnTo>
                  <a:lnTo>
                    <a:pt x="48894" y="116077"/>
                  </a:lnTo>
                  <a:lnTo>
                    <a:pt x="47109" y="107074"/>
                  </a:lnTo>
                  <a:lnTo>
                    <a:pt x="42227" y="99774"/>
                  </a:lnTo>
                  <a:lnTo>
                    <a:pt x="34964" y="94878"/>
                  </a:lnTo>
                  <a:lnTo>
                    <a:pt x="26034" y="93090"/>
                  </a:lnTo>
                  <a:close/>
                </a:path>
                <a:path w="304800" h="285114">
                  <a:moveTo>
                    <a:pt x="136525" y="133222"/>
                  </a:moveTo>
                  <a:lnTo>
                    <a:pt x="113665" y="133222"/>
                  </a:lnTo>
                  <a:lnTo>
                    <a:pt x="67944" y="179196"/>
                  </a:lnTo>
                  <a:lnTo>
                    <a:pt x="67944" y="283717"/>
                  </a:lnTo>
                  <a:lnTo>
                    <a:pt x="136525" y="283717"/>
                  </a:lnTo>
                  <a:lnTo>
                    <a:pt x="136525" y="240411"/>
                  </a:lnTo>
                  <a:lnTo>
                    <a:pt x="106679" y="240411"/>
                  </a:lnTo>
                  <a:lnTo>
                    <a:pt x="103504" y="237108"/>
                  </a:lnTo>
                  <a:lnTo>
                    <a:pt x="103504" y="229488"/>
                  </a:lnTo>
                  <a:lnTo>
                    <a:pt x="106679" y="226313"/>
                  </a:lnTo>
                  <a:lnTo>
                    <a:pt x="136525" y="226313"/>
                  </a:lnTo>
                  <a:lnTo>
                    <a:pt x="136525" y="210438"/>
                  </a:lnTo>
                  <a:lnTo>
                    <a:pt x="106679" y="210438"/>
                  </a:lnTo>
                  <a:lnTo>
                    <a:pt x="103504" y="207263"/>
                  </a:lnTo>
                  <a:lnTo>
                    <a:pt x="103504" y="199516"/>
                  </a:lnTo>
                  <a:lnTo>
                    <a:pt x="106679" y="196341"/>
                  </a:lnTo>
                  <a:lnTo>
                    <a:pt x="136525" y="196341"/>
                  </a:lnTo>
                  <a:lnTo>
                    <a:pt x="136525" y="133222"/>
                  </a:lnTo>
                  <a:close/>
                </a:path>
                <a:path w="304800" h="285114">
                  <a:moveTo>
                    <a:pt x="84525" y="144144"/>
                  </a:moveTo>
                  <a:lnTo>
                    <a:pt x="50165" y="144144"/>
                  </a:lnTo>
                  <a:lnTo>
                    <a:pt x="56227" y="147111"/>
                  </a:lnTo>
                  <a:lnTo>
                    <a:pt x="62944" y="149304"/>
                  </a:lnTo>
                  <a:lnTo>
                    <a:pt x="70256" y="150663"/>
                  </a:lnTo>
                  <a:lnTo>
                    <a:pt x="78104" y="151129"/>
                  </a:lnTo>
                  <a:lnTo>
                    <a:pt x="84525" y="144144"/>
                  </a:lnTo>
                  <a:close/>
                </a:path>
                <a:path w="304800" h="285114">
                  <a:moveTo>
                    <a:pt x="93979" y="133857"/>
                  </a:moveTo>
                  <a:lnTo>
                    <a:pt x="81399" y="135395"/>
                  </a:lnTo>
                  <a:lnTo>
                    <a:pt x="92566" y="135395"/>
                  </a:lnTo>
                  <a:lnTo>
                    <a:pt x="93979" y="133857"/>
                  </a:lnTo>
                  <a:close/>
                </a:path>
                <a:path w="304800" h="285114">
                  <a:moveTo>
                    <a:pt x="274319" y="12700"/>
                  </a:moveTo>
                  <a:lnTo>
                    <a:pt x="223519" y="12700"/>
                  </a:lnTo>
                  <a:lnTo>
                    <a:pt x="223519" y="37591"/>
                  </a:lnTo>
                  <a:lnTo>
                    <a:pt x="243840" y="37591"/>
                  </a:lnTo>
                  <a:lnTo>
                    <a:pt x="243840" y="76453"/>
                  </a:lnTo>
                  <a:lnTo>
                    <a:pt x="238313" y="79569"/>
                  </a:lnTo>
                  <a:lnTo>
                    <a:pt x="234394" y="84613"/>
                  </a:lnTo>
                  <a:lnTo>
                    <a:pt x="232499" y="90848"/>
                  </a:lnTo>
                  <a:lnTo>
                    <a:pt x="232993" y="96900"/>
                  </a:lnTo>
                  <a:lnTo>
                    <a:pt x="233044" y="97536"/>
                  </a:lnTo>
                  <a:lnTo>
                    <a:pt x="211454" y="111632"/>
                  </a:lnTo>
                  <a:lnTo>
                    <a:pt x="209550" y="112902"/>
                  </a:lnTo>
                  <a:lnTo>
                    <a:pt x="209550" y="116712"/>
                  </a:lnTo>
                  <a:lnTo>
                    <a:pt x="216534" y="134492"/>
                  </a:lnTo>
                  <a:lnTo>
                    <a:pt x="225425" y="134492"/>
                  </a:lnTo>
                  <a:lnTo>
                    <a:pt x="218440" y="116712"/>
                  </a:lnTo>
                  <a:lnTo>
                    <a:pt x="237490" y="104520"/>
                  </a:lnTo>
                  <a:lnTo>
                    <a:pt x="276571" y="104520"/>
                  </a:lnTo>
                  <a:lnTo>
                    <a:pt x="270683" y="100711"/>
                  </a:lnTo>
                  <a:lnTo>
                    <a:pt x="245109" y="100711"/>
                  </a:lnTo>
                  <a:lnTo>
                    <a:pt x="241300" y="97536"/>
                  </a:lnTo>
                  <a:lnTo>
                    <a:pt x="241300" y="87375"/>
                  </a:lnTo>
                  <a:lnTo>
                    <a:pt x="245109" y="83565"/>
                  </a:lnTo>
                  <a:lnTo>
                    <a:pt x="263365" y="83565"/>
                  </a:lnTo>
                  <a:lnTo>
                    <a:pt x="259840" y="78993"/>
                  </a:lnTo>
                  <a:lnTo>
                    <a:pt x="254000" y="75818"/>
                  </a:lnTo>
                  <a:lnTo>
                    <a:pt x="254000" y="36956"/>
                  </a:lnTo>
                  <a:lnTo>
                    <a:pt x="274319" y="36956"/>
                  </a:lnTo>
                  <a:lnTo>
                    <a:pt x="274319" y="12700"/>
                  </a:lnTo>
                  <a:close/>
                </a:path>
                <a:path w="304800" h="285114">
                  <a:moveTo>
                    <a:pt x="276571" y="104520"/>
                  </a:moveTo>
                  <a:lnTo>
                    <a:pt x="260350" y="104520"/>
                  </a:lnTo>
                  <a:lnTo>
                    <a:pt x="279400" y="116712"/>
                  </a:lnTo>
                  <a:lnTo>
                    <a:pt x="273050" y="134492"/>
                  </a:lnTo>
                  <a:lnTo>
                    <a:pt x="281304" y="134492"/>
                  </a:lnTo>
                  <a:lnTo>
                    <a:pt x="288290" y="116712"/>
                  </a:lnTo>
                  <a:lnTo>
                    <a:pt x="288925" y="114172"/>
                  </a:lnTo>
                  <a:lnTo>
                    <a:pt x="288290" y="112267"/>
                  </a:lnTo>
                  <a:lnTo>
                    <a:pt x="286384" y="110870"/>
                  </a:lnTo>
                  <a:lnTo>
                    <a:pt x="276571" y="104520"/>
                  </a:lnTo>
                  <a:close/>
                </a:path>
                <a:path w="304800" h="285114">
                  <a:moveTo>
                    <a:pt x="274319" y="0"/>
                  </a:moveTo>
                  <a:lnTo>
                    <a:pt x="123825" y="0"/>
                  </a:lnTo>
                  <a:lnTo>
                    <a:pt x="123825" y="121157"/>
                  </a:lnTo>
                  <a:lnTo>
                    <a:pt x="135890" y="121157"/>
                  </a:lnTo>
                  <a:lnTo>
                    <a:pt x="135890" y="12700"/>
                  </a:lnTo>
                  <a:lnTo>
                    <a:pt x="274319" y="12700"/>
                  </a:lnTo>
                  <a:lnTo>
                    <a:pt x="274319" y="0"/>
                  </a:lnTo>
                  <a:close/>
                </a:path>
                <a:path w="304800" h="285114">
                  <a:moveTo>
                    <a:pt x="260350" y="104520"/>
                  </a:moveTo>
                  <a:lnTo>
                    <a:pt x="237490" y="104520"/>
                  </a:lnTo>
                  <a:lnTo>
                    <a:pt x="240692" y="107074"/>
                  </a:lnTo>
                  <a:lnTo>
                    <a:pt x="244475" y="108965"/>
                  </a:lnTo>
                  <a:lnTo>
                    <a:pt x="253365" y="108965"/>
                  </a:lnTo>
                  <a:lnTo>
                    <a:pt x="257147" y="107074"/>
                  </a:lnTo>
                  <a:lnTo>
                    <a:pt x="260350" y="104520"/>
                  </a:lnTo>
                  <a:close/>
                </a:path>
                <a:path w="304800" h="285114">
                  <a:moveTo>
                    <a:pt x="263365" y="83565"/>
                  </a:moveTo>
                  <a:lnTo>
                    <a:pt x="254000" y="83565"/>
                  </a:lnTo>
                  <a:lnTo>
                    <a:pt x="257809" y="87375"/>
                  </a:lnTo>
                  <a:lnTo>
                    <a:pt x="257809" y="96900"/>
                  </a:lnTo>
                  <a:lnTo>
                    <a:pt x="254000" y="100711"/>
                  </a:lnTo>
                  <a:lnTo>
                    <a:pt x="270683" y="100711"/>
                  </a:lnTo>
                  <a:lnTo>
                    <a:pt x="264794" y="96900"/>
                  </a:lnTo>
                  <a:lnTo>
                    <a:pt x="265369" y="90848"/>
                  </a:lnTo>
                  <a:lnTo>
                    <a:pt x="265430" y="90213"/>
                  </a:lnTo>
                  <a:lnTo>
                    <a:pt x="263683" y="83978"/>
                  </a:lnTo>
                  <a:lnTo>
                    <a:pt x="263365" y="83565"/>
                  </a:lnTo>
                  <a:close/>
                </a:path>
                <a:path w="304800" h="285114">
                  <a:moveTo>
                    <a:pt x="27304" y="24256"/>
                  </a:moveTo>
                  <a:lnTo>
                    <a:pt x="16609" y="26382"/>
                  </a:lnTo>
                  <a:lnTo>
                    <a:pt x="7937" y="32210"/>
                  </a:lnTo>
                  <a:lnTo>
                    <a:pt x="2123" y="40919"/>
                  </a:lnTo>
                  <a:lnTo>
                    <a:pt x="0" y="51688"/>
                  </a:lnTo>
                  <a:lnTo>
                    <a:pt x="2123" y="62384"/>
                  </a:lnTo>
                  <a:lnTo>
                    <a:pt x="7937" y="71056"/>
                  </a:lnTo>
                  <a:lnTo>
                    <a:pt x="16609" y="76870"/>
                  </a:lnTo>
                  <a:lnTo>
                    <a:pt x="27304" y="78993"/>
                  </a:lnTo>
                  <a:lnTo>
                    <a:pt x="38000" y="76870"/>
                  </a:lnTo>
                  <a:lnTo>
                    <a:pt x="46672" y="71056"/>
                  </a:lnTo>
                  <a:lnTo>
                    <a:pt x="52486" y="62384"/>
                  </a:lnTo>
                  <a:lnTo>
                    <a:pt x="54609" y="51688"/>
                  </a:lnTo>
                  <a:lnTo>
                    <a:pt x="52486" y="40919"/>
                  </a:lnTo>
                  <a:lnTo>
                    <a:pt x="46672" y="32210"/>
                  </a:lnTo>
                  <a:lnTo>
                    <a:pt x="38000" y="26382"/>
                  </a:lnTo>
                  <a:lnTo>
                    <a:pt x="27304" y="24256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040891" y="3354349"/>
            <a:ext cx="629920" cy="630555"/>
            <a:chOff x="1040891" y="3354349"/>
            <a:chExt cx="629920" cy="630555"/>
          </a:xfrm>
        </p:grpSpPr>
        <p:sp>
          <p:nvSpPr>
            <p:cNvPr id="19" name="object 19"/>
            <p:cNvSpPr/>
            <p:nvPr/>
          </p:nvSpPr>
          <p:spPr>
            <a:xfrm>
              <a:off x="1213726" y="3359658"/>
              <a:ext cx="288925" cy="61594"/>
            </a:xfrm>
            <a:custGeom>
              <a:avLst/>
              <a:gdLst/>
              <a:ahLst/>
              <a:cxnLst/>
              <a:rect l="l" t="t" r="r" b="b"/>
              <a:pathLst>
                <a:path w="288925" h="61595">
                  <a:moveTo>
                    <a:pt x="143268" y="0"/>
                  </a:moveTo>
                  <a:lnTo>
                    <a:pt x="73410" y="6921"/>
                  </a:lnTo>
                  <a:lnTo>
                    <a:pt x="8343" y="26796"/>
                  </a:lnTo>
                  <a:lnTo>
                    <a:pt x="0" y="31241"/>
                  </a:lnTo>
                  <a:lnTo>
                    <a:pt x="12331" y="59816"/>
                  </a:lnTo>
                  <a:lnTo>
                    <a:pt x="20573" y="55371"/>
                  </a:lnTo>
                  <a:lnTo>
                    <a:pt x="49555" y="44918"/>
                  </a:lnTo>
                  <a:lnTo>
                    <a:pt x="79782" y="37274"/>
                  </a:lnTo>
                  <a:lnTo>
                    <a:pt x="111079" y="32583"/>
                  </a:lnTo>
                  <a:lnTo>
                    <a:pt x="143268" y="30987"/>
                  </a:lnTo>
                  <a:lnTo>
                    <a:pt x="175530" y="32583"/>
                  </a:lnTo>
                  <a:lnTo>
                    <a:pt x="206863" y="37274"/>
                  </a:lnTo>
                  <a:lnTo>
                    <a:pt x="237101" y="44918"/>
                  </a:lnTo>
                  <a:lnTo>
                    <a:pt x="266077" y="55371"/>
                  </a:lnTo>
                  <a:lnTo>
                    <a:pt x="277761" y="61594"/>
                  </a:lnTo>
                  <a:lnTo>
                    <a:pt x="288683" y="32384"/>
                  </a:lnTo>
                  <a:lnTo>
                    <a:pt x="278269" y="26796"/>
                  </a:lnTo>
                  <a:lnTo>
                    <a:pt x="246388" y="15323"/>
                  </a:lnTo>
                  <a:lnTo>
                    <a:pt x="213150" y="6921"/>
                  </a:lnTo>
                  <a:lnTo>
                    <a:pt x="178721" y="1758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891" y="3354349"/>
              <a:ext cx="629386" cy="6300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11796" y="3425571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468" y="0"/>
                  </a:moveTo>
                  <a:lnTo>
                    <a:pt x="196797" y="5007"/>
                  </a:lnTo>
                  <a:lnTo>
                    <a:pt x="150533" y="19369"/>
                  </a:lnTo>
                  <a:lnTo>
                    <a:pt x="108666" y="42092"/>
                  </a:lnTo>
                  <a:lnTo>
                    <a:pt x="72189" y="72183"/>
                  </a:lnTo>
                  <a:lnTo>
                    <a:pt x="42093" y="108650"/>
                  </a:lnTo>
                  <a:lnTo>
                    <a:pt x="19369" y="150500"/>
                  </a:lnTo>
                  <a:lnTo>
                    <a:pt x="5007" y="196741"/>
                  </a:lnTo>
                  <a:lnTo>
                    <a:pt x="0" y="246379"/>
                  </a:lnTo>
                  <a:lnTo>
                    <a:pt x="5007" y="296060"/>
                  </a:lnTo>
                  <a:lnTo>
                    <a:pt x="19369" y="342332"/>
                  </a:lnTo>
                  <a:lnTo>
                    <a:pt x="42093" y="384205"/>
                  </a:lnTo>
                  <a:lnTo>
                    <a:pt x="72189" y="420687"/>
                  </a:lnTo>
                  <a:lnTo>
                    <a:pt x="108666" y="450787"/>
                  </a:lnTo>
                  <a:lnTo>
                    <a:pt x="150533" y="473515"/>
                  </a:lnTo>
                  <a:lnTo>
                    <a:pt x="196797" y="487878"/>
                  </a:lnTo>
                  <a:lnTo>
                    <a:pt x="246468" y="492886"/>
                  </a:lnTo>
                  <a:lnTo>
                    <a:pt x="296149" y="487878"/>
                  </a:lnTo>
                  <a:lnTo>
                    <a:pt x="342421" y="473515"/>
                  </a:lnTo>
                  <a:lnTo>
                    <a:pt x="384294" y="450787"/>
                  </a:lnTo>
                  <a:lnTo>
                    <a:pt x="420776" y="420687"/>
                  </a:lnTo>
                  <a:lnTo>
                    <a:pt x="450876" y="384205"/>
                  </a:lnTo>
                  <a:lnTo>
                    <a:pt x="473604" y="342332"/>
                  </a:lnTo>
                  <a:lnTo>
                    <a:pt x="487967" y="296060"/>
                  </a:lnTo>
                  <a:lnTo>
                    <a:pt x="492975" y="246379"/>
                  </a:lnTo>
                  <a:lnTo>
                    <a:pt x="487967" y="196741"/>
                  </a:lnTo>
                  <a:lnTo>
                    <a:pt x="473604" y="150500"/>
                  </a:lnTo>
                  <a:lnTo>
                    <a:pt x="450876" y="108650"/>
                  </a:lnTo>
                  <a:lnTo>
                    <a:pt x="420776" y="72183"/>
                  </a:lnTo>
                  <a:lnTo>
                    <a:pt x="384294" y="42092"/>
                  </a:lnTo>
                  <a:lnTo>
                    <a:pt x="342421" y="19369"/>
                  </a:lnTo>
                  <a:lnTo>
                    <a:pt x="296149" y="5007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165859" y="3557016"/>
              <a:ext cx="384175" cy="230504"/>
            </a:xfrm>
            <a:custGeom>
              <a:avLst/>
              <a:gdLst/>
              <a:ahLst/>
              <a:cxnLst/>
              <a:rect l="l" t="t" r="r" b="b"/>
              <a:pathLst>
                <a:path w="384175" h="230504">
                  <a:moveTo>
                    <a:pt x="266499" y="176022"/>
                  </a:moveTo>
                  <a:lnTo>
                    <a:pt x="199517" y="176022"/>
                  </a:lnTo>
                  <a:lnTo>
                    <a:pt x="203581" y="177419"/>
                  </a:lnTo>
                  <a:lnTo>
                    <a:pt x="206628" y="180467"/>
                  </a:lnTo>
                  <a:lnTo>
                    <a:pt x="210184" y="183642"/>
                  </a:lnTo>
                  <a:lnTo>
                    <a:pt x="212344" y="187960"/>
                  </a:lnTo>
                  <a:lnTo>
                    <a:pt x="212582" y="190047"/>
                  </a:lnTo>
                  <a:lnTo>
                    <a:pt x="212706" y="191135"/>
                  </a:lnTo>
                  <a:lnTo>
                    <a:pt x="212750" y="191516"/>
                  </a:lnTo>
                  <a:lnTo>
                    <a:pt x="212852" y="192405"/>
                  </a:lnTo>
                  <a:lnTo>
                    <a:pt x="212959" y="193802"/>
                  </a:lnTo>
                  <a:lnTo>
                    <a:pt x="213057" y="195072"/>
                  </a:lnTo>
                  <a:lnTo>
                    <a:pt x="213125" y="195961"/>
                  </a:lnTo>
                  <a:lnTo>
                    <a:pt x="213233" y="197358"/>
                  </a:lnTo>
                  <a:lnTo>
                    <a:pt x="211455" y="201676"/>
                  </a:lnTo>
                  <a:lnTo>
                    <a:pt x="208406" y="205232"/>
                  </a:lnTo>
                  <a:lnTo>
                    <a:pt x="193294" y="222504"/>
                  </a:lnTo>
                  <a:lnTo>
                    <a:pt x="199517" y="227330"/>
                  </a:lnTo>
                  <a:lnTo>
                    <a:pt x="202692" y="229108"/>
                  </a:lnTo>
                  <a:lnTo>
                    <a:pt x="206121" y="230505"/>
                  </a:lnTo>
                  <a:lnTo>
                    <a:pt x="210184" y="229997"/>
                  </a:lnTo>
                  <a:lnTo>
                    <a:pt x="225881" y="212725"/>
                  </a:lnTo>
                  <a:lnTo>
                    <a:pt x="225963" y="211963"/>
                  </a:lnTo>
                  <a:lnTo>
                    <a:pt x="226059" y="210566"/>
                  </a:lnTo>
                  <a:lnTo>
                    <a:pt x="232220" y="210566"/>
                  </a:lnTo>
                  <a:lnTo>
                    <a:pt x="237237" y="209079"/>
                  </a:lnTo>
                  <a:lnTo>
                    <a:pt x="242458" y="204835"/>
                  </a:lnTo>
                  <a:lnTo>
                    <a:pt x="245703" y="198947"/>
                  </a:lnTo>
                  <a:lnTo>
                    <a:pt x="246462" y="192405"/>
                  </a:lnTo>
                  <a:lnTo>
                    <a:pt x="246506" y="191516"/>
                  </a:lnTo>
                  <a:lnTo>
                    <a:pt x="252560" y="191516"/>
                  </a:lnTo>
                  <a:lnTo>
                    <a:pt x="266444" y="176530"/>
                  </a:lnTo>
                  <a:lnTo>
                    <a:pt x="266499" y="176022"/>
                  </a:lnTo>
                  <a:close/>
                </a:path>
                <a:path w="384175" h="230504">
                  <a:moveTo>
                    <a:pt x="196850" y="184912"/>
                  </a:moveTo>
                  <a:lnTo>
                    <a:pt x="191134" y="185420"/>
                  </a:lnTo>
                  <a:lnTo>
                    <a:pt x="188087" y="188849"/>
                  </a:lnTo>
                  <a:lnTo>
                    <a:pt x="170815" y="208788"/>
                  </a:lnTo>
                  <a:lnTo>
                    <a:pt x="167640" y="212344"/>
                  </a:lnTo>
                  <a:lnTo>
                    <a:pt x="168148" y="218059"/>
                  </a:lnTo>
                  <a:lnTo>
                    <a:pt x="171703" y="221234"/>
                  </a:lnTo>
                  <a:lnTo>
                    <a:pt x="173481" y="223012"/>
                  </a:lnTo>
                  <a:lnTo>
                    <a:pt x="176149" y="223393"/>
                  </a:lnTo>
                  <a:lnTo>
                    <a:pt x="178308" y="223393"/>
                  </a:lnTo>
                  <a:lnTo>
                    <a:pt x="180467" y="223012"/>
                  </a:lnTo>
                  <a:lnTo>
                    <a:pt x="182753" y="222123"/>
                  </a:lnTo>
                  <a:lnTo>
                    <a:pt x="184023" y="220345"/>
                  </a:lnTo>
                  <a:lnTo>
                    <a:pt x="201295" y="200406"/>
                  </a:lnTo>
                  <a:lnTo>
                    <a:pt x="204470" y="196850"/>
                  </a:lnTo>
                  <a:lnTo>
                    <a:pt x="204390" y="195961"/>
                  </a:lnTo>
                  <a:lnTo>
                    <a:pt x="204311" y="195072"/>
                  </a:lnTo>
                  <a:lnTo>
                    <a:pt x="204199" y="193802"/>
                  </a:lnTo>
                  <a:lnTo>
                    <a:pt x="204074" y="192405"/>
                  </a:lnTo>
                  <a:lnTo>
                    <a:pt x="203962" y="191135"/>
                  </a:lnTo>
                  <a:lnTo>
                    <a:pt x="200406" y="187960"/>
                  </a:lnTo>
                  <a:lnTo>
                    <a:pt x="196850" y="184912"/>
                  </a:lnTo>
                  <a:close/>
                </a:path>
                <a:path w="384175" h="230504">
                  <a:moveTo>
                    <a:pt x="173481" y="166751"/>
                  </a:moveTo>
                  <a:lnTo>
                    <a:pt x="166370" y="167259"/>
                  </a:lnTo>
                  <a:lnTo>
                    <a:pt x="162433" y="171704"/>
                  </a:lnTo>
                  <a:lnTo>
                    <a:pt x="141986" y="195072"/>
                  </a:lnTo>
                  <a:lnTo>
                    <a:pt x="138049" y="199517"/>
                  </a:lnTo>
                  <a:lnTo>
                    <a:pt x="148209" y="213614"/>
                  </a:lnTo>
                  <a:lnTo>
                    <a:pt x="151256" y="213233"/>
                  </a:lnTo>
                  <a:lnTo>
                    <a:pt x="153924" y="213233"/>
                  </a:lnTo>
                  <a:lnTo>
                    <a:pt x="156590" y="211963"/>
                  </a:lnTo>
                  <a:lnTo>
                    <a:pt x="158369" y="209677"/>
                  </a:lnTo>
                  <a:lnTo>
                    <a:pt x="178689" y="186182"/>
                  </a:lnTo>
                  <a:lnTo>
                    <a:pt x="182753" y="181864"/>
                  </a:lnTo>
                  <a:lnTo>
                    <a:pt x="182653" y="180467"/>
                  </a:lnTo>
                  <a:lnTo>
                    <a:pt x="182526" y="178689"/>
                  </a:lnTo>
                  <a:lnTo>
                    <a:pt x="182435" y="177419"/>
                  </a:lnTo>
                  <a:lnTo>
                    <a:pt x="182335" y="176022"/>
                  </a:lnTo>
                  <a:lnTo>
                    <a:pt x="182245" y="174752"/>
                  </a:lnTo>
                  <a:lnTo>
                    <a:pt x="173481" y="166751"/>
                  </a:lnTo>
                  <a:close/>
                </a:path>
                <a:path w="384175" h="230504">
                  <a:moveTo>
                    <a:pt x="232220" y="210566"/>
                  </a:moveTo>
                  <a:lnTo>
                    <a:pt x="226059" y="210566"/>
                  </a:lnTo>
                  <a:lnTo>
                    <a:pt x="227456" y="211074"/>
                  </a:lnTo>
                  <a:lnTo>
                    <a:pt x="230505" y="211074"/>
                  </a:lnTo>
                  <a:lnTo>
                    <a:pt x="232220" y="210566"/>
                  </a:lnTo>
                  <a:close/>
                </a:path>
                <a:path w="384175" h="230504">
                  <a:moveTo>
                    <a:pt x="145287" y="146939"/>
                  </a:moveTo>
                  <a:lnTo>
                    <a:pt x="141859" y="147320"/>
                  </a:lnTo>
                  <a:lnTo>
                    <a:pt x="138430" y="147574"/>
                  </a:lnTo>
                  <a:lnTo>
                    <a:pt x="135128" y="149098"/>
                  </a:lnTo>
                  <a:lnTo>
                    <a:pt x="132715" y="151765"/>
                  </a:lnTo>
                  <a:lnTo>
                    <a:pt x="112395" y="175133"/>
                  </a:lnTo>
                  <a:lnTo>
                    <a:pt x="107568" y="180467"/>
                  </a:lnTo>
                  <a:lnTo>
                    <a:pt x="108363" y="187960"/>
                  </a:lnTo>
                  <a:lnTo>
                    <a:pt x="108458" y="188849"/>
                  </a:lnTo>
                  <a:lnTo>
                    <a:pt x="113665" y="193802"/>
                  </a:lnTo>
                  <a:lnTo>
                    <a:pt x="116331" y="195961"/>
                  </a:lnTo>
                  <a:lnTo>
                    <a:pt x="119887" y="197358"/>
                  </a:lnTo>
                  <a:lnTo>
                    <a:pt x="123443" y="196850"/>
                  </a:lnTo>
                  <a:lnTo>
                    <a:pt x="126492" y="196850"/>
                  </a:lnTo>
                  <a:lnTo>
                    <a:pt x="130048" y="195072"/>
                  </a:lnTo>
                  <a:lnTo>
                    <a:pt x="132334" y="192405"/>
                  </a:lnTo>
                  <a:lnTo>
                    <a:pt x="152653" y="169037"/>
                  </a:lnTo>
                  <a:lnTo>
                    <a:pt x="157480" y="163703"/>
                  </a:lnTo>
                  <a:lnTo>
                    <a:pt x="156590" y="155321"/>
                  </a:lnTo>
                  <a:lnTo>
                    <a:pt x="151256" y="150368"/>
                  </a:lnTo>
                  <a:lnTo>
                    <a:pt x="148717" y="147955"/>
                  </a:lnTo>
                  <a:lnTo>
                    <a:pt x="145287" y="146939"/>
                  </a:lnTo>
                  <a:close/>
                </a:path>
                <a:path w="384175" h="230504">
                  <a:moveTo>
                    <a:pt x="252560" y="191516"/>
                  </a:moveTo>
                  <a:lnTo>
                    <a:pt x="246506" y="191516"/>
                  </a:lnTo>
                  <a:lnTo>
                    <a:pt x="247777" y="192024"/>
                  </a:lnTo>
                  <a:lnTo>
                    <a:pt x="250825" y="192024"/>
                  </a:lnTo>
                  <a:lnTo>
                    <a:pt x="252560" y="191516"/>
                  </a:lnTo>
                  <a:close/>
                </a:path>
                <a:path w="384175" h="230504">
                  <a:moveTo>
                    <a:pt x="116078" y="127508"/>
                  </a:moveTo>
                  <a:lnTo>
                    <a:pt x="109347" y="128016"/>
                  </a:lnTo>
                  <a:lnTo>
                    <a:pt x="105918" y="129667"/>
                  </a:lnTo>
                  <a:lnTo>
                    <a:pt x="103530" y="132334"/>
                  </a:lnTo>
                  <a:lnTo>
                    <a:pt x="80086" y="158877"/>
                  </a:lnTo>
                  <a:lnTo>
                    <a:pt x="75222" y="164084"/>
                  </a:lnTo>
                  <a:lnTo>
                    <a:pt x="75732" y="169037"/>
                  </a:lnTo>
                  <a:lnTo>
                    <a:pt x="75842" y="170108"/>
                  </a:lnTo>
                  <a:lnTo>
                    <a:pt x="75915" y="170815"/>
                  </a:lnTo>
                  <a:lnTo>
                    <a:pt x="76006" y="171704"/>
                  </a:lnTo>
                  <a:lnTo>
                    <a:pt x="76098" y="172593"/>
                  </a:lnTo>
                  <a:lnTo>
                    <a:pt x="81406" y="177419"/>
                  </a:lnTo>
                  <a:lnTo>
                    <a:pt x="84061" y="179578"/>
                  </a:lnTo>
                  <a:lnTo>
                    <a:pt x="87604" y="180975"/>
                  </a:lnTo>
                  <a:lnTo>
                    <a:pt x="91147" y="180467"/>
                  </a:lnTo>
                  <a:lnTo>
                    <a:pt x="94246" y="180086"/>
                  </a:lnTo>
                  <a:lnTo>
                    <a:pt x="97345" y="178689"/>
                  </a:lnTo>
                  <a:lnTo>
                    <a:pt x="99999" y="176022"/>
                  </a:lnTo>
                  <a:lnTo>
                    <a:pt x="123443" y="149479"/>
                  </a:lnTo>
                  <a:lnTo>
                    <a:pt x="128270" y="144272"/>
                  </a:lnTo>
                  <a:lnTo>
                    <a:pt x="127805" y="139827"/>
                  </a:lnTo>
                  <a:lnTo>
                    <a:pt x="127712" y="138938"/>
                  </a:lnTo>
                  <a:lnTo>
                    <a:pt x="127619" y="138049"/>
                  </a:lnTo>
                  <a:lnTo>
                    <a:pt x="127526" y="137160"/>
                  </a:lnTo>
                  <a:lnTo>
                    <a:pt x="127434" y="136271"/>
                  </a:lnTo>
                  <a:lnTo>
                    <a:pt x="127381" y="135763"/>
                  </a:lnTo>
                  <a:lnTo>
                    <a:pt x="122174" y="130937"/>
                  </a:lnTo>
                  <a:lnTo>
                    <a:pt x="119506" y="128524"/>
                  </a:lnTo>
                  <a:lnTo>
                    <a:pt x="116078" y="127508"/>
                  </a:lnTo>
                  <a:close/>
                </a:path>
                <a:path w="384175" h="230504">
                  <a:moveTo>
                    <a:pt x="291018" y="158369"/>
                  </a:moveTo>
                  <a:lnTo>
                    <a:pt x="175259" y="158369"/>
                  </a:lnTo>
                  <a:lnTo>
                    <a:pt x="179578" y="160147"/>
                  </a:lnTo>
                  <a:lnTo>
                    <a:pt x="183642" y="163195"/>
                  </a:lnTo>
                  <a:lnTo>
                    <a:pt x="187578" y="166751"/>
                  </a:lnTo>
                  <a:lnTo>
                    <a:pt x="189865" y="171704"/>
                  </a:lnTo>
                  <a:lnTo>
                    <a:pt x="190088" y="174752"/>
                  </a:lnTo>
                  <a:lnTo>
                    <a:pt x="190180" y="176022"/>
                  </a:lnTo>
                  <a:lnTo>
                    <a:pt x="190246" y="176911"/>
                  </a:lnTo>
                  <a:lnTo>
                    <a:pt x="191643" y="176530"/>
                  </a:lnTo>
                  <a:lnTo>
                    <a:pt x="193294" y="176022"/>
                  </a:lnTo>
                  <a:lnTo>
                    <a:pt x="266499" y="176022"/>
                  </a:lnTo>
                  <a:lnTo>
                    <a:pt x="266827" y="172974"/>
                  </a:lnTo>
                  <a:lnTo>
                    <a:pt x="266827" y="172085"/>
                  </a:lnTo>
                  <a:lnTo>
                    <a:pt x="266319" y="171196"/>
                  </a:lnTo>
                  <a:lnTo>
                    <a:pt x="266319" y="170307"/>
                  </a:lnTo>
                  <a:lnTo>
                    <a:pt x="281663" y="170307"/>
                  </a:lnTo>
                  <a:lnTo>
                    <a:pt x="282340" y="170108"/>
                  </a:lnTo>
                  <a:lnTo>
                    <a:pt x="287591" y="165893"/>
                  </a:lnTo>
                  <a:lnTo>
                    <a:pt x="290767" y="160147"/>
                  </a:lnTo>
                  <a:lnTo>
                    <a:pt x="290841" y="160012"/>
                  </a:lnTo>
                  <a:lnTo>
                    <a:pt x="290963" y="158877"/>
                  </a:lnTo>
                  <a:lnTo>
                    <a:pt x="291018" y="158369"/>
                  </a:lnTo>
                  <a:close/>
                </a:path>
                <a:path w="384175" h="230504">
                  <a:moveTo>
                    <a:pt x="281663" y="170307"/>
                  </a:moveTo>
                  <a:lnTo>
                    <a:pt x="266319" y="170307"/>
                  </a:lnTo>
                  <a:lnTo>
                    <a:pt x="268986" y="171704"/>
                  </a:lnTo>
                  <a:lnTo>
                    <a:pt x="272161" y="172593"/>
                  </a:lnTo>
                  <a:lnTo>
                    <a:pt x="275590" y="172085"/>
                  </a:lnTo>
                  <a:lnTo>
                    <a:pt x="281663" y="170307"/>
                  </a:lnTo>
                  <a:close/>
                </a:path>
                <a:path w="384175" h="230504">
                  <a:moveTo>
                    <a:pt x="282618" y="137541"/>
                  </a:moveTo>
                  <a:lnTo>
                    <a:pt x="147828" y="137541"/>
                  </a:lnTo>
                  <a:lnTo>
                    <a:pt x="153034" y="139319"/>
                  </a:lnTo>
                  <a:lnTo>
                    <a:pt x="157099" y="142875"/>
                  </a:lnTo>
                  <a:lnTo>
                    <a:pt x="161925" y="147320"/>
                  </a:lnTo>
                  <a:lnTo>
                    <a:pt x="164592" y="153035"/>
                  </a:lnTo>
                  <a:lnTo>
                    <a:pt x="164592" y="159258"/>
                  </a:lnTo>
                  <a:lnTo>
                    <a:pt x="166370" y="158877"/>
                  </a:lnTo>
                  <a:lnTo>
                    <a:pt x="168528" y="158369"/>
                  </a:lnTo>
                  <a:lnTo>
                    <a:pt x="291018" y="158369"/>
                  </a:lnTo>
                  <a:lnTo>
                    <a:pt x="291592" y="153035"/>
                  </a:lnTo>
                  <a:lnTo>
                    <a:pt x="291692" y="151765"/>
                  </a:lnTo>
                  <a:lnTo>
                    <a:pt x="291802" y="150368"/>
                  </a:lnTo>
                  <a:lnTo>
                    <a:pt x="291902" y="149098"/>
                  </a:lnTo>
                  <a:lnTo>
                    <a:pt x="291973" y="148209"/>
                  </a:lnTo>
                  <a:lnTo>
                    <a:pt x="289814" y="144272"/>
                  </a:lnTo>
                  <a:lnTo>
                    <a:pt x="286766" y="141097"/>
                  </a:lnTo>
                  <a:lnTo>
                    <a:pt x="282618" y="137541"/>
                  </a:lnTo>
                  <a:close/>
                </a:path>
                <a:path w="384175" h="230504">
                  <a:moveTo>
                    <a:pt x="304613" y="62865"/>
                  </a:moveTo>
                  <a:lnTo>
                    <a:pt x="209677" y="62865"/>
                  </a:lnTo>
                  <a:lnTo>
                    <a:pt x="292481" y="133985"/>
                  </a:lnTo>
                  <a:lnTo>
                    <a:pt x="294640" y="136271"/>
                  </a:lnTo>
                  <a:lnTo>
                    <a:pt x="295528" y="137160"/>
                  </a:lnTo>
                  <a:lnTo>
                    <a:pt x="297306" y="139827"/>
                  </a:lnTo>
                  <a:lnTo>
                    <a:pt x="329184" y="103124"/>
                  </a:lnTo>
                  <a:lnTo>
                    <a:pt x="304613" y="62865"/>
                  </a:lnTo>
                  <a:close/>
                </a:path>
                <a:path w="384175" h="230504">
                  <a:moveTo>
                    <a:pt x="148784" y="117729"/>
                  </a:moveTo>
                  <a:lnTo>
                    <a:pt x="118109" y="117729"/>
                  </a:lnTo>
                  <a:lnTo>
                    <a:pt x="123443" y="119380"/>
                  </a:lnTo>
                  <a:lnTo>
                    <a:pt x="127381" y="122936"/>
                  </a:lnTo>
                  <a:lnTo>
                    <a:pt x="132334" y="127000"/>
                  </a:lnTo>
                  <a:lnTo>
                    <a:pt x="134493" y="132715"/>
                  </a:lnTo>
                  <a:lnTo>
                    <a:pt x="134741" y="135763"/>
                  </a:lnTo>
                  <a:lnTo>
                    <a:pt x="134783" y="136271"/>
                  </a:lnTo>
                  <a:lnTo>
                    <a:pt x="134886" y="137541"/>
                  </a:lnTo>
                  <a:lnTo>
                    <a:pt x="135001" y="138938"/>
                  </a:lnTo>
                  <a:lnTo>
                    <a:pt x="137159" y="138049"/>
                  </a:lnTo>
                  <a:lnTo>
                    <a:pt x="139827" y="137541"/>
                  </a:lnTo>
                  <a:lnTo>
                    <a:pt x="282618" y="137541"/>
                  </a:lnTo>
                  <a:lnTo>
                    <a:pt x="261437" y="119380"/>
                  </a:lnTo>
                  <a:lnTo>
                    <a:pt x="153543" y="119380"/>
                  </a:lnTo>
                  <a:lnTo>
                    <a:pt x="148784" y="117729"/>
                  </a:lnTo>
                  <a:close/>
                </a:path>
                <a:path w="384175" h="230504">
                  <a:moveTo>
                    <a:pt x="92913" y="39750"/>
                  </a:moveTo>
                  <a:lnTo>
                    <a:pt x="54419" y="103505"/>
                  </a:lnTo>
                  <a:lnTo>
                    <a:pt x="84505" y="138430"/>
                  </a:lnTo>
                  <a:lnTo>
                    <a:pt x="96012" y="125222"/>
                  </a:lnTo>
                  <a:lnTo>
                    <a:pt x="99999" y="120269"/>
                  </a:lnTo>
                  <a:lnTo>
                    <a:pt x="106172" y="117729"/>
                  </a:lnTo>
                  <a:lnTo>
                    <a:pt x="148784" y="117729"/>
                  </a:lnTo>
                  <a:lnTo>
                    <a:pt x="147320" y="117221"/>
                  </a:lnTo>
                  <a:lnTo>
                    <a:pt x="142875" y="112776"/>
                  </a:lnTo>
                  <a:lnTo>
                    <a:pt x="136500" y="104394"/>
                  </a:lnTo>
                  <a:lnTo>
                    <a:pt x="133921" y="94503"/>
                  </a:lnTo>
                  <a:lnTo>
                    <a:pt x="135159" y="84361"/>
                  </a:lnTo>
                  <a:lnTo>
                    <a:pt x="140208" y="75184"/>
                  </a:lnTo>
                  <a:lnTo>
                    <a:pt x="165210" y="46418"/>
                  </a:lnTo>
                  <a:lnTo>
                    <a:pt x="132137" y="46418"/>
                  </a:lnTo>
                  <a:lnTo>
                    <a:pt x="112913" y="45835"/>
                  </a:lnTo>
                  <a:lnTo>
                    <a:pt x="92913" y="39750"/>
                  </a:lnTo>
                  <a:close/>
                </a:path>
                <a:path w="384175" h="230504">
                  <a:moveTo>
                    <a:pt x="210565" y="75692"/>
                  </a:moveTo>
                  <a:lnTo>
                    <a:pt x="180086" y="110617"/>
                  </a:lnTo>
                  <a:lnTo>
                    <a:pt x="175640" y="115951"/>
                  </a:lnTo>
                  <a:lnTo>
                    <a:pt x="169418" y="118999"/>
                  </a:lnTo>
                  <a:lnTo>
                    <a:pt x="162433" y="119380"/>
                  </a:lnTo>
                  <a:lnTo>
                    <a:pt x="261437" y="119380"/>
                  </a:lnTo>
                  <a:lnTo>
                    <a:pt x="215519" y="80010"/>
                  </a:lnTo>
                  <a:lnTo>
                    <a:pt x="210565" y="75692"/>
                  </a:lnTo>
                  <a:close/>
                </a:path>
                <a:path w="384175" h="230504">
                  <a:moveTo>
                    <a:pt x="191134" y="35433"/>
                  </a:moveTo>
                  <a:lnTo>
                    <a:pt x="146431" y="81407"/>
                  </a:lnTo>
                  <a:lnTo>
                    <a:pt x="142033" y="94265"/>
                  </a:lnTo>
                  <a:lnTo>
                    <a:pt x="143927" y="100838"/>
                  </a:lnTo>
                  <a:lnTo>
                    <a:pt x="148209" y="106172"/>
                  </a:lnTo>
                  <a:lnTo>
                    <a:pt x="152146" y="109220"/>
                  </a:lnTo>
                  <a:lnTo>
                    <a:pt x="156590" y="110998"/>
                  </a:lnTo>
                  <a:lnTo>
                    <a:pt x="161544" y="110617"/>
                  </a:lnTo>
                  <a:lnTo>
                    <a:pt x="165862" y="110109"/>
                  </a:lnTo>
                  <a:lnTo>
                    <a:pt x="170306" y="108331"/>
                  </a:lnTo>
                  <a:lnTo>
                    <a:pt x="173481" y="104394"/>
                  </a:lnTo>
                  <a:lnTo>
                    <a:pt x="209677" y="62865"/>
                  </a:lnTo>
                  <a:lnTo>
                    <a:pt x="304613" y="62865"/>
                  </a:lnTo>
                  <a:lnTo>
                    <a:pt x="295019" y="47144"/>
                  </a:lnTo>
                  <a:lnTo>
                    <a:pt x="265761" y="47144"/>
                  </a:lnTo>
                  <a:lnTo>
                    <a:pt x="242490" y="46069"/>
                  </a:lnTo>
                  <a:lnTo>
                    <a:pt x="221035" y="41529"/>
                  </a:lnTo>
                  <a:lnTo>
                    <a:pt x="198628" y="36322"/>
                  </a:lnTo>
                  <a:lnTo>
                    <a:pt x="198247" y="36322"/>
                  </a:lnTo>
                  <a:lnTo>
                    <a:pt x="196469" y="35813"/>
                  </a:lnTo>
                  <a:lnTo>
                    <a:pt x="191134" y="35433"/>
                  </a:lnTo>
                  <a:close/>
                </a:path>
                <a:path w="384175" h="230504">
                  <a:moveTo>
                    <a:pt x="50444" y="0"/>
                  </a:moveTo>
                  <a:lnTo>
                    <a:pt x="0" y="83185"/>
                  </a:lnTo>
                  <a:lnTo>
                    <a:pt x="34074" y="104013"/>
                  </a:lnTo>
                  <a:lnTo>
                    <a:pt x="38049" y="106553"/>
                  </a:lnTo>
                  <a:lnTo>
                    <a:pt x="43802" y="105283"/>
                  </a:lnTo>
                  <a:lnTo>
                    <a:pt x="46012" y="100838"/>
                  </a:lnTo>
                  <a:lnTo>
                    <a:pt x="87160" y="32766"/>
                  </a:lnTo>
                  <a:lnTo>
                    <a:pt x="89814" y="28701"/>
                  </a:lnTo>
                  <a:lnTo>
                    <a:pt x="88493" y="22987"/>
                  </a:lnTo>
                  <a:lnTo>
                    <a:pt x="84061" y="20828"/>
                  </a:lnTo>
                  <a:lnTo>
                    <a:pt x="50444" y="0"/>
                  </a:lnTo>
                  <a:close/>
                </a:path>
                <a:path w="384175" h="230504">
                  <a:moveTo>
                    <a:pt x="334009" y="0"/>
                  </a:moveTo>
                  <a:lnTo>
                    <a:pt x="299974" y="20828"/>
                  </a:lnTo>
                  <a:lnTo>
                    <a:pt x="295528" y="22987"/>
                  </a:lnTo>
                  <a:lnTo>
                    <a:pt x="294259" y="28701"/>
                  </a:lnTo>
                  <a:lnTo>
                    <a:pt x="296926" y="32766"/>
                  </a:lnTo>
                  <a:lnTo>
                    <a:pt x="338074" y="100838"/>
                  </a:lnTo>
                  <a:lnTo>
                    <a:pt x="340233" y="105283"/>
                  </a:lnTo>
                  <a:lnTo>
                    <a:pt x="345948" y="106553"/>
                  </a:lnTo>
                  <a:lnTo>
                    <a:pt x="350012" y="104013"/>
                  </a:lnTo>
                  <a:lnTo>
                    <a:pt x="384048" y="83185"/>
                  </a:lnTo>
                  <a:lnTo>
                    <a:pt x="334009" y="0"/>
                  </a:lnTo>
                  <a:close/>
                </a:path>
                <a:path w="384175" h="230504">
                  <a:moveTo>
                    <a:pt x="291592" y="41529"/>
                  </a:moveTo>
                  <a:lnTo>
                    <a:pt x="265761" y="47144"/>
                  </a:lnTo>
                  <a:lnTo>
                    <a:pt x="295019" y="47144"/>
                  </a:lnTo>
                  <a:lnTo>
                    <a:pt x="291592" y="41529"/>
                  </a:lnTo>
                  <a:close/>
                </a:path>
                <a:path w="384175" h="230504">
                  <a:moveTo>
                    <a:pt x="166370" y="45085"/>
                  </a:moveTo>
                  <a:lnTo>
                    <a:pt x="149055" y="45085"/>
                  </a:lnTo>
                  <a:lnTo>
                    <a:pt x="132137" y="46418"/>
                  </a:lnTo>
                  <a:lnTo>
                    <a:pt x="165210" y="46418"/>
                  </a:lnTo>
                  <a:lnTo>
                    <a:pt x="166370" y="45085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040891" y="4166641"/>
            <a:ext cx="629920" cy="629920"/>
            <a:chOff x="1040891" y="4166641"/>
            <a:chExt cx="629920" cy="629920"/>
          </a:xfrm>
        </p:grpSpPr>
        <p:sp>
          <p:nvSpPr>
            <p:cNvPr id="24" name="object 24"/>
            <p:cNvSpPr/>
            <p:nvPr/>
          </p:nvSpPr>
          <p:spPr>
            <a:xfrm>
              <a:off x="1213726" y="4170680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29">
                  <a:moveTo>
                    <a:pt x="143268" y="0"/>
                  </a:moveTo>
                  <a:lnTo>
                    <a:pt x="73410" y="6985"/>
                  </a:lnTo>
                  <a:lnTo>
                    <a:pt x="8343" y="26924"/>
                  </a:lnTo>
                  <a:lnTo>
                    <a:pt x="0" y="31369"/>
                  </a:lnTo>
                  <a:lnTo>
                    <a:pt x="12331" y="59817"/>
                  </a:lnTo>
                  <a:lnTo>
                    <a:pt x="20573" y="55499"/>
                  </a:lnTo>
                  <a:lnTo>
                    <a:pt x="49555" y="45025"/>
                  </a:lnTo>
                  <a:lnTo>
                    <a:pt x="79782" y="37338"/>
                  </a:lnTo>
                  <a:lnTo>
                    <a:pt x="111079" y="32603"/>
                  </a:lnTo>
                  <a:lnTo>
                    <a:pt x="143268" y="30988"/>
                  </a:lnTo>
                  <a:lnTo>
                    <a:pt x="175530" y="32603"/>
                  </a:lnTo>
                  <a:lnTo>
                    <a:pt x="206863" y="37338"/>
                  </a:lnTo>
                  <a:lnTo>
                    <a:pt x="237101" y="45025"/>
                  </a:lnTo>
                  <a:lnTo>
                    <a:pt x="266077" y="55499"/>
                  </a:lnTo>
                  <a:lnTo>
                    <a:pt x="277761" y="61722"/>
                  </a:lnTo>
                  <a:lnTo>
                    <a:pt x="288683" y="32512"/>
                  </a:lnTo>
                  <a:lnTo>
                    <a:pt x="278269" y="26924"/>
                  </a:lnTo>
                  <a:lnTo>
                    <a:pt x="246388" y="15430"/>
                  </a:lnTo>
                  <a:lnTo>
                    <a:pt x="213150" y="6985"/>
                  </a:lnTo>
                  <a:lnTo>
                    <a:pt x="178721" y="1778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0891" y="4166641"/>
              <a:ext cx="629386" cy="62938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11796" y="4236593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468" y="0"/>
                  </a:moveTo>
                  <a:lnTo>
                    <a:pt x="196797" y="5008"/>
                  </a:lnTo>
                  <a:lnTo>
                    <a:pt x="150533" y="19371"/>
                  </a:lnTo>
                  <a:lnTo>
                    <a:pt x="108666" y="42099"/>
                  </a:lnTo>
                  <a:lnTo>
                    <a:pt x="72189" y="72199"/>
                  </a:lnTo>
                  <a:lnTo>
                    <a:pt x="42093" y="108681"/>
                  </a:lnTo>
                  <a:lnTo>
                    <a:pt x="19369" y="150554"/>
                  </a:lnTo>
                  <a:lnTo>
                    <a:pt x="5007" y="196826"/>
                  </a:lnTo>
                  <a:lnTo>
                    <a:pt x="0" y="246506"/>
                  </a:lnTo>
                  <a:lnTo>
                    <a:pt x="5007" y="296187"/>
                  </a:lnTo>
                  <a:lnTo>
                    <a:pt x="19369" y="342459"/>
                  </a:lnTo>
                  <a:lnTo>
                    <a:pt x="42093" y="384332"/>
                  </a:lnTo>
                  <a:lnTo>
                    <a:pt x="72189" y="420814"/>
                  </a:lnTo>
                  <a:lnTo>
                    <a:pt x="108666" y="450914"/>
                  </a:lnTo>
                  <a:lnTo>
                    <a:pt x="150533" y="473642"/>
                  </a:lnTo>
                  <a:lnTo>
                    <a:pt x="196797" y="488005"/>
                  </a:lnTo>
                  <a:lnTo>
                    <a:pt x="246468" y="493013"/>
                  </a:lnTo>
                  <a:lnTo>
                    <a:pt x="296149" y="488005"/>
                  </a:lnTo>
                  <a:lnTo>
                    <a:pt x="342421" y="473642"/>
                  </a:lnTo>
                  <a:lnTo>
                    <a:pt x="384294" y="450914"/>
                  </a:lnTo>
                  <a:lnTo>
                    <a:pt x="420776" y="420814"/>
                  </a:lnTo>
                  <a:lnTo>
                    <a:pt x="450876" y="384332"/>
                  </a:lnTo>
                  <a:lnTo>
                    <a:pt x="473604" y="342459"/>
                  </a:lnTo>
                  <a:lnTo>
                    <a:pt x="487967" y="296187"/>
                  </a:lnTo>
                  <a:lnTo>
                    <a:pt x="492975" y="246506"/>
                  </a:lnTo>
                  <a:lnTo>
                    <a:pt x="487967" y="196826"/>
                  </a:lnTo>
                  <a:lnTo>
                    <a:pt x="473604" y="150554"/>
                  </a:lnTo>
                  <a:lnTo>
                    <a:pt x="450876" y="108681"/>
                  </a:lnTo>
                  <a:lnTo>
                    <a:pt x="420776" y="72199"/>
                  </a:lnTo>
                  <a:lnTo>
                    <a:pt x="384294" y="42099"/>
                  </a:lnTo>
                  <a:lnTo>
                    <a:pt x="342421" y="19371"/>
                  </a:lnTo>
                  <a:lnTo>
                    <a:pt x="296149" y="5008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1200911" y="4322064"/>
              <a:ext cx="315595" cy="321945"/>
            </a:xfrm>
            <a:custGeom>
              <a:avLst/>
              <a:gdLst/>
              <a:ahLst/>
              <a:cxnLst/>
              <a:rect l="l" t="t" r="r" b="b"/>
              <a:pathLst>
                <a:path w="315594" h="321945">
                  <a:moveTo>
                    <a:pt x="126547" y="289258"/>
                  </a:moveTo>
                  <a:lnTo>
                    <a:pt x="42513" y="289258"/>
                  </a:lnTo>
                  <a:lnTo>
                    <a:pt x="54008" y="290068"/>
                  </a:lnTo>
                  <a:lnTo>
                    <a:pt x="65982" y="294497"/>
                  </a:lnTo>
                  <a:lnTo>
                    <a:pt x="79247" y="301117"/>
                  </a:lnTo>
                  <a:lnTo>
                    <a:pt x="87046" y="305121"/>
                  </a:lnTo>
                  <a:lnTo>
                    <a:pt x="95821" y="309435"/>
                  </a:lnTo>
                  <a:lnTo>
                    <a:pt x="105644" y="313940"/>
                  </a:lnTo>
                  <a:lnTo>
                    <a:pt x="116585" y="318516"/>
                  </a:lnTo>
                  <a:lnTo>
                    <a:pt x="124831" y="320984"/>
                  </a:lnTo>
                  <a:lnTo>
                    <a:pt x="133302" y="321500"/>
                  </a:lnTo>
                  <a:lnTo>
                    <a:pt x="141606" y="320016"/>
                  </a:lnTo>
                  <a:lnTo>
                    <a:pt x="149351" y="316484"/>
                  </a:lnTo>
                  <a:lnTo>
                    <a:pt x="184486" y="296037"/>
                  </a:lnTo>
                  <a:lnTo>
                    <a:pt x="158496" y="296037"/>
                  </a:lnTo>
                  <a:lnTo>
                    <a:pt x="126547" y="289258"/>
                  </a:lnTo>
                  <a:close/>
                </a:path>
                <a:path w="315594" h="321945">
                  <a:moveTo>
                    <a:pt x="67487" y="222504"/>
                  </a:moveTo>
                  <a:lnTo>
                    <a:pt x="20134" y="239585"/>
                  </a:lnTo>
                  <a:lnTo>
                    <a:pt x="10953" y="244006"/>
                  </a:lnTo>
                  <a:lnTo>
                    <a:pt x="0" y="249047"/>
                  </a:lnTo>
                  <a:lnTo>
                    <a:pt x="23012" y="298069"/>
                  </a:lnTo>
                  <a:lnTo>
                    <a:pt x="30683" y="293497"/>
                  </a:lnTo>
                  <a:lnTo>
                    <a:pt x="42513" y="289258"/>
                  </a:lnTo>
                  <a:lnTo>
                    <a:pt x="126547" y="289258"/>
                  </a:lnTo>
                  <a:lnTo>
                    <a:pt x="81279" y="279654"/>
                  </a:lnTo>
                  <a:lnTo>
                    <a:pt x="79756" y="277113"/>
                  </a:lnTo>
                  <a:lnTo>
                    <a:pt x="80602" y="272034"/>
                  </a:lnTo>
                  <a:lnTo>
                    <a:pt x="80687" y="271525"/>
                  </a:lnTo>
                  <a:lnTo>
                    <a:pt x="80772" y="271018"/>
                  </a:lnTo>
                  <a:lnTo>
                    <a:pt x="83312" y="269494"/>
                  </a:lnTo>
                  <a:lnTo>
                    <a:pt x="172847" y="269494"/>
                  </a:lnTo>
                  <a:lnTo>
                    <a:pt x="170815" y="265430"/>
                  </a:lnTo>
                  <a:lnTo>
                    <a:pt x="117887" y="249237"/>
                  </a:lnTo>
                  <a:lnTo>
                    <a:pt x="85386" y="229326"/>
                  </a:lnTo>
                  <a:lnTo>
                    <a:pt x="79333" y="225869"/>
                  </a:lnTo>
                  <a:lnTo>
                    <a:pt x="73504" y="223555"/>
                  </a:lnTo>
                  <a:lnTo>
                    <a:pt x="67487" y="222504"/>
                  </a:lnTo>
                  <a:close/>
                </a:path>
                <a:path w="315594" h="321945">
                  <a:moveTo>
                    <a:pt x="235712" y="240919"/>
                  </a:moveTo>
                  <a:lnTo>
                    <a:pt x="230631" y="244475"/>
                  </a:lnTo>
                  <a:lnTo>
                    <a:pt x="183515" y="272034"/>
                  </a:lnTo>
                  <a:lnTo>
                    <a:pt x="184022" y="274574"/>
                  </a:lnTo>
                  <a:lnTo>
                    <a:pt x="184022" y="277622"/>
                  </a:lnTo>
                  <a:lnTo>
                    <a:pt x="183006" y="280288"/>
                  </a:lnTo>
                  <a:lnTo>
                    <a:pt x="179409" y="287750"/>
                  </a:lnTo>
                  <a:lnTo>
                    <a:pt x="173656" y="293116"/>
                  </a:lnTo>
                  <a:lnTo>
                    <a:pt x="166372" y="296037"/>
                  </a:lnTo>
                  <a:lnTo>
                    <a:pt x="184486" y="296037"/>
                  </a:lnTo>
                  <a:lnTo>
                    <a:pt x="242315" y="262381"/>
                  </a:lnTo>
                  <a:lnTo>
                    <a:pt x="247716" y="253746"/>
                  </a:lnTo>
                  <a:lnTo>
                    <a:pt x="247837" y="253111"/>
                  </a:lnTo>
                  <a:lnTo>
                    <a:pt x="247934" y="252603"/>
                  </a:lnTo>
                  <a:lnTo>
                    <a:pt x="248031" y="252094"/>
                  </a:lnTo>
                  <a:lnTo>
                    <a:pt x="247522" y="249555"/>
                  </a:lnTo>
                  <a:lnTo>
                    <a:pt x="246379" y="247523"/>
                  </a:lnTo>
                  <a:lnTo>
                    <a:pt x="242824" y="242443"/>
                  </a:lnTo>
                  <a:lnTo>
                    <a:pt x="235712" y="240919"/>
                  </a:lnTo>
                  <a:close/>
                </a:path>
                <a:path w="315594" h="321945">
                  <a:moveTo>
                    <a:pt x="172847" y="269494"/>
                  </a:moveTo>
                  <a:lnTo>
                    <a:pt x="83312" y="269494"/>
                  </a:lnTo>
                  <a:lnTo>
                    <a:pt x="86359" y="270002"/>
                  </a:lnTo>
                  <a:lnTo>
                    <a:pt x="160019" y="285369"/>
                  </a:lnTo>
                  <a:lnTo>
                    <a:pt x="166115" y="286893"/>
                  </a:lnTo>
                  <a:lnTo>
                    <a:pt x="170815" y="282321"/>
                  </a:lnTo>
                  <a:lnTo>
                    <a:pt x="172338" y="277113"/>
                  </a:lnTo>
                  <a:lnTo>
                    <a:pt x="173862" y="271525"/>
                  </a:lnTo>
                  <a:lnTo>
                    <a:pt x="172847" y="269494"/>
                  </a:lnTo>
                  <a:close/>
                </a:path>
                <a:path w="315594" h="321945">
                  <a:moveTo>
                    <a:pt x="203453" y="230759"/>
                  </a:moveTo>
                  <a:lnTo>
                    <a:pt x="197357" y="233806"/>
                  </a:lnTo>
                  <a:lnTo>
                    <a:pt x="163068" y="252603"/>
                  </a:lnTo>
                  <a:lnTo>
                    <a:pt x="164084" y="253111"/>
                  </a:lnTo>
                  <a:lnTo>
                    <a:pt x="165607" y="253111"/>
                  </a:lnTo>
                  <a:lnTo>
                    <a:pt x="166624" y="253746"/>
                  </a:lnTo>
                  <a:lnTo>
                    <a:pt x="172338" y="254762"/>
                  </a:lnTo>
                  <a:lnTo>
                    <a:pt x="176910" y="257810"/>
                  </a:lnTo>
                  <a:lnTo>
                    <a:pt x="179959" y="261874"/>
                  </a:lnTo>
                  <a:lnTo>
                    <a:pt x="216281" y="240411"/>
                  </a:lnTo>
                  <a:lnTo>
                    <a:pt x="213232" y="236347"/>
                  </a:lnTo>
                  <a:lnTo>
                    <a:pt x="209676" y="231775"/>
                  </a:lnTo>
                  <a:lnTo>
                    <a:pt x="203453" y="230759"/>
                  </a:lnTo>
                  <a:close/>
                </a:path>
                <a:path w="315594" h="321945">
                  <a:moveTo>
                    <a:pt x="141604" y="93980"/>
                  </a:moveTo>
                  <a:lnTo>
                    <a:pt x="117768" y="98811"/>
                  </a:lnTo>
                  <a:lnTo>
                    <a:pt x="98266" y="111966"/>
                  </a:lnTo>
                  <a:lnTo>
                    <a:pt x="85097" y="131431"/>
                  </a:lnTo>
                  <a:lnTo>
                    <a:pt x="80367" y="154686"/>
                  </a:lnTo>
                  <a:lnTo>
                    <a:pt x="80263" y="155194"/>
                  </a:lnTo>
                  <a:lnTo>
                    <a:pt x="84836" y="177673"/>
                  </a:lnTo>
                  <a:lnTo>
                    <a:pt x="84940" y="178181"/>
                  </a:lnTo>
                  <a:lnTo>
                    <a:pt x="85043" y="178688"/>
                  </a:lnTo>
                  <a:lnTo>
                    <a:pt x="85097" y="178956"/>
                  </a:lnTo>
                  <a:lnTo>
                    <a:pt x="98266" y="198421"/>
                  </a:lnTo>
                  <a:lnTo>
                    <a:pt x="117768" y="211576"/>
                  </a:lnTo>
                  <a:lnTo>
                    <a:pt x="141604" y="216408"/>
                  </a:lnTo>
                  <a:lnTo>
                    <a:pt x="165441" y="211576"/>
                  </a:lnTo>
                  <a:lnTo>
                    <a:pt x="184943" y="198421"/>
                  </a:lnTo>
                  <a:lnTo>
                    <a:pt x="186264" y="196469"/>
                  </a:lnTo>
                  <a:lnTo>
                    <a:pt x="139065" y="196469"/>
                  </a:lnTo>
                  <a:lnTo>
                    <a:pt x="139065" y="189356"/>
                  </a:lnTo>
                  <a:lnTo>
                    <a:pt x="132369" y="188118"/>
                  </a:lnTo>
                  <a:lnTo>
                    <a:pt x="125984" y="185928"/>
                  </a:lnTo>
                  <a:lnTo>
                    <a:pt x="119884" y="182784"/>
                  </a:lnTo>
                  <a:lnTo>
                    <a:pt x="114046" y="178688"/>
                  </a:lnTo>
                  <a:lnTo>
                    <a:pt x="121157" y="169925"/>
                  </a:lnTo>
                  <a:lnTo>
                    <a:pt x="138556" y="169925"/>
                  </a:lnTo>
                  <a:lnTo>
                    <a:pt x="138556" y="159258"/>
                  </a:lnTo>
                  <a:lnTo>
                    <a:pt x="129498" y="156581"/>
                  </a:lnTo>
                  <a:lnTo>
                    <a:pt x="122570" y="152701"/>
                  </a:lnTo>
                  <a:lnTo>
                    <a:pt x="118143" y="146988"/>
                  </a:lnTo>
                  <a:lnTo>
                    <a:pt x="116585" y="138811"/>
                  </a:lnTo>
                  <a:lnTo>
                    <a:pt x="118286" y="130544"/>
                  </a:lnTo>
                  <a:lnTo>
                    <a:pt x="122951" y="124206"/>
                  </a:lnTo>
                  <a:lnTo>
                    <a:pt x="129926" y="120058"/>
                  </a:lnTo>
                  <a:lnTo>
                    <a:pt x="138556" y="118363"/>
                  </a:lnTo>
                  <a:lnTo>
                    <a:pt x="138556" y="113284"/>
                  </a:lnTo>
                  <a:lnTo>
                    <a:pt x="185835" y="113284"/>
                  </a:lnTo>
                  <a:lnTo>
                    <a:pt x="184943" y="111966"/>
                  </a:lnTo>
                  <a:lnTo>
                    <a:pt x="165441" y="98811"/>
                  </a:lnTo>
                  <a:lnTo>
                    <a:pt x="141604" y="93980"/>
                  </a:lnTo>
                  <a:close/>
                </a:path>
                <a:path w="315594" h="321945">
                  <a:moveTo>
                    <a:pt x="145669" y="129667"/>
                  </a:moveTo>
                  <a:lnTo>
                    <a:pt x="145669" y="148590"/>
                  </a:lnTo>
                  <a:lnTo>
                    <a:pt x="146176" y="148590"/>
                  </a:lnTo>
                  <a:lnTo>
                    <a:pt x="155120" y="151272"/>
                  </a:lnTo>
                  <a:lnTo>
                    <a:pt x="162290" y="155194"/>
                  </a:lnTo>
                  <a:lnTo>
                    <a:pt x="167054" y="161020"/>
                  </a:lnTo>
                  <a:lnTo>
                    <a:pt x="168782" y="169418"/>
                  </a:lnTo>
                  <a:lnTo>
                    <a:pt x="166964" y="177673"/>
                  </a:lnTo>
                  <a:lnTo>
                    <a:pt x="162036" y="183816"/>
                  </a:lnTo>
                  <a:lnTo>
                    <a:pt x="154691" y="187759"/>
                  </a:lnTo>
                  <a:lnTo>
                    <a:pt x="145669" y="189356"/>
                  </a:lnTo>
                  <a:lnTo>
                    <a:pt x="145669" y="196469"/>
                  </a:lnTo>
                  <a:lnTo>
                    <a:pt x="186264" y="196469"/>
                  </a:lnTo>
                  <a:lnTo>
                    <a:pt x="198112" y="178956"/>
                  </a:lnTo>
                  <a:lnTo>
                    <a:pt x="202946" y="155194"/>
                  </a:lnTo>
                  <a:lnTo>
                    <a:pt x="198889" y="135255"/>
                  </a:lnTo>
                  <a:lnTo>
                    <a:pt x="160019" y="135255"/>
                  </a:lnTo>
                  <a:lnTo>
                    <a:pt x="155447" y="132206"/>
                  </a:lnTo>
                  <a:lnTo>
                    <a:pt x="150875" y="130175"/>
                  </a:lnTo>
                  <a:lnTo>
                    <a:pt x="145669" y="129667"/>
                  </a:lnTo>
                  <a:close/>
                </a:path>
                <a:path w="315594" h="321945">
                  <a:moveTo>
                    <a:pt x="264287" y="0"/>
                  </a:moveTo>
                  <a:lnTo>
                    <a:pt x="143637" y="0"/>
                  </a:lnTo>
                  <a:lnTo>
                    <a:pt x="141604" y="2540"/>
                  </a:lnTo>
                  <a:lnTo>
                    <a:pt x="141604" y="83185"/>
                  </a:lnTo>
                  <a:lnTo>
                    <a:pt x="169406" y="88828"/>
                  </a:lnTo>
                  <a:lnTo>
                    <a:pt x="192182" y="104235"/>
                  </a:lnTo>
                  <a:lnTo>
                    <a:pt x="207577" y="127119"/>
                  </a:lnTo>
                  <a:lnTo>
                    <a:pt x="213130" y="154686"/>
                  </a:lnTo>
                  <a:lnTo>
                    <a:pt x="213087" y="157225"/>
                  </a:lnTo>
                  <a:lnTo>
                    <a:pt x="212942" y="159258"/>
                  </a:lnTo>
                  <a:lnTo>
                    <a:pt x="212832" y="160781"/>
                  </a:lnTo>
                  <a:lnTo>
                    <a:pt x="212723" y="162306"/>
                  </a:lnTo>
                  <a:lnTo>
                    <a:pt x="212687" y="162813"/>
                  </a:lnTo>
                  <a:lnTo>
                    <a:pt x="212578" y="164337"/>
                  </a:lnTo>
                  <a:lnTo>
                    <a:pt x="212476" y="165754"/>
                  </a:lnTo>
                  <a:lnTo>
                    <a:pt x="210414" y="175133"/>
                  </a:lnTo>
                  <a:lnTo>
                    <a:pt x="210302" y="175641"/>
                  </a:lnTo>
                  <a:lnTo>
                    <a:pt x="210232" y="175958"/>
                  </a:lnTo>
                  <a:lnTo>
                    <a:pt x="206535" y="185590"/>
                  </a:lnTo>
                  <a:lnTo>
                    <a:pt x="201422" y="194437"/>
                  </a:lnTo>
                  <a:lnTo>
                    <a:pt x="313435" y="194437"/>
                  </a:lnTo>
                  <a:lnTo>
                    <a:pt x="315468" y="191897"/>
                  </a:lnTo>
                  <a:lnTo>
                    <a:pt x="315468" y="164846"/>
                  </a:lnTo>
                  <a:lnTo>
                    <a:pt x="252094" y="164846"/>
                  </a:lnTo>
                  <a:lnTo>
                    <a:pt x="250062" y="162306"/>
                  </a:lnTo>
                  <a:lnTo>
                    <a:pt x="250062" y="156718"/>
                  </a:lnTo>
                  <a:lnTo>
                    <a:pt x="252603" y="154686"/>
                  </a:lnTo>
                  <a:lnTo>
                    <a:pt x="315468" y="154686"/>
                  </a:lnTo>
                  <a:lnTo>
                    <a:pt x="315468" y="123571"/>
                  </a:lnTo>
                  <a:lnTo>
                    <a:pt x="225932" y="123571"/>
                  </a:lnTo>
                  <a:lnTo>
                    <a:pt x="223900" y="121031"/>
                  </a:lnTo>
                  <a:lnTo>
                    <a:pt x="223900" y="115316"/>
                  </a:lnTo>
                  <a:lnTo>
                    <a:pt x="226440" y="112775"/>
                  </a:lnTo>
                  <a:lnTo>
                    <a:pt x="315468" y="112775"/>
                  </a:lnTo>
                  <a:lnTo>
                    <a:pt x="315468" y="81661"/>
                  </a:lnTo>
                  <a:lnTo>
                    <a:pt x="204978" y="81661"/>
                  </a:lnTo>
                  <a:lnTo>
                    <a:pt x="202946" y="79121"/>
                  </a:lnTo>
                  <a:lnTo>
                    <a:pt x="202946" y="73533"/>
                  </a:lnTo>
                  <a:lnTo>
                    <a:pt x="205485" y="70993"/>
                  </a:lnTo>
                  <a:lnTo>
                    <a:pt x="315468" y="70993"/>
                  </a:lnTo>
                  <a:lnTo>
                    <a:pt x="315468" y="51562"/>
                  </a:lnTo>
                  <a:lnTo>
                    <a:pt x="266446" y="51562"/>
                  </a:lnTo>
                  <a:lnTo>
                    <a:pt x="264287" y="49022"/>
                  </a:lnTo>
                  <a:lnTo>
                    <a:pt x="264287" y="39750"/>
                  </a:lnTo>
                  <a:lnTo>
                    <a:pt x="168782" y="39750"/>
                  </a:lnTo>
                  <a:lnTo>
                    <a:pt x="166624" y="37211"/>
                  </a:lnTo>
                  <a:lnTo>
                    <a:pt x="166624" y="31623"/>
                  </a:lnTo>
                  <a:lnTo>
                    <a:pt x="169290" y="29591"/>
                  </a:lnTo>
                  <a:lnTo>
                    <a:pt x="264287" y="29591"/>
                  </a:lnTo>
                  <a:lnTo>
                    <a:pt x="264287" y="0"/>
                  </a:lnTo>
                  <a:close/>
                </a:path>
                <a:path w="315594" h="321945">
                  <a:moveTo>
                    <a:pt x="138556" y="169925"/>
                  </a:moveTo>
                  <a:lnTo>
                    <a:pt x="121157" y="169925"/>
                  </a:lnTo>
                  <a:lnTo>
                    <a:pt x="126746" y="175133"/>
                  </a:lnTo>
                  <a:lnTo>
                    <a:pt x="132460" y="177673"/>
                  </a:lnTo>
                  <a:lnTo>
                    <a:pt x="138556" y="178688"/>
                  </a:lnTo>
                  <a:lnTo>
                    <a:pt x="138556" y="169925"/>
                  </a:lnTo>
                  <a:close/>
                </a:path>
                <a:path w="315594" h="321945">
                  <a:moveTo>
                    <a:pt x="145669" y="160781"/>
                  </a:moveTo>
                  <a:lnTo>
                    <a:pt x="145669" y="178688"/>
                  </a:lnTo>
                  <a:lnTo>
                    <a:pt x="150875" y="178181"/>
                  </a:lnTo>
                  <a:lnTo>
                    <a:pt x="155956" y="175641"/>
                  </a:lnTo>
                  <a:lnTo>
                    <a:pt x="155956" y="164337"/>
                  </a:lnTo>
                  <a:lnTo>
                    <a:pt x="151891" y="162306"/>
                  </a:lnTo>
                  <a:lnTo>
                    <a:pt x="145669" y="160781"/>
                  </a:lnTo>
                  <a:close/>
                </a:path>
                <a:path w="315594" h="321945">
                  <a:moveTo>
                    <a:pt x="315468" y="154686"/>
                  </a:moveTo>
                  <a:lnTo>
                    <a:pt x="289432" y="154686"/>
                  </a:lnTo>
                  <a:lnTo>
                    <a:pt x="291972" y="157225"/>
                  </a:lnTo>
                  <a:lnTo>
                    <a:pt x="291972" y="162813"/>
                  </a:lnTo>
                  <a:lnTo>
                    <a:pt x="289432" y="164846"/>
                  </a:lnTo>
                  <a:lnTo>
                    <a:pt x="315468" y="164846"/>
                  </a:lnTo>
                  <a:lnTo>
                    <a:pt x="315468" y="154686"/>
                  </a:lnTo>
                  <a:close/>
                </a:path>
                <a:path w="315594" h="321945">
                  <a:moveTo>
                    <a:pt x="139065" y="129159"/>
                  </a:moveTo>
                  <a:lnTo>
                    <a:pt x="133984" y="129667"/>
                  </a:lnTo>
                  <a:lnTo>
                    <a:pt x="129412" y="132206"/>
                  </a:lnTo>
                  <a:lnTo>
                    <a:pt x="129412" y="142875"/>
                  </a:lnTo>
                  <a:lnTo>
                    <a:pt x="133476" y="144399"/>
                  </a:lnTo>
                  <a:lnTo>
                    <a:pt x="139065" y="146431"/>
                  </a:lnTo>
                  <a:lnTo>
                    <a:pt x="139065" y="129159"/>
                  </a:lnTo>
                  <a:close/>
                </a:path>
                <a:path w="315594" h="321945">
                  <a:moveTo>
                    <a:pt x="185835" y="113284"/>
                  </a:moveTo>
                  <a:lnTo>
                    <a:pt x="145160" y="113284"/>
                  </a:lnTo>
                  <a:lnTo>
                    <a:pt x="145160" y="118363"/>
                  </a:lnTo>
                  <a:lnTo>
                    <a:pt x="152400" y="118872"/>
                  </a:lnTo>
                  <a:lnTo>
                    <a:pt x="159512" y="121538"/>
                  </a:lnTo>
                  <a:lnTo>
                    <a:pt x="166115" y="126111"/>
                  </a:lnTo>
                  <a:lnTo>
                    <a:pt x="160019" y="135255"/>
                  </a:lnTo>
                  <a:lnTo>
                    <a:pt x="198889" y="135255"/>
                  </a:lnTo>
                  <a:lnTo>
                    <a:pt x="198112" y="131431"/>
                  </a:lnTo>
                  <a:lnTo>
                    <a:pt x="185835" y="113284"/>
                  </a:lnTo>
                  <a:close/>
                </a:path>
                <a:path w="315594" h="321945">
                  <a:moveTo>
                    <a:pt x="315468" y="112775"/>
                  </a:moveTo>
                  <a:lnTo>
                    <a:pt x="289432" y="112775"/>
                  </a:lnTo>
                  <a:lnTo>
                    <a:pt x="291972" y="115316"/>
                  </a:lnTo>
                  <a:lnTo>
                    <a:pt x="291972" y="121031"/>
                  </a:lnTo>
                  <a:lnTo>
                    <a:pt x="289432" y="123571"/>
                  </a:lnTo>
                  <a:lnTo>
                    <a:pt x="315468" y="123571"/>
                  </a:lnTo>
                  <a:lnTo>
                    <a:pt x="315468" y="112775"/>
                  </a:lnTo>
                  <a:close/>
                </a:path>
                <a:path w="315594" h="321945">
                  <a:moveTo>
                    <a:pt x="315468" y="70993"/>
                  </a:moveTo>
                  <a:lnTo>
                    <a:pt x="289432" y="70993"/>
                  </a:lnTo>
                  <a:lnTo>
                    <a:pt x="291972" y="73533"/>
                  </a:lnTo>
                  <a:lnTo>
                    <a:pt x="291972" y="79121"/>
                  </a:lnTo>
                  <a:lnTo>
                    <a:pt x="289432" y="81661"/>
                  </a:lnTo>
                  <a:lnTo>
                    <a:pt x="315468" y="81661"/>
                  </a:lnTo>
                  <a:lnTo>
                    <a:pt x="315468" y="70993"/>
                  </a:lnTo>
                  <a:close/>
                </a:path>
                <a:path w="315594" h="321945">
                  <a:moveTo>
                    <a:pt x="275081" y="7619"/>
                  </a:moveTo>
                  <a:lnTo>
                    <a:pt x="275081" y="40893"/>
                  </a:lnTo>
                  <a:lnTo>
                    <a:pt x="308356" y="40893"/>
                  </a:lnTo>
                  <a:lnTo>
                    <a:pt x="275081" y="7619"/>
                  </a:lnTo>
                  <a:close/>
                </a:path>
                <a:path w="315594" h="321945">
                  <a:moveTo>
                    <a:pt x="264287" y="29591"/>
                  </a:moveTo>
                  <a:lnTo>
                    <a:pt x="237744" y="29591"/>
                  </a:lnTo>
                  <a:lnTo>
                    <a:pt x="239775" y="32131"/>
                  </a:lnTo>
                  <a:lnTo>
                    <a:pt x="239775" y="37718"/>
                  </a:lnTo>
                  <a:lnTo>
                    <a:pt x="237235" y="39750"/>
                  </a:lnTo>
                  <a:lnTo>
                    <a:pt x="264287" y="39750"/>
                  </a:lnTo>
                  <a:lnTo>
                    <a:pt x="264287" y="2959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040891" y="4977384"/>
            <a:ext cx="629920" cy="629920"/>
            <a:chOff x="1040891" y="4977384"/>
            <a:chExt cx="629920" cy="629920"/>
          </a:xfrm>
        </p:grpSpPr>
        <p:sp>
          <p:nvSpPr>
            <p:cNvPr id="29" name="object 29"/>
            <p:cNvSpPr/>
            <p:nvPr/>
          </p:nvSpPr>
          <p:spPr>
            <a:xfrm>
              <a:off x="1213726" y="4981829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29">
                  <a:moveTo>
                    <a:pt x="143268" y="0"/>
                  </a:moveTo>
                  <a:lnTo>
                    <a:pt x="73410" y="6937"/>
                  </a:lnTo>
                  <a:lnTo>
                    <a:pt x="8343" y="26924"/>
                  </a:lnTo>
                  <a:lnTo>
                    <a:pt x="0" y="31369"/>
                  </a:lnTo>
                  <a:lnTo>
                    <a:pt x="12331" y="59817"/>
                  </a:lnTo>
                  <a:lnTo>
                    <a:pt x="20573" y="55372"/>
                  </a:lnTo>
                  <a:lnTo>
                    <a:pt x="49555" y="44918"/>
                  </a:lnTo>
                  <a:lnTo>
                    <a:pt x="79782" y="37274"/>
                  </a:lnTo>
                  <a:lnTo>
                    <a:pt x="111079" y="32583"/>
                  </a:lnTo>
                  <a:lnTo>
                    <a:pt x="143268" y="30988"/>
                  </a:lnTo>
                  <a:lnTo>
                    <a:pt x="175530" y="32583"/>
                  </a:lnTo>
                  <a:lnTo>
                    <a:pt x="206863" y="37274"/>
                  </a:lnTo>
                  <a:lnTo>
                    <a:pt x="237101" y="44918"/>
                  </a:lnTo>
                  <a:lnTo>
                    <a:pt x="266077" y="55372"/>
                  </a:lnTo>
                  <a:lnTo>
                    <a:pt x="277761" y="61722"/>
                  </a:lnTo>
                  <a:lnTo>
                    <a:pt x="288683" y="32512"/>
                  </a:lnTo>
                  <a:lnTo>
                    <a:pt x="278269" y="26924"/>
                  </a:lnTo>
                  <a:lnTo>
                    <a:pt x="246388" y="15376"/>
                  </a:lnTo>
                  <a:lnTo>
                    <a:pt x="213150" y="6937"/>
                  </a:lnTo>
                  <a:lnTo>
                    <a:pt x="178721" y="1760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0891" y="4977384"/>
              <a:ext cx="629386" cy="62938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11796" y="5047742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468" y="0"/>
                  </a:moveTo>
                  <a:lnTo>
                    <a:pt x="196797" y="5008"/>
                  </a:lnTo>
                  <a:lnTo>
                    <a:pt x="150533" y="19371"/>
                  </a:lnTo>
                  <a:lnTo>
                    <a:pt x="108666" y="42099"/>
                  </a:lnTo>
                  <a:lnTo>
                    <a:pt x="72189" y="72199"/>
                  </a:lnTo>
                  <a:lnTo>
                    <a:pt x="42093" y="108681"/>
                  </a:lnTo>
                  <a:lnTo>
                    <a:pt x="19369" y="150554"/>
                  </a:lnTo>
                  <a:lnTo>
                    <a:pt x="5007" y="196826"/>
                  </a:lnTo>
                  <a:lnTo>
                    <a:pt x="0" y="246506"/>
                  </a:lnTo>
                  <a:lnTo>
                    <a:pt x="5007" y="296181"/>
                  </a:lnTo>
                  <a:lnTo>
                    <a:pt x="19369" y="342439"/>
                  </a:lnTo>
                  <a:lnTo>
                    <a:pt x="42093" y="384292"/>
                  </a:lnTo>
                  <a:lnTo>
                    <a:pt x="72189" y="420750"/>
                  </a:lnTo>
                  <a:lnTo>
                    <a:pt x="108666" y="450828"/>
                  </a:lnTo>
                  <a:lnTo>
                    <a:pt x="150533" y="473535"/>
                  </a:lnTo>
                  <a:lnTo>
                    <a:pt x="196797" y="487884"/>
                  </a:lnTo>
                  <a:lnTo>
                    <a:pt x="246468" y="492886"/>
                  </a:lnTo>
                  <a:lnTo>
                    <a:pt x="296149" y="487884"/>
                  </a:lnTo>
                  <a:lnTo>
                    <a:pt x="342421" y="473535"/>
                  </a:lnTo>
                  <a:lnTo>
                    <a:pt x="384294" y="450828"/>
                  </a:lnTo>
                  <a:lnTo>
                    <a:pt x="420776" y="420750"/>
                  </a:lnTo>
                  <a:lnTo>
                    <a:pt x="450876" y="384292"/>
                  </a:lnTo>
                  <a:lnTo>
                    <a:pt x="473604" y="342439"/>
                  </a:lnTo>
                  <a:lnTo>
                    <a:pt x="487967" y="296181"/>
                  </a:lnTo>
                  <a:lnTo>
                    <a:pt x="492975" y="246506"/>
                  </a:lnTo>
                  <a:lnTo>
                    <a:pt x="487967" y="196826"/>
                  </a:lnTo>
                  <a:lnTo>
                    <a:pt x="473604" y="150554"/>
                  </a:lnTo>
                  <a:lnTo>
                    <a:pt x="450876" y="108681"/>
                  </a:lnTo>
                  <a:lnTo>
                    <a:pt x="420776" y="72199"/>
                  </a:lnTo>
                  <a:lnTo>
                    <a:pt x="384294" y="42099"/>
                  </a:lnTo>
                  <a:lnTo>
                    <a:pt x="342421" y="19371"/>
                  </a:lnTo>
                  <a:lnTo>
                    <a:pt x="296149" y="5008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200911" y="5154168"/>
              <a:ext cx="316230" cy="281305"/>
            </a:xfrm>
            <a:custGeom>
              <a:avLst/>
              <a:gdLst/>
              <a:ahLst/>
              <a:cxnLst/>
              <a:rect l="l" t="t" r="r" b="b"/>
              <a:pathLst>
                <a:path w="316230" h="281304">
                  <a:moveTo>
                    <a:pt x="275971" y="257174"/>
                  </a:moveTo>
                  <a:lnTo>
                    <a:pt x="275971" y="280923"/>
                  </a:lnTo>
                  <a:lnTo>
                    <a:pt x="284606" y="274954"/>
                  </a:lnTo>
                  <a:lnTo>
                    <a:pt x="293116" y="274954"/>
                  </a:lnTo>
                  <a:lnTo>
                    <a:pt x="293116" y="259206"/>
                  </a:lnTo>
                  <a:lnTo>
                    <a:pt x="281431" y="259206"/>
                  </a:lnTo>
                  <a:lnTo>
                    <a:pt x="278638" y="258444"/>
                  </a:lnTo>
                  <a:lnTo>
                    <a:pt x="275971" y="257174"/>
                  </a:lnTo>
                  <a:close/>
                </a:path>
                <a:path w="316230" h="281304">
                  <a:moveTo>
                    <a:pt x="293116" y="274954"/>
                  </a:moveTo>
                  <a:lnTo>
                    <a:pt x="284606" y="274954"/>
                  </a:lnTo>
                  <a:lnTo>
                    <a:pt x="293116" y="280923"/>
                  </a:lnTo>
                  <a:lnTo>
                    <a:pt x="293116" y="274954"/>
                  </a:lnTo>
                  <a:close/>
                </a:path>
                <a:path w="316230" h="281304">
                  <a:moveTo>
                    <a:pt x="293116" y="257174"/>
                  </a:moveTo>
                  <a:lnTo>
                    <a:pt x="290449" y="258444"/>
                  </a:lnTo>
                  <a:lnTo>
                    <a:pt x="287654" y="259206"/>
                  </a:lnTo>
                  <a:lnTo>
                    <a:pt x="293116" y="259206"/>
                  </a:lnTo>
                  <a:lnTo>
                    <a:pt x="293116" y="257174"/>
                  </a:lnTo>
                  <a:close/>
                </a:path>
                <a:path w="316230" h="281304">
                  <a:moveTo>
                    <a:pt x="312166" y="97154"/>
                  </a:moveTo>
                  <a:lnTo>
                    <a:pt x="199009" y="97154"/>
                  </a:lnTo>
                  <a:lnTo>
                    <a:pt x="195325" y="100837"/>
                  </a:lnTo>
                  <a:lnTo>
                    <a:pt x="195325" y="253745"/>
                  </a:lnTo>
                  <a:lnTo>
                    <a:pt x="199009" y="257428"/>
                  </a:lnTo>
                  <a:lnTo>
                    <a:pt x="271653" y="257428"/>
                  </a:lnTo>
                  <a:lnTo>
                    <a:pt x="271653" y="253745"/>
                  </a:lnTo>
                  <a:lnTo>
                    <a:pt x="268097" y="250316"/>
                  </a:lnTo>
                  <a:lnTo>
                    <a:pt x="265810" y="245490"/>
                  </a:lnTo>
                  <a:lnTo>
                    <a:pt x="265810" y="240156"/>
                  </a:lnTo>
                  <a:lnTo>
                    <a:pt x="267099" y="233806"/>
                  </a:lnTo>
                  <a:lnTo>
                    <a:pt x="284606" y="221487"/>
                  </a:lnTo>
                  <a:lnTo>
                    <a:pt x="315849" y="221487"/>
                  </a:lnTo>
                  <a:lnTo>
                    <a:pt x="315849" y="212216"/>
                  </a:lnTo>
                  <a:lnTo>
                    <a:pt x="209803" y="212216"/>
                  </a:lnTo>
                  <a:lnTo>
                    <a:pt x="207899" y="210311"/>
                  </a:lnTo>
                  <a:lnTo>
                    <a:pt x="207899" y="205485"/>
                  </a:lnTo>
                  <a:lnTo>
                    <a:pt x="209803" y="203580"/>
                  </a:lnTo>
                  <a:lnTo>
                    <a:pt x="315849" y="203580"/>
                  </a:lnTo>
                  <a:lnTo>
                    <a:pt x="315849" y="194436"/>
                  </a:lnTo>
                  <a:lnTo>
                    <a:pt x="209803" y="194436"/>
                  </a:lnTo>
                  <a:lnTo>
                    <a:pt x="207899" y="192404"/>
                  </a:lnTo>
                  <a:lnTo>
                    <a:pt x="207899" y="187705"/>
                  </a:lnTo>
                  <a:lnTo>
                    <a:pt x="209803" y="185800"/>
                  </a:lnTo>
                  <a:lnTo>
                    <a:pt x="315849" y="185800"/>
                  </a:lnTo>
                  <a:lnTo>
                    <a:pt x="315849" y="176529"/>
                  </a:lnTo>
                  <a:lnTo>
                    <a:pt x="209803" y="176529"/>
                  </a:lnTo>
                  <a:lnTo>
                    <a:pt x="207899" y="174624"/>
                  </a:lnTo>
                  <a:lnTo>
                    <a:pt x="207899" y="169925"/>
                  </a:lnTo>
                  <a:lnTo>
                    <a:pt x="209803" y="167893"/>
                  </a:lnTo>
                  <a:lnTo>
                    <a:pt x="315849" y="167893"/>
                  </a:lnTo>
                  <a:lnTo>
                    <a:pt x="315849" y="158749"/>
                  </a:lnTo>
                  <a:lnTo>
                    <a:pt x="209803" y="158749"/>
                  </a:lnTo>
                  <a:lnTo>
                    <a:pt x="207899" y="156844"/>
                  </a:lnTo>
                  <a:lnTo>
                    <a:pt x="207899" y="152018"/>
                  </a:lnTo>
                  <a:lnTo>
                    <a:pt x="209803" y="150113"/>
                  </a:lnTo>
                  <a:lnTo>
                    <a:pt x="315849" y="150113"/>
                  </a:lnTo>
                  <a:lnTo>
                    <a:pt x="315849" y="140969"/>
                  </a:lnTo>
                  <a:lnTo>
                    <a:pt x="228091" y="140969"/>
                  </a:lnTo>
                  <a:lnTo>
                    <a:pt x="226187" y="139064"/>
                  </a:lnTo>
                  <a:lnTo>
                    <a:pt x="226187" y="134238"/>
                  </a:lnTo>
                  <a:lnTo>
                    <a:pt x="228091" y="132333"/>
                  </a:lnTo>
                  <a:lnTo>
                    <a:pt x="315849" y="132333"/>
                  </a:lnTo>
                  <a:lnTo>
                    <a:pt x="315849" y="100837"/>
                  </a:lnTo>
                  <a:lnTo>
                    <a:pt x="312166" y="97154"/>
                  </a:lnTo>
                  <a:close/>
                </a:path>
                <a:path w="316230" h="281304">
                  <a:moveTo>
                    <a:pt x="315849" y="221487"/>
                  </a:moveTo>
                  <a:lnTo>
                    <a:pt x="284606" y="221487"/>
                  </a:lnTo>
                  <a:lnTo>
                    <a:pt x="291863" y="222958"/>
                  </a:lnTo>
                  <a:lnTo>
                    <a:pt x="297799" y="226964"/>
                  </a:lnTo>
                  <a:lnTo>
                    <a:pt x="301805" y="232900"/>
                  </a:lnTo>
                  <a:lnTo>
                    <a:pt x="303275" y="240156"/>
                  </a:lnTo>
                  <a:lnTo>
                    <a:pt x="303275" y="245490"/>
                  </a:lnTo>
                  <a:lnTo>
                    <a:pt x="300990" y="250316"/>
                  </a:lnTo>
                  <a:lnTo>
                    <a:pt x="297434" y="253745"/>
                  </a:lnTo>
                  <a:lnTo>
                    <a:pt x="297434" y="257428"/>
                  </a:lnTo>
                  <a:lnTo>
                    <a:pt x="312166" y="257428"/>
                  </a:lnTo>
                  <a:lnTo>
                    <a:pt x="315849" y="253745"/>
                  </a:lnTo>
                  <a:lnTo>
                    <a:pt x="315849" y="221487"/>
                  </a:lnTo>
                  <a:close/>
                </a:path>
                <a:path w="316230" h="281304">
                  <a:moveTo>
                    <a:pt x="292481" y="225805"/>
                  </a:moveTo>
                  <a:lnTo>
                    <a:pt x="276606" y="225805"/>
                  </a:lnTo>
                  <a:lnTo>
                    <a:pt x="270128" y="232155"/>
                  </a:lnTo>
                  <a:lnTo>
                    <a:pt x="270128" y="248030"/>
                  </a:lnTo>
                  <a:lnTo>
                    <a:pt x="276606" y="254507"/>
                  </a:lnTo>
                  <a:lnTo>
                    <a:pt x="292481" y="254507"/>
                  </a:lnTo>
                  <a:lnTo>
                    <a:pt x="298957" y="248030"/>
                  </a:lnTo>
                  <a:lnTo>
                    <a:pt x="298957" y="232155"/>
                  </a:lnTo>
                  <a:lnTo>
                    <a:pt x="292481" y="225805"/>
                  </a:lnTo>
                  <a:close/>
                </a:path>
                <a:path w="316230" h="281304">
                  <a:moveTo>
                    <a:pt x="171196" y="197738"/>
                  </a:moveTo>
                  <a:lnTo>
                    <a:pt x="113284" y="197738"/>
                  </a:lnTo>
                  <a:lnTo>
                    <a:pt x="111759" y="215645"/>
                  </a:lnTo>
                  <a:lnTo>
                    <a:pt x="111472" y="221487"/>
                  </a:lnTo>
                  <a:lnTo>
                    <a:pt x="111378" y="223392"/>
                  </a:lnTo>
                  <a:lnTo>
                    <a:pt x="107696" y="225805"/>
                  </a:lnTo>
                  <a:lnTo>
                    <a:pt x="104140" y="228091"/>
                  </a:lnTo>
                  <a:lnTo>
                    <a:pt x="100203" y="230250"/>
                  </a:lnTo>
                  <a:lnTo>
                    <a:pt x="99568" y="230631"/>
                  </a:lnTo>
                  <a:lnTo>
                    <a:pt x="98806" y="231393"/>
                  </a:lnTo>
                  <a:lnTo>
                    <a:pt x="98678" y="231647"/>
                  </a:lnTo>
                  <a:lnTo>
                    <a:pt x="98678" y="233425"/>
                  </a:lnTo>
                  <a:lnTo>
                    <a:pt x="99059" y="233806"/>
                  </a:lnTo>
                  <a:lnTo>
                    <a:pt x="185419" y="233806"/>
                  </a:lnTo>
                  <a:lnTo>
                    <a:pt x="185800" y="233425"/>
                  </a:lnTo>
                  <a:lnTo>
                    <a:pt x="185800" y="231647"/>
                  </a:lnTo>
                  <a:lnTo>
                    <a:pt x="185547" y="231393"/>
                  </a:lnTo>
                  <a:lnTo>
                    <a:pt x="185419" y="231139"/>
                  </a:lnTo>
                  <a:lnTo>
                    <a:pt x="184912" y="230631"/>
                  </a:lnTo>
                  <a:lnTo>
                    <a:pt x="184276" y="230250"/>
                  </a:lnTo>
                  <a:lnTo>
                    <a:pt x="180340" y="228091"/>
                  </a:lnTo>
                  <a:lnTo>
                    <a:pt x="176656" y="225805"/>
                  </a:lnTo>
                  <a:lnTo>
                    <a:pt x="173100" y="223392"/>
                  </a:lnTo>
                  <a:lnTo>
                    <a:pt x="172719" y="215645"/>
                  </a:lnTo>
                  <a:lnTo>
                    <a:pt x="171196" y="197738"/>
                  </a:lnTo>
                  <a:close/>
                </a:path>
                <a:path w="316230" h="281304">
                  <a:moveTo>
                    <a:pt x="315849" y="203580"/>
                  </a:moveTo>
                  <a:lnTo>
                    <a:pt x="301371" y="203580"/>
                  </a:lnTo>
                  <a:lnTo>
                    <a:pt x="303275" y="205485"/>
                  </a:lnTo>
                  <a:lnTo>
                    <a:pt x="303275" y="210311"/>
                  </a:lnTo>
                  <a:lnTo>
                    <a:pt x="301371" y="212216"/>
                  </a:lnTo>
                  <a:lnTo>
                    <a:pt x="315849" y="212216"/>
                  </a:lnTo>
                  <a:lnTo>
                    <a:pt x="315849" y="203580"/>
                  </a:lnTo>
                  <a:close/>
                </a:path>
                <a:path w="316230" h="281304">
                  <a:moveTo>
                    <a:pt x="281178" y="0"/>
                  </a:moveTo>
                  <a:lnTo>
                    <a:pt x="3276" y="0"/>
                  </a:lnTo>
                  <a:lnTo>
                    <a:pt x="0" y="3301"/>
                  </a:lnTo>
                  <a:lnTo>
                    <a:pt x="0" y="191134"/>
                  </a:lnTo>
                  <a:lnTo>
                    <a:pt x="3276" y="194436"/>
                  </a:lnTo>
                  <a:lnTo>
                    <a:pt x="189484" y="194436"/>
                  </a:lnTo>
                  <a:lnTo>
                    <a:pt x="189484" y="181609"/>
                  </a:lnTo>
                  <a:lnTo>
                    <a:pt x="9893" y="181609"/>
                  </a:lnTo>
                  <a:lnTo>
                    <a:pt x="9893" y="12699"/>
                  </a:lnTo>
                  <a:lnTo>
                    <a:pt x="284479" y="12699"/>
                  </a:lnTo>
                  <a:lnTo>
                    <a:pt x="284479" y="3301"/>
                  </a:lnTo>
                  <a:lnTo>
                    <a:pt x="281178" y="0"/>
                  </a:lnTo>
                  <a:close/>
                </a:path>
                <a:path w="316230" h="281304">
                  <a:moveTo>
                    <a:pt x="315849" y="185800"/>
                  </a:moveTo>
                  <a:lnTo>
                    <a:pt x="301371" y="185800"/>
                  </a:lnTo>
                  <a:lnTo>
                    <a:pt x="303275" y="187705"/>
                  </a:lnTo>
                  <a:lnTo>
                    <a:pt x="303275" y="192404"/>
                  </a:lnTo>
                  <a:lnTo>
                    <a:pt x="301371" y="194436"/>
                  </a:lnTo>
                  <a:lnTo>
                    <a:pt x="315849" y="194436"/>
                  </a:lnTo>
                  <a:lnTo>
                    <a:pt x="315849" y="185800"/>
                  </a:lnTo>
                  <a:close/>
                </a:path>
                <a:path w="316230" h="281304">
                  <a:moveTo>
                    <a:pt x="315849" y="167893"/>
                  </a:moveTo>
                  <a:lnTo>
                    <a:pt x="301371" y="167893"/>
                  </a:lnTo>
                  <a:lnTo>
                    <a:pt x="303275" y="169925"/>
                  </a:lnTo>
                  <a:lnTo>
                    <a:pt x="303275" y="174624"/>
                  </a:lnTo>
                  <a:lnTo>
                    <a:pt x="301371" y="176529"/>
                  </a:lnTo>
                  <a:lnTo>
                    <a:pt x="315849" y="176529"/>
                  </a:lnTo>
                  <a:lnTo>
                    <a:pt x="315849" y="167893"/>
                  </a:lnTo>
                  <a:close/>
                </a:path>
                <a:path w="316230" h="281304">
                  <a:moveTo>
                    <a:pt x="315849" y="150113"/>
                  </a:moveTo>
                  <a:lnTo>
                    <a:pt x="301371" y="150113"/>
                  </a:lnTo>
                  <a:lnTo>
                    <a:pt x="303275" y="152018"/>
                  </a:lnTo>
                  <a:lnTo>
                    <a:pt x="303275" y="156844"/>
                  </a:lnTo>
                  <a:lnTo>
                    <a:pt x="301371" y="158749"/>
                  </a:lnTo>
                  <a:lnTo>
                    <a:pt x="315849" y="158749"/>
                  </a:lnTo>
                  <a:lnTo>
                    <a:pt x="315849" y="150113"/>
                  </a:lnTo>
                  <a:close/>
                </a:path>
                <a:path w="316230" h="281304">
                  <a:moveTo>
                    <a:pt x="168656" y="96265"/>
                  </a:moveTo>
                  <a:lnTo>
                    <a:pt x="91312" y="96265"/>
                  </a:lnTo>
                  <a:lnTo>
                    <a:pt x="127253" y="98805"/>
                  </a:lnTo>
                  <a:lnTo>
                    <a:pt x="128269" y="106552"/>
                  </a:lnTo>
                  <a:lnTo>
                    <a:pt x="133476" y="113029"/>
                  </a:lnTo>
                  <a:lnTo>
                    <a:pt x="140588" y="115696"/>
                  </a:lnTo>
                  <a:lnTo>
                    <a:pt x="136271" y="140969"/>
                  </a:lnTo>
                  <a:lnTo>
                    <a:pt x="132460" y="141985"/>
                  </a:lnTo>
                  <a:lnTo>
                    <a:pt x="129793" y="145541"/>
                  </a:lnTo>
                  <a:lnTo>
                    <a:pt x="129793" y="154685"/>
                  </a:lnTo>
                  <a:lnTo>
                    <a:pt x="133857" y="158622"/>
                  </a:lnTo>
                  <a:lnTo>
                    <a:pt x="143763" y="158622"/>
                  </a:lnTo>
                  <a:lnTo>
                    <a:pt x="147828" y="154685"/>
                  </a:lnTo>
                  <a:lnTo>
                    <a:pt x="147828" y="146557"/>
                  </a:lnTo>
                  <a:lnTo>
                    <a:pt x="146431" y="143890"/>
                  </a:lnTo>
                  <a:lnTo>
                    <a:pt x="144018" y="142239"/>
                  </a:lnTo>
                  <a:lnTo>
                    <a:pt x="148335" y="116966"/>
                  </a:lnTo>
                  <a:lnTo>
                    <a:pt x="154976" y="116966"/>
                  </a:lnTo>
                  <a:lnTo>
                    <a:pt x="161290" y="113283"/>
                  </a:lnTo>
                  <a:lnTo>
                    <a:pt x="164972" y="108076"/>
                  </a:lnTo>
                  <a:lnTo>
                    <a:pt x="184582" y="108076"/>
                  </a:lnTo>
                  <a:lnTo>
                    <a:pt x="168147" y="100837"/>
                  </a:lnTo>
                  <a:lnTo>
                    <a:pt x="168528" y="99313"/>
                  </a:lnTo>
                  <a:lnTo>
                    <a:pt x="168571" y="98805"/>
                  </a:lnTo>
                  <a:lnTo>
                    <a:pt x="168656" y="96265"/>
                  </a:lnTo>
                  <a:close/>
                </a:path>
                <a:path w="316230" h="281304">
                  <a:moveTo>
                    <a:pt x="315849" y="132333"/>
                  </a:moveTo>
                  <a:lnTo>
                    <a:pt x="283082" y="132333"/>
                  </a:lnTo>
                  <a:lnTo>
                    <a:pt x="284988" y="134238"/>
                  </a:lnTo>
                  <a:lnTo>
                    <a:pt x="284988" y="139064"/>
                  </a:lnTo>
                  <a:lnTo>
                    <a:pt x="283082" y="140969"/>
                  </a:lnTo>
                  <a:lnTo>
                    <a:pt x="315849" y="140969"/>
                  </a:lnTo>
                  <a:lnTo>
                    <a:pt x="315849" y="132333"/>
                  </a:lnTo>
                  <a:close/>
                </a:path>
                <a:path w="316230" h="281304">
                  <a:moveTo>
                    <a:pt x="184582" y="108076"/>
                  </a:moveTo>
                  <a:lnTo>
                    <a:pt x="164972" y="108076"/>
                  </a:lnTo>
                  <a:lnTo>
                    <a:pt x="189484" y="118871"/>
                  </a:lnTo>
                  <a:lnTo>
                    <a:pt x="189484" y="110235"/>
                  </a:lnTo>
                  <a:lnTo>
                    <a:pt x="184582" y="108076"/>
                  </a:lnTo>
                  <a:close/>
                </a:path>
                <a:path w="316230" h="281304">
                  <a:moveTo>
                    <a:pt x="84074" y="75564"/>
                  </a:moveTo>
                  <a:lnTo>
                    <a:pt x="67716" y="75564"/>
                  </a:lnTo>
                  <a:lnTo>
                    <a:pt x="60655" y="82549"/>
                  </a:lnTo>
                  <a:lnTo>
                    <a:pt x="60655" y="99948"/>
                  </a:lnTo>
                  <a:lnTo>
                    <a:pt x="67703" y="106933"/>
                  </a:lnTo>
                  <a:lnTo>
                    <a:pt x="83312" y="106933"/>
                  </a:lnTo>
                  <a:lnTo>
                    <a:pt x="89281" y="102488"/>
                  </a:lnTo>
                  <a:lnTo>
                    <a:pt x="91312" y="96265"/>
                  </a:lnTo>
                  <a:lnTo>
                    <a:pt x="168656" y="96265"/>
                  </a:lnTo>
                  <a:lnTo>
                    <a:pt x="168656" y="95122"/>
                  </a:lnTo>
                  <a:lnTo>
                    <a:pt x="168528" y="94487"/>
                  </a:lnTo>
                  <a:lnTo>
                    <a:pt x="181235" y="90931"/>
                  </a:lnTo>
                  <a:lnTo>
                    <a:pt x="127762" y="90931"/>
                  </a:lnTo>
                  <a:lnTo>
                    <a:pt x="91821" y="88391"/>
                  </a:lnTo>
                  <a:lnTo>
                    <a:pt x="90550" y="81025"/>
                  </a:lnTo>
                  <a:lnTo>
                    <a:pt x="84074" y="75564"/>
                  </a:lnTo>
                  <a:close/>
                </a:path>
                <a:path w="316230" h="281304">
                  <a:moveTo>
                    <a:pt x="284479" y="12699"/>
                  </a:moveTo>
                  <a:lnTo>
                    <a:pt x="274574" y="12699"/>
                  </a:lnTo>
                  <a:lnTo>
                    <a:pt x="274574" y="91439"/>
                  </a:lnTo>
                  <a:lnTo>
                    <a:pt x="284479" y="91439"/>
                  </a:lnTo>
                  <a:lnTo>
                    <a:pt x="284479" y="12699"/>
                  </a:lnTo>
                  <a:close/>
                </a:path>
                <a:path w="316230" h="281304">
                  <a:moveTo>
                    <a:pt x="117850" y="54990"/>
                  </a:moveTo>
                  <a:lnTo>
                    <a:pt x="107441" y="54990"/>
                  </a:lnTo>
                  <a:lnTo>
                    <a:pt x="131699" y="83311"/>
                  </a:lnTo>
                  <a:lnTo>
                    <a:pt x="129921" y="85470"/>
                  </a:lnTo>
                  <a:lnTo>
                    <a:pt x="128524" y="88137"/>
                  </a:lnTo>
                  <a:lnTo>
                    <a:pt x="127762" y="90931"/>
                  </a:lnTo>
                  <a:lnTo>
                    <a:pt x="181235" y="90931"/>
                  </a:lnTo>
                  <a:lnTo>
                    <a:pt x="195303" y="86994"/>
                  </a:lnTo>
                  <a:lnTo>
                    <a:pt x="166497" y="86994"/>
                  </a:lnTo>
                  <a:lnTo>
                    <a:pt x="166243" y="86613"/>
                  </a:lnTo>
                  <a:lnTo>
                    <a:pt x="166115" y="86232"/>
                  </a:lnTo>
                  <a:lnTo>
                    <a:pt x="165862" y="85978"/>
                  </a:lnTo>
                  <a:lnTo>
                    <a:pt x="172802" y="80009"/>
                  </a:lnTo>
                  <a:lnTo>
                    <a:pt x="160781" y="80009"/>
                  </a:lnTo>
                  <a:lnTo>
                    <a:pt x="158519" y="78231"/>
                  </a:lnTo>
                  <a:lnTo>
                    <a:pt x="137668" y="78231"/>
                  </a:lnTo>
                  <a:lnTo>
                    <a:pt x="117850" y="54990"/>
                  </a:lnTo>
                  <a:close/>
                </a:path>
                <a:path w="316230" h="281304">
                  <a:moveTo>
                    <a:pt x="223129" y="84962"/>
                  </a:moveTo>
                  <a:lnTo>
                    <a:pt x="202565" y="84962"/>
                  </a:lnTo>
                  <a:lnTo>
                    <a:pt x="204597" y="87756"/>
                  </a:lnTo>
                  <a:lnTo>
                    <a:pt x="208025" y="89661"/>
                  </a:lnTo>
                  <a:lnTo>
                    <a:pt x="218312" y="89661"/>
                  </a:lnTo>
                  <a:lnTo>
                    <a:pt x="223129" y="84962"/>
                  </a:lnTo>
                  <a:close/>
                </a:path>
                <a:path w="316230" h="281304">
                  <a:moveTo>
                    <a:pt x="218312" y="66547"/>
                  </a:moveTo>
                  <a:lnTo>
                    <a:pt x="205866" y="66547"/>
                  </a:lnTo>
                  <a:lnTo>
                    <a:pt x="200787" y="71373"/>
                  </a:lnTo>
                  <a:lnTo>
                    <a:pt x="200551" y="75056"/>
                  </a:lnTo>
                  <a:lnTo>
                    <a:pt x="200519" y="75564"/>
                  </a:lnTo>
                  <a:lnTo>
                    <a:pt x="200406" y="77342"/>
                  </a:lnTo>
                  <a:lnTo>
                    <a:pt x="166497" y="86994"/>
                  </a:lnTo>
                  <a:lnTo>
                    <a:pt x="195303" y="86994"/>
                  </a:lnTo>
                  <a:lnTo>
                    <a:pt x="202565" y="84962"/>
                  </a:lnTo>
                  <a:lnTo>
                    <a:pt x="223129" y="84962"/>
                  </a:lnTo>
                  <a:lnTo>
                    <a:pt x="223519" y="84581"/>
                  </a:lnTo>
                  <a:lnTo>
                    <a:pt x="223519" y="71754"/>
                  </a:lnTo>
                  <a:lnTo>
                    <a:pt x="218312" y="66547"/>
                  </a:lnTo>
                  <a:close/>
                </a:path>
                <a:path w="316230" h="281304">
                  <a:moveTo>
                    <a:pt x="187832" y="56895"/>
                  </a:moveTo>
                  <a:lnTo>
                    <a:pt x="177291" y="56895"/>
                  </a:lnTo>
                  <a:lnTo>
                    <a:pt x="172974" y="61213"/>
                  </a:lnTo>
                  <a:lnTo>
                    <a:pt x="172974" y="67309"/>
                  </a:lnTo>
                  <a:lnTo>
                    <a:pt x="173228" y="68325"/>
                  </a:lnTo>
                  <a:lnTo>
                    <a:pt x="173481" y="69087"/>
                  </a:lnTo>
                  <a:lnTo>
                    <a:pt x="160781" y="80009"/>
                  </a:lnTo>
                  <a:lnTo>
                    <a:pt x="172802" y="80009"/>
                  </a:lnTo>
                  <a:lnTo>
                    <a:pt x="178562" y="75056"/>
                  </a:lnTo>
                  <a:lnTo>
                    <a:pt x="188748" y="75056"/>
                  </a:lnTo>
                  <a:lnTo>
                    <a:pt x="192150" y="71754"/>
                  </a:lnTo>
                  <a:lnTo>
                    <a:pt x="192150" y="61213"/>
                  </a:lnTo>
                  <a:lnTo>
                    <a:pt x="187832" y="56895"/>
                  </a:lnTo>
                  <a:close/>
                </a:path>
                <a:path w="316230" h="281304">
                  <a:moveTo>
                    <a:pt x="152781" y="75564"/>
                  </a:moveTo>
                  <a:lnTo>
                    <a:pt x="144144" y="75564"/>
                  </a:lnTo>
                  <a:lnTo>
                    <a:pt x="140715" y="76453"/>
                  </a:lnTo>
                  <a:lnTo>
                    <a:pt x="137668" y="78231"/>
                  </a:lnTo>
                  <a:lnTo>
                    <a:pt x="158519" y="78231"/>
                  </a:lnTo>
                  <a:lnTo>
                    <a:pt x="157225" y="77215"/>
                  </a:lnTo>
                  <a:lnTo>
                    <a:pt x="152781" y="75564"/>
                  </a:lnTo>
                  <a:close/>
                </a:path>
                <a:path w="316230" h="281304">
                  <a:moveTo>
                    <a:pt x="188748" y="75056"/>
                  </a:moveTo>
                  <a:lnTo>
                    <a:pt x="178562" y="75056"/>
                  </a:lnTo>
                  <a:lnTo>
                    <a:pt x="179831" y="75691"/>
                  </a:lnTo>
                  <a:lnTo>
                    <a:pt x="181101" y="75945"/>
                  </a:lnTo>
                  <a:lnTo>
                    <a:pt x="187832" y="75945"/>
                  </a:lnTo>
                  <a:lnTo>
                    <a:pt x="188748" y="75056"/>
                  </a:lnTo>
                  <a:close/>
                </a:path>
                <a:path w="316230" h="281304">
                  <a:moveTo>
                    <a:pt x="109981" y="35686"/>
                  </a:moveTo>
                  <a:lnTo>
                    <a:pt x="99187" y="35686"/>
                  </a:lnTo>
                  <a:lnTo>
                    <a:pt x="94741" y="40131"/>
                  </a:lnTo>
                  <a:lnTo>
                    <a:pt x="94741" y="50926"/>
                  </a:lnTo>
                  <a:lnTo>
                    <a:pt x="99187" y="55371"/>
                  </a:lnTo>
                  <a:lnTo>
                    <a:pt x="106108" y="55371"/>
                  </a:lnTo>
                  <a:lnTo>
                    <a:pt x="107441" y="54990"/>
                  </a:lnTo>
                  <a:lnTo>
                    <a:pt x="117850" y="54990"/>
                  </a:lnTo>
                  <a:lnTo>
                    <a:pt x="113410" y="49783"/>
                  </a:lnTo>
                  <a:lnTo>
                    <a:pt x="114046" y="48513"/>
                  </a:lnTo>
                  <a:lnTo>
                    <a:pt x="114426" y="47116"/>
                  </a:lnTo>
                  <a:lnTo>
                    <a:pt x="114426" y="40131"/>
                  </a:lnTo>
                  <a:lnTo>
                    <a:pt x="109981" y="3568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040891" y="5737859"/>
            <a:ext cx="629920" cy="629920"/>
            <a:chOff x="1040891" y="5737859"/>
            <a:chExt cx="629920" cy="629920"/>
          </a:xfrm>
        </p:grpSpPr>
        <p:sp>
          <p:nvSpPr>
            <p:cNvPr id="34" name="object 34"/>
            <p:cNvSpPr/>
            <p:nvPr/>
          </p:nvSpPr>
          <p:spPr>
            <a:xfrm>
              <a:off x="1213726" y="5742101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29">
                  <a:moveTo>
                    <a:pt x="143268" y="0"/>
                  </a:moveTo>
                  <a:lnTo>
                    <a:pt x="73410" y="6943"/>
                  </a:lnTo>
                  <a:lnTo>
                    <a:pt x="8343" y="26860"/>
                  </a:lnTo>
                  <a:lnTo>
                    <a:pt x="0" y="31330"/>
                  </a:lnTo>
                  <a:lnTo>
                    <a:pt x="12331" y="59816"/>
                  </a:lnTo>
                  <a:lnTo>
                    <a:pt x="20573" y="55397"/>
                  </a:lnTo>
                  <a:lnTo>
                    <a:pt x="49555" y="44941"/>
                  </a:lnTo>
                  <a:lnTo>
                    <a:pt x="79782" y="37279"/>
                  </a:lnTo>
                  <a:lnTo>
                    <a:pt x="111079" y="32567"/>
                  </a:lnTo>
                  <a:lnTo>
                    <a:pt x="143268" y="30962"/>
                  </a:lnTo>
                  <a:lnTo>
                    <a:pt x="175530" y="32567"/>
                  </a:lnTo>
                  <a:lnTo>
                    <a:pt x="206863" y="37279"/>
                  </a:lnTo>
                  <a:lnTo>
                    <a:pt x="237101" y="44941"/>
                  </a:lnTo>
                  <a:lnTo>
                    <a:pt x="266077" y="55397"/>
                  </a:lnTo>
                  <a:lnTo>
                    <a:pt x="277761" y="61645"/>
                  </a:lnTo>
                  <a:lnTo>
                    <a:pt x="288683" y="32435"/>
                  </a:lnTo>
                  <a:lnTo>
                    <a:pt x="278269" y="26860"/>
                  </a:lnTo>
                  <a:lnTo>
                    <a:pt x="246388" y="15366"/>
                  </a:lnTo>
                  <a:lnTo>
                    <a:pt x="213150" y="6943"/>
                  </a:lnTo>
                  <a:lnTo>
                    <a:pt x="178721" y="1764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0891" y="5737859"/>
              <a:ext cx="629386" cy="6293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111796" y="5808001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468" y="0"/>
                  </a:moveTo>
                  <a:lnTo>
                    <a:pt x="196797" y="5007"/>
                  </a:lnTo>
                  <a:lnTo>
                    <a:pt x="150533" y="19369"/>
                  </a:lnTo>
                  <a:lnTo>
                    <a:pt x="108666" y="42093"/>
                  </a:lnTo>
                  <a:lnTo>
                    <a:pt x="72189" y="72189"/>
                  </a:lnTo>
                  <a:lnTo>
                    <a:pt x="42093" y="108666"/>
                  </a:lnTo>
                  <a:lnTo>
                    <a:pt x="19369" y="150533"/>
                  </a:lnTo>
                  <a:lnTo>
                    <a:pt x="5007" y="196797"/>
                  </a:lnTo>
                  <a:lnTo>
                    <a:pt x="0" y="246468"/>
                  </a:lnTo>
                  <a:lnTo>
                    <a:pt x="5007" y="296140"/>
                  </a:lnTo>
                  <a:lnTo>
                    <a:pt x="19369" y="342404"/>
                  </a:lnTo>
                  <a:lnTo>
                    <a:pt x="42093" y="384270"/>
                  </a:lnTo>
                  <a:lnTo>
                    <a:pt x="72189" y="420747"/>
                  </a:lnTo>
                  <a:lnTo>
                    <a:pt x="108666" y="450844"/>
                  </a:lnTo>
                  <a:lnTo>
                    <a:pt x="150533" y="473568"/>
                  </a:lnTo>
                  <a:lnTo>
                    <a:pt x="196797" y="487930"/>
                  </a:lnTo>
                  <a:lnTo>
                    <a:pt x="246468" y="492937"/>
                  </a:lnTo>
                  <a:lnTo>
                    <a:pt x="296149" y="487930"/>
                  </a:lnTo>
                  <a:lnTo>
                    <a:pt x="342421" y="473568"/>
                  </a:lnTo>
                  <a:lnTo>
                    <a:pt x="384294" y="450844"/>
                  </a:lnTo>
                  <a:lnTo>
                    <a:pt x="420776" y="420747"/>
                  </a:lnTo>
                  <a:lnTo>
                    <a:pt x="450876" y="384270"/>
                  </a:lnTo>
                  <a:lnTo>
                    <a:pt x="473604" y="342404"/>
                  </a:lnTo>
                  <a:lnTo>
                    <a:pt x="487967" y="296140"/>
                  </a:lnTo>
                  <a:lnTo>
                    <a:pt x="492975" y="246468"/>
                  </a:lnTo>
                  <a:lnTo>
                    <a:pt x="487967" y="196797"/>
                  </a:lnTo>
                  <a:lnTo>
                    <a:pt x="473604" y="150533"/>
                  </a:lnTo>
                  <a:lnTo>
                    <a:pt x="450876" y="108666"/>
                  </a:lnTo>
                  <a:lnTo>
                    <a:pt x="420776" y="72189"/>
                  </a:lnTo>
                  <a:lnTo>
                    <a:pt x="384294" y="42093"/>
                  </a:lnTo>
                  <a:lnTo>
                    <a:pt x="342421" y="19369"/>
                  </a:lnTo>
                  <a:lnTo>
                    <a:pt x="296149" y="5007"/>
                  </a:lnTo>
                  <a:lnTo>
                    <a:pt x="246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196339" y="5900394"/>
              <a:ext cx="323215" cy="307340"/>
            </a:xfrm>
            <a:custGeom>
              <a:avLst/>
              <a:gdLst/>
              <a:ahLst/>
              <a:cxnLst/>
              <a:rect l="l" t="t" r="r" b="b"/>
              <a:pathLst>
                <a:path w="323215" h="307339">
                  <a:moveTo>
                    <a:pt x="321818" y="69570"/>
                  </a:moveTo>
                  <a:lnTo>
                    <a:pt x="4089" y="69570"/>
                  </a:lnTo>
                  <a:lnTo>
                    <a:pt x="0" y="72135"/>
                  </a:lnTo>
                  <a:lnTo>
                    <a:pt x="0" y="301053"/>
                  </a:lnTo>
                  <a:lnTo>
                    <a:pt x="4089" y="306857"/>
                  </a:lnTo>
                  <a:lnTo>
                    <a:pt x="321818" y="306857"/>
                  </a:lnTo>
                  <a:lnTo>
                    <a:pt x="323088" y="301053"/>
                  </a:lnTo>
                  <a:lnTo>
                    <a:pt x="323088" y="285280"/>
                  </a:lnTo>
                  <a:lnTo>
                    <a:pt x="49390" y="285280"/>
                  </a:lnTo>
                  <a:lnTo>
                    <a:pt x="38550" y="283088"/>
                  </a:lnTo>
                  <a:lnTo>
                    <a:pt x="29697" y="277112"/>
                  </a:lnTo>
                  <a:lnTo>
                    <a:pt x="23728" y="268247"/>
                  </a:lnTo>
                  <a:lnTo>
                    <a:pt x="21539" y="257390"/>
                  </a:lnTo>
                  <a:lnTo>
                    <a:pt x="21539" y="122631"/>
                  </a:lnTo>
                  <a:lnTo>
                    <a:pt x="23728" y="111772"/>
                  </a:lnTo>
                  <a:lnTo>
                    <a:pt x="29697" y="102903"/>
                  </a:lnTo>
                  <a:lnTo>
                    <a:pt x="38550" y="96922"/>
                  </a:lnTo>
                  <a:lnTo>
                    <a:pt x="49390" y="94729"/>
                  </a:lnTo>
                  <a:lnTo>
                    <a:pt x="323088" y="94729"/>
                  </a:lnTo>
                  <a:lnTo>
                    <a:pt x="323088" y="72135"/>
                  </a:lnTo>
                  <a:lnTo>
                    <a:pt x="321818" y="69570"/>
                  </a:lnTo>
                  <a:close/>
                </a:path>
                <a:path w="323215" h="307339">
                  <a:moveTo>
                    <a:pt x="323088" y="94729"/>
                  </a:moveTo>
                  <a:lnTo>
                    <a:pt x="270128" y="94729"/>
                  </a:lnTo>
                  <a:lnTo>
                    <a:pt x="280957" y="96922"/>
                  </a:lnTo>
                  <a:lnTo>
                    <a:pt x="289798" y="102903"/>
                  </a:lnTo>
                  <a:lnTo>
                    <a:pt x="295757" y="111772"/>
                  </a:lnTo>
                  <a:lnTo>
                    <a:pt x="297941" y="122631"/>
                  </a:lnTo>
                  <a:lnTo>
                    <a:pt x="297941" y="257390"/>
                  </a:lnTo>
                  <a:lnTo>
                    <a:pt x="295757" y="268247"/>
                  </a:lnTo>
                  <a:lnTo>
                    <a:pt x="289798" y="277112"/>
                  </a:lnTo>
                  <a:lnTo>
                    <a:pt x="280957" y="283088"/>
                  </a:lnTo>
                  <a:lnTo>
                    <a:pt x="270128" y="285280"/>
                  </a:lnTo>
                  <a:lnTo>
                    <a:pt x="323088" y="285280"/>
                  </a:lnTo>
                  <a:lnTo>
                    <a:pt x="323088" y="94729"/>
                  </a:lnTo>
                  <a:close/>
                </a:path>
                <a:path w="323215" h="307339">
                  <a:moveTo>
                    <a:pt x="190753" y="221945"/>
                  </a:moveTo>
                  <a:lnTo>
                    <a:pt x="180988" y="230581"/>
                  </a:lnTo>
                  <a:lnTo>
                    <a:pt x="173497" y="241507"/>
                  </a:lnTo>
                  <a:lnTo>
                    <a:pt x="168697" y="253993"/>
                  </a:lnTo>
                  <a:lnTo>
                    <a:pt x="167004" y="267309"/>
                  </a:lnTo>
                  <a:lnTo>
                    <a:pt x="280034" y="267309"/>
                  </a:lnTo>
                  <a:lnTo>
                    <a:pt x="278326" y="253993"/>
                  </a:lnTo>
                  <a:lnTo>
                    <a:pt x="273518" y="241507"/>
                  </a:lnTo>
                  <a:lnTo>
                    <a:pt x="267674" y="232930"/>
                  </a:lnTo>
                  <a:lnTo>
                    <a:pt x="223519" y="232930"/>
                  </a:lnTo>
                  <a:lnTo>
                    <a:pt x="214417" y="232223"/>
                  </a:lnTo>
                  <a:lnTo>
                    <a:pt x="205851" y="230128"/>
                  </a:lnTo>
                  <a:lnTo>
                    <a:pt x="197927" y="226688"/>
                  </a:lnTo>
                  <a:lnTo>
                    <a:pt x="190753" y="221945"/>
                  </a:lnTo>
                  <a:close/>
                </a:path>
                <a:path w="323215" h="307339">
                  <a:moveTo>
                    <a:pt x="256159" y="221729"/>
                  </a:moveTo>
                  <a:lnTo>
                    <a:pt x="248987" y="226501"/>
                  </a:lnTo>
                  <a:lnTo>
                    <a:pt x="240824" y="230128"/>
                  </a:lnTo>
                  <a:lnTo>
                    <a:pt x="240635" y="230128"/>
                  </a:lnTo>
                  <a:lnTo>
                    <a:pt x="232409" y="232223"/>
                  </a:lnTo>
                  <a:lnTo>
                    <a:pt x="232117" y="232223"/>
                  </a:lnTo>
                  <a:lnTo>
                    <a:pt x="223519" y="232930"/>
                  </a:lnTo>
                  <a:lnTo>
                    <a:pt x="267674" y="232930"/>
                  </a:lnTo>
                  <a:lnTo>
                    <a:pt x="266065" y="230581"/>
                  </a:lnTo>
                  <a:lnTo>
                    <a:pt x="265943" y="230404"/>
                  </a:lnTo>
                  <a:lnTo>
                    <a:pt x="256159" y="221729"/>
                  </a:lnTo>
                  <a:close/>
                </a:path>
                <a:path w="323215" h="307339">
                  <a:moveTo>
                    <a:pt x="223519" y="139052"/>
                  </a:moveTo>
                  <a:lnTo>
                    <a:pt x="207779" y="142222"/>
                  </a:lnTo>
                  <a:lnTo>
                    <a:pt x="194945" y="150868"/>
                  </a:lnTo>
                  <a:lnTo>
                    <a:pt x="186301" y="163692"/>
                  </a:lnTo>
                  <a:lnTo>
                    <a:pt x="183134" y="179400"/>
                  </a:lnTo>
                  <a:lnTo>
                    <a:pt x="186301" y="195114"/>
                  </a:lnTo>
                  <a:lnTo>
                    <a:pt x="194944" y="207943"/>
                  </a:lnTo>
                  <a:lnTo>
                    <a:pt x="207779" y="216590"/>
                  </a:lnTo>
                  <a:lnTo>
                    <a:pt x="223519" y="219760"/>
                  </a:lnTo>
                  <a:lnTo>
                    <a:pt x="239186" y="216590"/>
                  </a:lnTo>
                  <a:lnTo>
                    <a:pt x="251983" y="207943"/>
                  </a:lnTo>
                  <a:lnTo>
                    <a:pt x="260613" y="195114"/>
                  </a:lnTo>
                  <a:lnTo>
                    <a:pt x="263778" y="179400"/>
                  </a:lnTo>
                  <a:lnTo>
                    <a:pt x="260613" y="163692"/>
                  </a:lnTo>
                  <a:lnTo>
                    <a:pt x="251983" y="150868"/>
                  </a:lnTo>
                  <a:lnTo>
                    <a:pt x="239186" y="142222"/>
                  </a:lnTo>
                  <a:lnTo>
                    <a:pt x="223519" y="139052"/>
                  </a:lnTo>
                  <a:close/>
                </a:path>
                <a:path w="323215" h="307339">
                  <a:moveTo>
                    <a:pt x="150748" y="191808"/>
                  </a:moveTo>
                  <a:lnTo>
                    <a:pt x="130937" y="191808"/>
                  </a:lnTo>
                  <a:lnTo>
                    <a:pt x="135264" y="196991"/>
                  </a:lnTo>
                  <a:lnTo>
                    <a:pt x="139652" y="201901"/>
                  </a:lnTo>
                  <a:lnTo>
                    <a:pt x="144063" y="206749"/>
                  </a:lnTo>
                  <a:lnTo>
                    <a:pt x="148462" y="211747"/>
                  </a:lnTo>
                  <a:lnTo>
                    <a:pt x="149225" y="212674"/>
                  </a:lnTo>
                  <a:lnTo>
                    <a:pt x="150748" y="211264"/>
                  </a:lnTo>
                  <a:lnTo>
                    <a:pt x="150748" y="191808"/>
                  </a:lnTo>
                  <a:close/>
                </a:path>
                <a:path w="323215" h="307339">
                  <a:moveTo>
                    <a:pt x="161797" y="116306"/>
                  </a:moveTo>
                  <a:lnTo>
                    <a:pt x="56553" y="116306"/>
                  </a:lnTo>
                  <a:lnTo>
                    <a:pt x="46672" y="120700"/>
                  </a:lnTo>
                  <a:lnTo>
                    <a:pt x="46672" y="173888"/>
                  </a:lnTo>
                  <a:lnTo>
                    <a:pt x="48353" y="180562"/>
                  </a:lnTo>
                  <a:lnTo>
                    <a:pt x="52709" y="186291"/>
                  </a:lnTo>
                  <a:lnTo>
                    <a:pt x="58711" y="190299"/>
                  </a:lnTo>
                  <a:lnTo>
                    <a:pt x="65328" y="191808"/>
                  </a:lnTo>
                  <a:lnTo>
                    <a:pt x="161797" y="191808"/>
                  </a:lnTo>
                  <a:lnTo>
                    <a:pt x="168782" y="183070"/>
                  </a:lnTo>
                  <a:lnTo>
                    <a:pt x="168782" y="170230"/>
                  </a:lnTo>
                  <a:lnTo>
                    <a:pt x="65163" y="170230"/>
                  </a:lnTo>
                  <a:lnTo>
                    <a:pt x="62661" y="167919"/>
                  </a:lnTo>
                  <a:lnTo>
                    <a:pt x="62661" y="161759"/>
                  </a:lnTo>
                  <a:lnTo>
                    <a:pt x="65163" y="159448"/>
                  </a:lnTo>
                  <a:lnTo>
                    <a:pt x="168782" y="159448"/>
                  </a:lnTo>
                  <a:lnTo>
                    <a:pt x="168782" y="145072"/>
                  </a:lnTo>
                  <a:lnTo>
                    <a:pt x="65163" y="145072"/>
                  </a:lnTo>
                  <a:lnTo>
                    <a:pt x="62661" y="142760"/>
                  </a:lnTo>
                  <a:lnTo>
                    <a:pt x="62661" y="136601"/>
                  </a:lnTo>
                  <a:lnTo>
                    <a:pt x="65163" y="134277"/>
                  </a:lnTo>
                  <a:lnTo>
                    <a:pt x="168782" y="134277"/>
                  </a:lnTo>
                  <a:lnTo>
                    <a:pt x="168782" y="120700"/>
                  </a:lnTo>
                  <a:lnTo>
                    <a:pt x="161797" y="116306"/>
                  </a:lnTo>
                  <a:close/>
                </a:path>
                <a:path w="323215" h="307339">
                  <a:moveTo>
                    <a:pt x="168782" y="159448"/>
                  </a:moveTo>
                  <a:lnTo>
                    <a:pt x="127000" y="159448"/>
                  </a:lnTo>
                  <a:lnTo>
                    <a:pt x="129540" y="161759"/>
                  </a:lnTo>
                  <a:lnTo>
                    <a:pt x="129540" y="167919"/>
                  </a:lnTo>
                  <a:lnTo>
                    <a:pt x="127000" y="170230"/>
                  </a:lnTo>
                  <a:lnTo>
                    <a:pt x="168782" y="170230"/>
                  </a:lnTo>
                  <a:lnTo>
                    <a:pt x="168782" y="159448"/>
                  </a:lnTo>
                  <a:close/>
                </a:path>
                <a:path w="323215" h="307339">
                  <a:moveTo>
                    <a:pt x="168782" y="134277"/>
                  </a:moveTo>
                  <a:lnTo>
                    <a:pt x="152146" y="134277"/>
                  </a:lnTo>
                  <a:lnTo>
                    <a:pt x="154559" y="136601"/>
                  </a:lnTo>
                  <a:lnTo>
                    <a:pt x="154559" y="142760"/>
                  </a:lnTo>
                  <a:lnTo>
                    <a:pt x="152146" y="145072"/>
                  </a:lnTo>
                  <a:lnTo>
                    <a:pt x="168782" y="145072"/>
                  </a:lnTo>
                  <a:lnTo>
                    <a:pt x="168782" y="134277"/>
                  </a:lnTo>
                  <a:close/>
                </a:path>
                <a:path w="323215" h="307339">
                  <a:moveTo>
                    <a:pt x="102755" y="0"/>
                  </a:moveTo>
                  <a:lnTo>
                    <a:pt x="99174" y="0"/>
                  </a:lnTo>
                  <a:lnTo>
                    <a:pt x="94868" y="4356"/>
                  </a:lnTo>
                  <a:lnTo>
                    <a:pt x="94906" y="7912"/>
                  </a:lnTo>
                  <a:lnTo>
                    <a:pt x="145287" y="58470"/>
                  </a:lnTo>
                  <a:lnTo>
                    <a:pt x="142240" y="61455"/>
                  </a:lnTo>
                  <a:lnTo>
                    <a:pt x="139953" y="65963"/>
                  </a:lnTo>
                  <a:lnTo>
                    <a:pt x="138810" y="69570"/>
                  </a:lnTo>
                  <a:lnTo>
                    <a:pt x="185673" y="69570"/>
                  </a:lnTo>
                  <a:lnTo>
                    <a:pt x="184531" y="65963"/>
                  </a:lnTo>
                  <a:lnTo>
                    <a:pt x="182270" y="61455"/>
                  </a:lnTo>
                  <a:lnTo>
                    <a:pt x="179137" y="58470"/>
                  </a:lnTo>
                  <a:lnTo>
                    <a:pt x="179006" y="58470"/>
                  </a:lnTo>
                  <a:lnTo>
                    <a:pt x="184890" y="52577"/>
                  </a:lnTo>
                  <a:lnTo>
                    <a:pt x="155194" y="52577"/>
                  </a:lnTo>
                  <a:lnTo>
                    <a:pt x="102755" y="0"/>
                  </a:lnTo>
                  <a:close/>
                </a:path>
                <a:path w="323215" h="307339">
                  <a:moveTo>
                    <a:pt x="164591" y="51536"/>
                  </a:moveTo>
                  <a:lnTo>
                    <a:pt x="159765" y="51536"/>
                  </a:lnTo>
                  <a:lnTo>
                    <a:pt x="157479" y="51904"/>
                  </a:lnTo>
                  <a:lnTo>
                    <a:pt x="155194" y="52577"/>
                  </a:lnTo>
                  <a:lnTo>
                    <a:pt x="169248" y="52577"/>
                  </a:lnTo>
                  <a:lnTo>
                    <a:pt x="167004" y="51904"/>
                  </a:lnTo>
                  <a:lnTo>
                    <a:pt x="164591" y="51536"/>
                  </a:lnTo>
                  <a:close/>
                </a:path>
                <a:path w="323215" h="307339">
                  <a:moveTo>
                    <a:pt x="225171" y="0"/>
                  </a:moveTo>
                  <a:lnTo>
                    <a:pt x="221615" y="0"/>
                  </a:lnTo>
                  <a:lnTo>
                    <a:pt x="169138" y="52577"/>
                  </a:lnTo>
                  <a:lnTo>
                    <a:pt x="184890" y="52577"/>
                  </a:lnTo>
                  <a:lnTo>
                    <a:pt x="229488" y="7912"/>
                  </a:lnTo>
                  <a:lnTo>
                    <a:pt x="229488" y="4356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89584" y="1056258"/>
            <a:ext cx="60083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Making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investors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believe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that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business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in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they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are</a:t>
            </a:r>
            <a:r>
              <a:rPr sz="1400" b="1" spc="-2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investing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is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</a:t>
            </a:r>
            <a:r>
              <a:rPr sz="1400" b="1" spc="-30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viable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entury Gothic"/>
                <a:cs typeface="Century Gothic"/>
              </a:rPr>
              <a:t>business</a:t>
            </a:r>
            <a:r>
              <a:rPr sz="1400" b="1" spc="-40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(more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than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just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dirty="0">
                <a:latin typeface="Century Gothic"/>
                <a:cs typeface="Century Gothic"/>
              </a:rPr>
              <a:t>an</a:t>
            </a:r>
            <a:r>
              <a:rPr sz="1400" b="1" spc="-35" dirty="0">
                <a:latin typeface="Century Gothic"/>
                <a:cs typeface="Century Gothic"/>
              </a:rPr>
              <a:t> </a:t>
            </a:r>
            <a:r>
              <a:rPr sz="1400" b="1" spc="-20" dirty="0">
                <a:latin typeface="Century Gothic"/>
                <a:cs typeface="Century Gothic"/>
              </a:rPr>
              <a:t>idea)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0372" y="1012723"/>
            <a:ext cx="3670935" cy="556895"/>
          </a:xfrm>
          <a:custGeom>
            <a:avLst/>
            <a:gdLst/>
            <a:ahLst/>
            <a:cxnLst/>
            <a:rect l="l" t="t" r="r" b="b"/>
            <a:pathLst>
              <a:path w="3670935" h="556894">
                <a:moveTo>
                  <a:pt x="3670427" y="0"/>
                </a:moveTo>
                <a:lnTo>
                  <a:pt x="0" y="0"/>
                </a:lnTo>
                <a:lnTo>
                  <a:pt x="0" y="556869"/>
                </a:lnTo>
                <a:lnTo>
                  <a:pt x="3670427" y="556869"/>
                </a:lnTo>
                <a:lnTo>
                  <a:pt x="3670427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590372" y="2799689"/>
            <a:ext cx="3670935" cy="1230630"/>
          </a:xfrm>
          <a:custGeom>
            <a:avLst/>
            <a:gdLst/>
            <a:ahLst/>
            <a:cxnLst/>
            <a:rect l="l" t="t" r="r" b="b"/>
            <a:pathLst>
              <a:path w="3670935" h="1230629">
                <a:moveTo>
                  <a:pt x="3670427" y="0"/>
                </a:moveTo>
                <a:lnTo>
                  <a:pt x="0" y="0"/>
                </a:lnTo>
                <a:lnTo>
                  <a:pt x="0" y="1230020"/>
                </a:lnTo>
                <a:lnTo>
                  <a:pt x="3670427" y="1230020"/>
                </a:lnTo>
                <a:lnTo>
                  <a:pt x="36704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90372" y="5259679"/>
            <a:ext cx="3670935" cy="1230630"/>
          </a:xfrm>
          <a:custGeom>
            <a:avLst/>
            <a:gdLst/>
            <a:ahLst/>
            <a:cxnLst/>
            <a:rect l="l" t="t" r="r" b="b"/>
            <a:pathLst>
              <a:path w="3670935" h="1230629">
                <a:moveTo>
                  <a:pt x="3670427" y="0"/>
                </a:moveTo>
                <a:lnTo>
                  <a:pt x="0" y="0"/>
                </a:lnTo>
                <a:lnTo>
                  <a:pt x="0" y="1230020"/>
                </a:lnTo>
                <a:lnTo>
                  <a:pt x="3670427" y="1230020"/>
                </a:lnTo>
                <a:lnTo>
                  <a:pt x="36704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7" y="1056132"/>
            <a:ext cx="2977134" cy="5676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9579" y="1056132"/>
            <a:ext cx="889253" cy="567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0895" y="1056132"/>
            <a:ext cx="1174241" cy="56768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0372" y="1006475"/>
          <a:ext cx="11010900" cy="547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Promotional</a:t>
                      </a:r>
                      <a:r>
                        <a:rPr sz="2000" b="1" spc="-9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Activities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2192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Cost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2192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Benefit</a:t>
                      </a:r>
                      <a:endParaRPr sz="20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2192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Social</a:t>
                      </a:r>
                      <a:r>
                        <a:rPr sz="1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Media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Campaign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Free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83502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Catering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to large</a:t>
                      </a:r>
                      <a:r>
                        <a:rPr sz="1200" spc="-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amount</a:t>
                      </a:r>
                      <a:r>
                        <a:rPr sz="1200" spc="-4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more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 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billion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Promotional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Video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$2,500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9271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getting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exposed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video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shared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at online</a:t>
                      </a:r>
                      <a:r>
                        <a:rPr sz="1200" spc="-4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Viral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Marketing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$15,000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150,000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people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will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discuss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the</a:t>
                      </a:r>
                      <a:endParaRPr sz="12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offering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Marketing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$25,000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 marR="15557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Great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way</a:t>
                      </a:r>
                      <a:r>
                        <a:rPr sz="1200" spc="-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to drive</a:t>
                      </a:r>
                      <a:r>
                        <a:rPr sz="1200" spc="-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sales.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10,000</a:t>
                      </a:r>
                      <a:r>
                        <a:rPr sz="12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people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interested</a:t>
                      </a:r>
                      <a:r>
                        <a:rPr sz="1200" spc="-1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event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5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Cost</a:t>
            </a:r>
            <a:r>
              <a:rPr sz="2400" spc="-50" dirty="0"/>
              <a:t> </a:t>
            </a:r>
            <a:r>
              <a:rPr sz="2400" dirty="0"/>
              <a:t>Benefit</a:t>
            </a:r>
            <a:r>
              <a:rPr sz="2400" spc="-55" dirty="0"/>
              <a:t> </a:t>
            </a:r>
            <a:r>
              <a:rPr sz="2400" dirty="0"/>
              <a:t>Analysis</a:t>
            </a:r>
            <a:r>
              <a:rPr sz="2400" spc="-70" dirty="0"/>
              <a:t> </a:t>
            </a:r>
            <a:r>
              <a:rPr sz="2400" dirty="0"/>
              <a:t>for</a:t>
            </a:r>
            <a:r>
              <a:rPr sz="2400" spc="-60" dirty="0"/>
              <a:t> </a:t>
            </a:r>
            <a:r>
              <a:rPr sz="2400" dirty="0"/>
              <a:t>Marketing</a:t>
            </a:r>
            <a:r>
              <a:rPr sz="2400" spc="-55" dirty="0"/>
              <a:t> </a:t>
            </a:r>
            <a:r>
              <a:rPr sz="2400" dirty="0"/>
              <a:t>Strategies</a:t>
            </a:r>
            <a:r>
              <a:rPr sz="2400" spc="-45" dirty="0"/>
              <a:t> </a:t>
            </a:r>
            <a:r>
              <a:rPr sz="2400" dirty="0"/>
              <a:t>in</a:t>
            </a:r>
            <a:r>
              <a:rPr sz="2400" spc="-50" dirty="0"/>
              <a:t> </a:t>
            </a:r>
            <a:r>
              <a:rPr sz="2400" dirty="0"/>
              <a:t>Business</a:t>
            </a:r>
            <a:r>
              <a:rPr sz="2400" spc="-80" dirty="0"/>
              <a:t> </a:t>
            </a:r>
            <a:r>
              <a:rPr sz="2400" dirty="0"/>
              <a:t>Concept</a:t>
            </a:r>
            <a:r>
              <a:rPr sz="2400" spc="-35" dirty="0"/>
              <a:t> </a:t>
            </a:r>
            <a:r>
              <a:rPr sz="2400" spc="-10" dirty="0"/>
              <a:t>Funding</a:t>
            </a:r>
            <a:endParaRPr sz="240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691895" y="1836547"/>
            <a:ext cx="705485" cy="715010"/>
            <a:chOff x="691895" y="1836547"/>
            <a:chExt cx="705485" cy="715010"/>
          </a:xfrm>
        </p:grpSpPr>
        <p:sp>
          <p:nvSpPr>
            <p:cNvPr id="11" name="object 11"/>
            <p:cNvSpPr/>
            <p:nvPr/>
          </p:nvSpPr>
          <p:spPr>
            <a:xfrm>
              <a:off x="879449" y="1836547"/>
              <a:ext cx="330835" cy="70485"/>
            </a:xfrm>
            <a:custGeom>
              <a:avLst/>
              <a:gdLst/>
              <a:ahLst/>
              <a:cxnLst/>
              <a:rect l="l" t="t" r="r" b="b"/>
              <a:pathLst>
                <a:path w="330834" h="70485">
                  <a:moveTo>
                    <a:pt x="163944" y="0"/>
                  </a:moveTo>
                  <a:lnTo>
                    <a:pt x="123389" y="2016"/>
                  </a:lnTo>
                  <a:lnTo>
                    <a:pt x="84004" y="7937"/>
                  </a:lnTo>
                  <a:lnTo>
                    <a:pt x="45990" y="17573"/>
                  </a:lnTo>
                  <a:lnTo>
                    <a:pt x="9550" y="30733"/>
                  </a:lnTo>
                  <a:lnTo>
                    <a:pt x="0" y="35813"/>
                  </a:lnTo>
                  <a:lnTo>
                    <a:pt x="14096" y="68325"/>
                  </a:lnTo>
                  <a:lnTo>
                    <a:pt x="23533" y="63373"/>
                  </a:lnTo>
                  <a:lnTo>
                    <a:pt x="56673" y="51399"/>
                  </a:lnTo>
                  <a:lnTo>
                    <a:pt x="91243" y="42640"/>
                  </a:lnTo>
                  <a:lnTo>
                    <a:pt x="127060" y="37262"/>
                  </a:lnTo>
                  <a:lnTo>
                    <a:pt x="163944" y="35432"/>
                  </a:lnTo>
                  <a:lnTo>
                    <a:pt x="200828" y="37262"/>
                  </a:lnTo>
                  <a:lnTo>
                    <a:pt x="236647" y="42640"/>
                  </a:lnTo>
                  <a:lnTo>
                    <a:pt x="271220" y="51399"/>
                  </a:lnTo>
                  <a:lnTo>
                    <a:pt x="304368" y="63373"/>
                  </a:lnTo>
                  <a:lnTo>
                    <a:pt x="317703" y="70485"/>
                  </a:lnTo>
                  <a:lnTo>
                    <a:pt x="330250" y="37083"/>
                  </a:lnTo>
                  <a:lnTo>
                    <a:pt x="318350" y="30733"/>
                  </a:lnTo>
                  <a:lnTo>
                    <a:pt x="281905" y="17573"/>
                  </a:lnTo>
                  <a:lnTo>
                    <a:pt x="243890" y="7937"/>
                  </a:lnTo>
                  <a:lnTo>
                    <a:pt x="204504" y="2016"/>
                  </a:lnTo>
                  <a:lnTo>
                    <a:pt x="1639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895" y="1841004"/>
              <a:ext cx="704977" cy="7101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2825" y="1911858"/>
              <a:ext cx="564515" cy="564515"/>
            </a:xfrm>
            <a:custGeom>
              <a:avLst/>
              <a:gdLst/>
              <a:ahLst/>
              <a:cxnLst/>
              <a:rect l="l" t="t" r="r" b="b"/>
              <a:pathLst>
                <a:path w="564515" h="564514">
                  <a:moveTo>
                    <a:pt x="281965" y="0"/>
                  </a:moveTo>
                  <a:lnTo>
                    <a:pt x="236231" y="3690"/>
                  </a:lnTo>
                  <a:lnTo>
                    <a:pt x="192846" y="14374"/>
                  </a:lnTo>
                  <a:lnTo>
                    <a:pt x="152390" y="31471"/>
                  </a:lnTo>
                  <a:lnTo>
                    <a:pt x="115444" y="54400"/>
                  </a:lnTo>
                  <a:lnTo>
                    <a:pt x="82589" y="82581"/>
                  </a:lnTo>
                  <a:lnTo>
                    <a:pt x="54405" y="115433"/>
                  </a:lnTo>
                  <a:lnTo>
                    <a:pt x="31474" y="152376"/>
                  </a:lnTo>
                  <a:lnTo>
                    <a:pt x="14375" y="192828"/>
                  </a:lnTo>
                  <a:lnTo>
                    <a:pt x="3690" y="236210"/>
                  </a:lnTo>
                  <a:lnTo>
                    <a:pt x="0" y="281939"/>
                  </a:lnTo>
                  <a:lnTo>
                    <a:pt x="3690" y="327704"/>
                  </a:lnTo>
                  <a:lnTo>
                    <a:pt x="14375" y="371113"/>
                  </a:lnTo>
                  <a:lnTo>
                    <a:pt x="31474" y="411587"/>
                  </a:lnTo>
                  <a:lnTo>
                    <a:pt x="54405" y="448545"/>
                  </a:lnTo>
                  <a:lnTo>
                    <a:pt x="82589" y="481409"/>
                  </a:lnTo>
                  <a:lnTo>
                    <a:pt x="115444" y="509598"/>
                  </a:lnTo>
                  <a:lnTo>
                    <a:pt x="152390" y="532532"/>
                  </a:lnTo>
                  <a:lnTo>
                    <a:pt x="192846" y="549631"/>
                  </a:lnTo>
                  <a:lnTo>
                    <a:pt x="236231" y="560316"/>
                  </a:lnTo>
                  <a:lnTo>
                    <a:pt x="281965" y="564006"/>
                  </a:lnTo>
                  <a:lnTo>
                    <a:pt x="327702" y="560316"/>
                  </a:lnTo>
                  <a:lnTo>
                    <a:pt x="371090" y="549631"/>
                  </a:lnTo>
                  <a:lnTo>
                    <a:pt x="411548" y="532532"/>
                  </a:lnTo>
                  <a:lnTo>
                    <a:pt x="448495" y="509598"/>
                  </a:lnTo>
                  <a:lnTo>
                    <a:pt x="481352" y="481409"/>
                  </a:lnTo>
                  <a:lnTo>
                    <a:pt x="509536" y="448545"/>
                  </a:lnTo>
                  <a:lnTo>
                    <a:pt x="532468" y="411587"/>
                  </a:lnTo>
                  <a:lnTo>
                    <a:pt x="549567" y="371113"/>
                  </a:lnTo>
                  <a:lnTo>
                    <a:pt x="560252" y="327704"/>
                  </a:lnTo>
                  <a:lnTo>
                    <a:pt x="563943" y="281939"/>
                  </a:lnTo>
                  <a:lnTo>
                    <a:pt x="560252" y="236210"/>
                  </a:lnTo>
                  <a:lnTo>
                    <a:pt x="549567" y="192828"/>
                  </a:lnTo>
                  <a:lnTo>
                    <a:pt x="532468" y="152376"/>
                  </a:lnTo>
                  <a:lnTo>
                    <a:pt x="509536" y="115433"/>
                  </a:lnTo>
                  <a:lnTo>
                    <a:pt x="481352" y="82581"/>
                  </a:lnTo>
                  <a:lnTo>
                    <a:pt x="448495" y="54400"/>
                  </a:lnTo>
                  <a:lnTo>
                    <a:pt x="411548" y="31471"/>
                  </a:lnTo>
                  <a:lnTo>
                    <a:pt x="371090" y="14374"/>
                  </a:lnTo>
                  <a:lnTo>
                    <a:pt x="327702" y="3690"/>
                  </a:lnTo>
                  <a:lnTo>
                    <a:pt x="281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870203" y="2005838"/>
              <a:ext cx="349885" cy="374650"/>
            </a:xfrm>
            <a:custGeom>
              <a:avLst/>
              <a:gdLst/>
              <a:ahLst/>
              <a:cxnLst/>
              <a:rect l="l" t="t" r="r" b="b"/>
              <a:pathLst>
                <a:path w="349884" h="374650">
                  <a:moveTo>
                    <a:pt x="234137" y="363220"/>
                  </a:moveTo>
                  <a:lnTo>
                    <a:pt x="108648" y="363220"/>
                  </a:lnTo>
                  <a:lnTo>
                    <a:pt x="106032" y="365760"/>
                  </a:lnTo>
                  <a:lnTo>
                    <a:pt x="106032" y="372110"/>
                  </a:lnTo>
                  <a:lnTo>
                    <a:pt x="108648" y="374650"/>
                  </a:lnTo>
                  <a:lnTo>
                    <a:pt x="234137" y="374650"/>
                  </a:lnTo>
                  <a:lnTo>
                    <a:pt x="236753" y="372110"/>
                  </a:lnTo>
                  <a:lnTo>
                    <a:pt x="236753" y="365760"/>
                  </a:lnTo>
                  <a:lnTo>
                    <a:pt x="234137" y="363220"/>
                  </a:lnTo>
                  <a:close/>
                </a:path>
                <a:path w="349884" h="374650">
                  <a:moveTo>
                    <a:pt x="151053" y="345439"/>
                  </a:moveTo>
                  <a:lnTo>
                    <a:pt x="139433" y="345439"/>
                  </a:lnTo>
                  <a:lnTo>
                    <a:pt x="139433" y="363220"/>
                  </a:lnTo>
                  <a:lnTo>
                    <a:pt x="151053" y="363220"/>
                  </a:lnTo>
                  <a:lnTo>
                    <a:pt x="151053" y="345439"/>
                  </a:lnTo>
                  <a:close/>
                </a:path>
                <a:path w="349884" h="374650">
                  <a:moveTo>
                    <a:pt x="203339" y="345439"/>
                  </a:moveTo>
                  <a:lnTo>
                    <a:pt x="191719" y="345439"/>
                  </a:lnTo>
                  <a:lnTo>
                    <a:pt x="191719" y="363220"/>
                  </a:lnTo>
                  <a:lnTo>
                    <a:pt x="203339" y="363220"/>
                  </a:lnTo>
                  <a:lnTo>
                    <a:pt x="203339" y="345439"/>
                  </a:lnTo>
                  <a:close/>
                </a:path>
                <a:path w="349884" h="374650">
                  <a:moveTo>
                    <a:pt x="31953" y="124460"/>
                  </a:moveTo>
                  <a:lnTo>
                    <a:pt x="5232" y="124460"/>
                  </a:lnTo>
                  <a:lnTo>
                    <a:pt x="0" y="129539"/>
                  </a:lnTo>
                  <a:lnTo>
                    <a:pt x="0" y="340360"/>
                  </a:lnTo>
                  <a:lnTo>
                    <a:pt x="5232" y="345439"/>
                  </a:lnTo>
                  <a:lnTo>
                    <a:pt x="337553" y="345439"/>
                  </a:lnTo>
                  <a:lnTo>
                    <a:pt x="342785" y="340360"/>
                  </a:lnTo>
                  <a:lnTo>
                    <a:pt x="342785" y="322579"/>
                  </a:lnTo>
                  <a:lnTo>
                    <a:pt x="298919" y="322579"/>
                  </a:lnTo>
                  <a:lnTo>
                    <a:pt x="296303" y="320039"/>
                  </a:lnTo>
                  <a:lnTo>
                    <a:pt x="296303" y="313689"/>
                  </a:lnTo>
                  <a:lnTo>
                    <a:pt x="298919" y="311150"/>
                  </a:lnTo>
                  <a:lnTo>
                    <a:pt x="342785" y="311150"/>
                  </a:lnTo>
                  <a:lnTo>
                    <a:pt x="342785" y="288289"/>
                  </a:lnTo>
                  <a:lnTo>
                    <a:pt x="11620" y="288289"/>
                  </a:lnTo>
                  <a:lnTo>
                    <a:pt x="11620" y="135889"/>
                  </a:lnTo>
                  <a:lnTo>
                    <a:pt x="31953" y="135889"/>
                  </a:lnTo>
                  <a:lnTo>
                    <a:pt x="34569" y="133350"/>
                  </a:lnTo>
                  <a:lnTo>
                    <a:pt x="34569" y="127000"/>
                  </a:lnTo>
                  <a:lnTo>
                    <a:pt x="31953" y="124460"/>
                  </a:lnTo>
                  <a:close/>
                </a:path>
                <a:path w="349884" h="374650">
                  <a:moveTo>
                    <a:pt x="342785" y="311150"/>
                  </a:moveTo>
                  <a:lnTo>
                    <a:pt x="316928" y="311150"/>
                  </a:lnTo>
                  <a:lnTo>
                    <a:pt x="319544" y="313689"/>
                  </a:lnTo>
                  <a:lnTo>
                    <a:pt x="319544" y="320039"/>
                  </a:lnTo>
                  <a:lnTo>
                    <a:pt x="316928" y="322579"/>
                  </a:lnTo>
                  <a:lnTo>
                    <a:pt x="342785" y="322579"/>
                  </a:lnTo>
                  <a:lnTo>
                    <a:pt x="342785" y="311150"/>
                  </a:lnTo>
                  <a:close/>
                </a:path>
                <a:path w="349884" h="374650">
                  <a:moveTo>
                    <a:pt x="32245" y="217170"/>
                  </a:moveTo>
                  <a:lnTo>
                    <a:pt x="25857" y="217170"/>
                  </a:lnTo>
                  <a:lnTo>
                    <a:pt x="23240" y="219710"/>
                  </a:lnTo>
                  <a:lnTo>
                    <a:pt x="23240" y="288289"/>
                  </a:lnTo>
                  <a:lnTo>
                    <a:pt x="160642" y="288289"/>
                  </a:lnTo>
                  <a:lnTo>
                    <a:pt x="161366" y="287020"/>
                  </a:lnTo>
                  <a:lnTo>
                    <a:pt x="34861" y="287020"/>
                  </a:lnTo>
                  <a:lnTo>
                    <a:pt x="34861" y="219710"/>
                  </a:lnTo>
                  <a:lnTo>
                    <a:pt x="32245" y="217170"/>
                  </a:lnTo>
                  <a:close/>
                </a:path>
                <a:path w="349884" h="374650">
                  <a:moveTo>
                    <a:pt x="316928" y="217170"/>
                  </a:moveTo>
                  <a:lnTo>
                    <a:pt x="310540" y="217170"/>
                  </a:lnTo>
                  <a:lnTo>
                    <a:pt x="307924" y="219710"/>
                  </a:lnTo>
                  <a:lnTo>
                    <a:pt x="307924" y="288289"/>
                  </a:lnTo>
                  <a:lnTo>
                    <a:pt x="319544" y="288289"/>
                  </a:lnTo>
                  <a:lnTo>
                    <a:pt x="319544" y="219710"/>
                  </a:lnTo>
                  <a:lnTo>
                    <a:pt x="316928" y="217170"/>
                  </a:lnTo>
                  <a:close/>
                </a:path>
                <a:path w="349884" h="374650">
                  <a:moveTo>
                    <a:pt x="337553" y="124460"/>
                  </a:moveTo>
                  <a:lnTo>
                    <a:pt x="310248" y="124460"/>
                  </a:lnTo>
                  <a:lnTo>
                    <a:pt x="307632" y="127000"/>
                  </a:lnTo>
                  <a:lnTo>
                    <a:pt x="307632" y="133350"/>
                  </a:lnTo>
                  <a:lnTo>
                    <a:pt x="310248" y="135889"/>
                  </a:lnTo>
                  <a:lnTo>
                    <a:pt x="331165" y="135889"/>
                  </a:lnTo>
                  <a:lnTo>
                    <a:pt x="331165" y="288289"/>
                  </a:lnTo>
                  <a:lnTo>
                    <a:pt x="342785" y="288289"/>
                  </a:lnTo>
                  <a:lnTo>
                    <a:pt x="342785" y="129539"/>
                  </a:lnTo>
                  <a:lnTo>
                    <a:pt x="337553" y="124460"/>
                  </a:lnTo>
                  <a:close/>
                </a:path>
                <a:path w="349884" h="374650">
                  <a:moveTo>
                    <a:pt x="110093" y="231139"/>
                  </a:moveTo>
                  <a:lnTo>
                    <a:pt x="97028" y="231139"/>
                  </a:lnTo>
                  <a:lnTo>
                    <a:pt x="124234" y="278129"/>
                  </a:lnTo>
                  <a:lnTo>
                    <a:pt x="129565" y="287020"/>
                  </a:lnTo>
                  <a:lnTo>
                    <a:pt x="161366" y="287020"/>
                  </a:lnTo>
                  <a:lnTo>
                    <a:pt x="162090" y="285750"/>
                  </a:lnTo>
                  <a:lnTo>
                    <a:pt x="162674" y="284479"/>
                  </a:lnTo>
                  <a:lnTo>
                    <a:pt x="145249" y="284479"/>
                  </a:lnTo>
                  <a:lnTo>
                    <a:pt x="140017" y="283210"/>
                  </a:lnTo>
                  <a:lnTo>
                    <a:pt x="137693" y="279400"/>
                  </a:lnTo>
                  <a:lnTo>
                    <a:pt x="110093" y="231139"/>
                  </a:lnTo>
                  <a:close/>
                </a:path>
                <a:path w="349884" h="374650">
                  <a:moveTo>
                    <a:pt x="134918" y="217170"/>
                  </a:moveTo>
                  <a:lnTo>
                    <a:pt x="121716" y="217170"/>
                  </a:lnTo>
                  <a:lnTo>
                    <a:pt x="152514" y="271779"/>
                  </a:lnTo>
                  <a:lnTo>
                    <a:pt x="154254" y="275589"/>
                  </a:lnTo>
                  <a:lnTo>
                    <a:pt x="153085" y="280670"/>
                  </a:lnTo>
                  <a:lnTo>
                    <a:pt x="149313" y="283210"/>
                  </a:lnTo>
                  <a:lnTo>
                    <a:pt x="145249" y="284479"/>
                  </a:lnTo>
                  <a:lnTo>
                    <a:pt x="162674" y="284479"/>
                  </a:lnTo>
                  <a:lnTo>
                    <a:pt x="163258" y="283210"/>
                  </a:lnTo>
                  <a:lnTo>
                    <a:pt x="164122" y="280670"/>
                  </a:lnTo>
                  <a:lnTo>
                    <a:pt x="165582" y="275589"/>
                  </a:lnTo>
                  <a:lnTo>
                    <a:pt x="164998" y="270510"/>
                  </a:lnTo>
                  <a:lnTo>
                    <a:pt x="162382" y="265429"/>
                  </a:lnTo>
                  <a:lnTo>
                    <a:pt x="134918" y="217170"/>
                  </a:lnTo>
                  <a:close/>
                </a:path>
                <a:path w="349884" h="374650">
                  <a:moveTo>
                    <a:pt x="149021" y="77470"/>
                  </a:moveTo>
                  <a:lnTo>
                    <a:pt x="127639" y="105410"/>
                  </a:lnTo>
                  <a:lnTo>
                    <a:pt x="107810" y="124460"/>
                  </a:lnTo>
                  <a:lnTo>
                    <a:pt x="89342" y="139700"/>
                  </a:lnTo>
                  <a:lnTo>
                    <a:pt x="72047" y="151129"/>
                  </a:lnTo>
                  <a:lnTo>
                    <a:pt x="71462" y="151129"/>
                  </a:lnTo>
                  <a:lnTo>
                    <a:pt x="56349" y="161289"/>
                  </a:lnTo>
                  <a:lnTo>
                    <a:pt x="46380" y="172720"/>
                  </a:lnTo>
                  <a:lnTo>
                    <a:pt x="42156" y="186689"/>
                  </a:lnTo>
                  <a:lnTo>
                    <a:pt x="42920" y="199389"/>
                  </a:lnTo>
                  <a:lnTo>
                    <a:pt x="74530" y="232410"/>
                  </a:lnTo>
                  <a:lnTo>
                    <a:pt x="85115" y="233679"/>
                  </a:lnTo>
                  <a:lnTo>
                    <a:pt x="91503" y="233679"/>
                  </a:lnTo>
                  <a:lnTo>
                    <a:pt x="97028" y="231139"/>
                  </a:lnTo>
                  <a:lnTo>
                    <a:pt x="110093" y="231139"/>
                  </a:lnTo>
                  <a:lnTo>
                    <a:pt x="107187" y="226060"/>
                  </a:lnTo>
                  <a:lnTo>
                    <a:pt x="113728" y="222250"/>
                  </a:lnTo>
                  <a:lnTo>
                    <a:pt x="81993" y="222250"/>
                  </a:lnTo>
                  <a:lnTo>
                    <a:pt x="53539" y="193039"/>
                  </a:lnTo>
                  <a:lnTo>
                    <a:pt x="53454" y="191770"/>
                  </a:lnTo>
                  <a:lnTo>
                    <a:pt x="53369" y="190500"/>
                  </a:lnTo>
                  <a:lnTo>
                    <a:pt x="53283" y="189229"/>
                  </a:lnTo>
                  <a:lnTo>
                    <a:pt x="53198" y="187960"/>
                  </a:lnTo>
                  <a:lnTo>
                    <a:pt x="55972" y="179070"/>
                  </a:lnTo>
                  <a:lnTo>
                    <a:pt x="62750" y="170179"/>
                  </a:lnTo>
                  <a:lnTo>
                    <a:pt x="67398" y="167639"/>
                  </a:lnTo>
                  <a:lnTo>
                    <a:pt x="70002" y="166370"/>
                  </a:lnTo>
                  <a:lnTo>
                    <a:pt x="170430" y="166370"/>
                  </a:lnTo>
                  <a:lnTo>
                    <a:pt x="169357" y="165100"/>
                  </a:lnTo>
                  <a:lnTo>
                    <a:pt x="163355" y="156210"/>
                  </a:lnTo>
                  <a:lnTo>
                    <a:pt x="157734" y="147320"/>
                  </a:lnTo>
                  <a:lnTo>
                    <a:pt x="152299" y="138429"/>
                  </a:lnTo>
                  <a:lnTo>
                    <a:pt x="147351" y="128270"/>
                  </a:lnTo>
                  <a:lnTo>
                    <a:pt x="142946" y="119379"/>
                  </a:lnTo>
                  <a:lnTo>
                    <a:pt x="139141" y="109220"/>
                  </a:lnTo>
                  <a:lnTo>
                    <a:pt x="142925" y="104139"/>
                  </a:lnTo>
                  <a:lnTo>
                    <a:pt x="146989" y="99060"/>
                  </a:lnTo>
                  <a:lnTo>
                    <a:pt x="151053" y="92710"/>
                  </a:lnTo>
                  <a:lnTo>
                    <a:pt x="201889" y="92710"/>
                  </a:lnTo>
                  <a:lnTo>
                    <a:pt x="198120" y="87629"/>
                  </a:lnTo>
                  <a:lnTo>
                    <a:pt x="189683" y="78739"/>
                  </a:lnTo>
                  <a:lnTo>
                    <a:pt x="149021" y="78739"/>
                  </a:lnTo>
                  <a:lnTo>
                    <a:pt x="149021" y="77470"/>
                  </a:lnTo>
                  <a:close/>
                </a:path>
                <a:path w="349884" h="374650">
                  <a:moveTo>
                    <a:pt x="170430" y="166370"/>
                  </a:moveTo>
                  <a:lnTo>
                    <a:pt x="70002" y="166370"/>
                  </a:lnTo>
                  <a:lnTo>
                    <a:pt x="98767" y="217170"/>
                  </a:lnTo>
                  <a:lnTo>
                    <a:pt x="95859" y="218439"/>
                  </a:lnTo>
                  <a:lnTo>
                    <a:pt x="92951" y="220979"/>
                  </a:lnTo>
                  <a:lnTo>
                    <a:pt x="90055" y="220979"/>
                  </a:lnTo>
                  <a:lnTo>
                    <a:pt x="81993" y="222250"/>
                  </a:lnTo>
                  <a:lnTo>
                    <a:pt x="113728" y="222250"/>
                  </a:lnTo>
                  <a:lnTo>
                    <a:pt x="120268" y="218439"/>
                  </a:lnTo>
                  <a:lnTo>
                    <a:pt x="121716" y="217170"/>
                  </a:lnTo>
                  <a:lnTo>
                    <a:pt x="134918" y="217170"/>
                  </a:lnTo>
                  <a:lnTo>
                    <a:pt x="187964" y="191770"/>
                  </a:lnTo>
                  <a:lnTo>
                    <a:pt x="218452" y="190500"/>
                  </a:lnTo>
                  <a:lnTo>
                    <a:pt x="233845" y="190500"/>
                  </a:lnTo>
                  <a:lnTo>
                    <a:pt x="236461" y="189229"/>
                  </a:lnTo>
                  <a:lnTo>
                    <a:pt x="238201" y="186689"/>
                  </a:lnTo>
                  <a:lnTo>
                    <a:pt x="239369" y="184150"/>
                  </a:lnTo>
                  <a:lnTo>
                    <a:pt x="239649" y="182879"/>
                  </a:lnTo>
                  <a:lnTo>
                    <a:pt x="239941" y="182879"/>
                  </a:lnTo>
                  <a:lnTo>
                    <a:pt x="240174" y="181610"/>
                  </a:lnTo>
                  <a:lnTo>
                    <a:pt x="182714" y="181610"/>
                  </a:lnTo>
                  <a:lnTo>
                    <a:pt x="175793" y="172720"/>
                  </a:lnTo>
                  <a:lnTo>
                    <a:pt x="170430" y="166370"/>
                  </a:lnTo>
                  <a:close/>
                </a:path>
                <a:path w="349884" h="374650">
                  <a:moveTo>
                    <a:pt x="233845" y="190500"/>
                  </a:moveTo>
                  <a:lnTo>
                    <a:pt x="220484" y="190500"/>
                  </a:lnTo>
                  <a:lnTo>
                    <a:pt x="221361" y="191770"/>
                  </a:lnTo>
                  <a:lnTo>
                    <a:pt x="225717" y="191770"/>
                  </a:lnTo>
                  <a:lnTo>
                    <a:pt x="226580" y="193039"/>
                  </a:lnTo>
                  <a:lnTo>
                    <a:pt x="230365" y="193039"/>
                  </a:lnTo>
                  <a:lnTo>
                    <a:pt x="233845" y="190500"/>
                  </a:lnTo>
                  <a:close/>
                </a:path>
                <a:path w="349884" h="374650">
                  <a:moveTo>
                    <a:pt x="209318" y="102870"/>
                  </a:moveTo>
                  <a:lnTo>
                    <a:pt x="166738" y="102870"/>
                  </a:lnTo>
                  <a:lnTo>
                    <a:pt x="179814" y="105410"/>
                  </a:lnTo>
                  <a:lnTo>
                    <a:pt x="185781" y="109220"/>
                  </a:lnTo>
                  <a:lnTo>
                    <a:pt x="205288" y="144779"/>
                  </a:lnTo>
                  <a:lnTo>
                    <a:pt x="205381" y="146050"/>
                  </a:lnTo>
                  <a:lnTo>
                    <a:pt x="205474" y="147320"/>
                  </a:lnTo>
                  <a:lnTo>
                    <a:pt x="205567" y="148589"/>
                  </a:lnTo>
                  <a:lnTo>
                    <a:pt x="202476" y="161289"/>
                  </a:lnTo>
                  <a:lnTo>
                    <a:pt x="187655" y="161289"/>
                  </a:lnTo>
                  <a:lnTo>
                    <a:pt x="188823" y="162560"/>
                  </a:lnTo>
                  <a:lnTo>
                    <a:pt x="189687" y="163829"/>
                  </a:lnTo>
                  <a:lnTo>
                    <a:pt x="190855" y="165100"/>
                  </a:lnTo>
                  <a:lnTo>
                    <a:pt x="191719" y="166370"/>
                  </a:lnTo>
                  <a:lnTo>
                    <a:pt x="192887" y="167639"/>
                  </a:lnTo>
                  <a:lnTo>
                    <a:pt x="193763" y="168910"/>
                  </a:lnTo>
                  <a:lnTo>
                    <a:pt x="194919" y="170179"/>
                  </a:lnTo>
                  <a:lnTo>
                    <a:pt x="195503" y="170179"/>
                  </a:lnTo>
                  <a:lnTo>
                    <a:pt x="196659" y="171450"/>
                  </a:lnTo>
                  <a:lnTo>
                    <a:pt x="197827" y="173989"/>
                  </a:lnTo>
                  <a:lnTo>
                    <a:pt x="198983" y="173989"/>
                  </a:lnTo>
                  <a:lnTo>
                    <a:pt x="199567" y="175260"/>
                  </a:lnTo>
                  <a:lnTo>
                    <a:pt x="203047" y="179070"/>
                  </a:lnTo>
                  <a:lnTo>
                    <a:pt x="195795" y="179070"/>
                  </a:lnTo>
                  <a:lnTo>
                    <a:pt x="182714" y="181610"/>
                  </a:lnTo>
                  <a:lnTo>
                    <a:pt x="240174" y="181610"/>
                  </a:lnTo>
                  <a:lnTo>
                    <a:pt x="241109" y="176529"/>
                  </a:lnTo>
                  <a:lnTo>
                    <a:pt x="240992" y="175260"/>
                  </a:lnTo>
                  <a:lnTo>
                    <a:pt x="240875" y="173989"/>
                  </a:lnTo>
                  <a:lnTo>
                    <a:pt x="240758" y="172720"/>
                  </a:lnTo>
                  <a:lnTo>
                    <a:pt x="224244" y="127000"/>
                  </a:lnTo>
                  <a:lnTo>
                    <a:pt x="216420" y="113029"/>
                  </a:lnTo>
                  <a:lnTo>
                    <a:pt x="209318" y="102870"/>
                  </a:lnTo>
                  <a:close/>
                </a:path>
                <a:path w="349884" h="374650">
                  <a:moveTo>
                    <a:pt x="201889" y="92710"/>
                  </a:moveTo>
                  <a:lnTo>
                    <a:pt x="151053" y="92710"/>
                  </a:lnTo>
                  <a:lnTo>
                    <a:pt x="151053" y="93979"/>
                  </a:lnTo>
                  <a:lnTo>
                    <a:pt x="151345" y="95250"/>
                  </a:lnTo>
                  <a:lnTo>
                    <a:pt x="152514" y="97789"/>
                  </a:lnTo>
                  <a:lnTo>
                    <a:pt x="152514" y="99060"/>
                  </a:lnTo>
                  <a:lnTo>
                    <a:pt x="153670" y="101600"/>
                  </a:lnTo>
                  <a:lnTo>
                    <a:pt x="156578" y="109220"/>
                  </a:lnTo>
                  <a:lnTo>
                    <a:pt x="156870" y="110489"/>
                  </a:lnTo>
                  <a:lnTo>
                    <a:pt x="157441" y="111760"/>
                  </a:lnTo>
                  <a:lnTo>
                    <a:pt x="158318" y="113029"/>
                  </a:lnTo>
                  <a:lnTo>
                    <a:pt x="158902" y="114300"/>
                  </a:lnTo>
                  <a:lnTo>
                    <a:pt x="159765" y="115570"/>
                  </a:lnTo>
                  <a:lnTo>
                    <a:pt x="160934" y="118110"/>
                  </a:lnTo>
                  <a:lnTo>
                    <a:pt x="161798" y="120650"/>
                  </a:lnTo>
                  <a:lnTo>
                    <a:pt x="162674" y="121920"/>
                  </a:lnTo>
                  <a:lnTo>
                    <a:pt x="163842" y="124460"/>
                  </a:lnTo>
                  <a:lnTo>
                    <a:pt x="164706" y="125729"/>
                  </a:lnTo>
                  <a:lnTo>
                    <a:pt x="165874" y="128270"/>
                  </a:lnTo>
                  <a:lnTo>
                    <a:pt x="166738" y="129539"/>
                  </a:lnTo>
                  <a:lnTo>
                    <a:pt x="167322" y="130810"/>
                  </a:lnTo>
                  <a:lnTo>
                    <a:pt x="169062" y="133350"/>
                  </a:lnTo>
                  <a:lnTo>
                    <a:pt x="170230" y="135889"/>
                  </a:lnTo>
                  <a:lnTo>
                    <a:pt x="171386" y="137160"/>
                  </a:lnTo>
                  <a:lnTo>
                    <a:pt x="176034" y="144779"/>
                  </a:lnTo>
                  <a:lnTo>
                    <a:pt x="176326" y="144779"/>
                  </a:lnTo>
                  <a:lnTo>
                    <a:pt x="177495" y="147320"/>
                  </a:lnTo>
                  <a:lnTo>
                    <a:pt x="180975" y="152400"/>
                  </a:lnTo>
                  <a:lnTo>
                    <a:pt x="182143" y="153670"/>
                  </a:lnTo>
                  <a:lnTo>
                    <a:pt x="184746" y="157479"/>
                  </a:lnTo>
                  <a:lnTo>
                    <a:pt x="185915" y="158750"/>
                  </a:lnTo>
                  <a:lnTo>
                    <a:pt x="186791" y="161289"/>
                  </a:lnTo>
                  <a:lnTo>
                    <a:pt x="202476" y="161289"/>
                  </a:lnTo>
                  <a:lnTo>
                    <a:pt x="193763" y="149860"/>
                  </a:lnTo>
                  <a:lnTo>
                    <a:pt x="193645" y="139700"/>
                  </a:lnTo>
                  <a:lnTo>
                    <a:pt x="193630" y="138429"/>
                  </a:lnTo>
                  <a:lnTo>
                    <a:pt x="189688" y="128270"/>
                  </a:lnTo>
                  <a:lnTo>
                    <a:pt x="182482" y="120650"/>
                  </a:lnTo>
                  <a:lnTo>
                    <a:pt x="172554" y="115570"/>
                  </a:lnTo>
                  <a:lnTo>
                    <a:pt x="170230" y="110489"/>
                  </a:lnTo>
                  <a:lnTo>
                    <a:pt x="168198" y="106679"/>
                  </a:lnTo>
                  <a:lnTo>
                    <a:pt x="166738" y="102870"/>
                  </a:lnTo>
                  <a:lnTo>
                    <a:pt x="209318" y="102870"/>
                  </a:lnTo>
                  <a:lnTo>
                    <a:pt x="207543" y="100329"/>
                  </a:lnTo>
                  <a:lnTo>
                    <a:pt x="201889" y="92710"/>
                  </a:lnTo>
                  <a:close/>
                </a:path>
                <a:path w="349884" h="374650">
                  <a:moveTo>
                    <a:pt x="255891" y="97789"/>
                  </a:moveTo>
                  <a:lnTo>
                    <a:pt x="248948" y="97789"/>
                  </a:lnTo>
                  <a:lnTo>
                    <a:pt x="242876" y="101600"/>
                  </a:lnTo>
                  <a:lnTo>
                    <a:pt x="238493" y="107950"/>
                  </a:lnTo>
                  <a:lnTo>
                    <a:pt x="238201" y="107950"/>
                  </a:lnTo>
                  <a:lnTo>
                    <a:pt x="236417" y="115570"/>
                  </a:lnTo>
                  <a:lnTo>
                    <a:pt x="237437" y="121920"/>
                  </a:lnTo>
                  <a:lnTo>
                    <a:pt x="241017" y="128270"/>
                  </a:lnTo>
                  <a:lnTo>
                    <a:pt x="246913" y="133350"/>
                  </a:lnTo>
                  <a:lnTo>
                    <a:pt x="279742" y="148589"/>
                  </a:lnTo>
                  <a:lnTo>
                    <a:pt x="282651" y="149860"/>
                  </a:lnTo>
                  <a:lnTo>
                    <a:pt x="286131" y="148589"/>
                  </a:lnTo>
                  <a:lnTo>
                    <a:pt x="287591" y="146050"/>
                  </a:lnTo>
                  <a:lnTo>
                    <a:pt x="303276" y="111760"/>
                  </a:lnTo>
                  <a:lnTo>
                    <a:pt x="304895" y="104139"/>
                  </a:lnTo>
                  <a:lnTo>
                    <a:pt x="304465" y="101600"/>
                  </a:lnTo>
                  <a:lnTo>
                    <a:pt x="267830" y="101600"/>
                  </a:lnTo>
                  <a:lnTo>
                    <a:pt x="262890" y="99060"/>
                  </a:lnTo>
                  <a:lnTo>
                    <a:pt x="255891" y="97789"/>
                  </a:lnTo>
                  <a:close/>
                </a:path>
                <a:path w="349884" h="374650">
                  <a:moveTo>
                    <a:pt x="290055" y="85089"/>
                  </a:moveTo>
                  <a:lnTo>
                    <a:pt x="285115" y="85089"/>
                  </a:lnTo>
                  <a:lnTo>
                    <a:pt x="276402" y="87629"/>
                  </a:lnTo>
                  <a:lnTo>
                    <a:pt x="272630" y="91439"/>
                  </a:lnTo>
                  <a:lnTo>
                    <a:pt x="270446" y="95250"/>
                  </a:lnTo>
                  <a:lnTo>
                    <a:pt x="270154" y="96520"/>
                  </a:lnTo>
                  <a:lnTo>
                    <a:pt x="267830" y="101600"/>
                  </a:lnTo>
                  <a:lnTo>
                    <a:pt x="304465" y="101600"/>
                  </a:lnTo>
                  <a:lnTo>
                    <a:pt x="303820" y="97789"/>
                  </a:lnTo>
                  <a:lnTo>
                    <a:pt x="300295" y="91439"/>
                  </a:lnTo>
                  <a:lnTo>
                    <a:pt x="294563" y="87629"/>
                  </a:lnTo>
                  <a:lnTo>
                    <a:pt x="290055" y="85089"/>
                  </a:lnTo>
                  <a:close/>
                </a:path>
                <a:path w="349884" h="374650">
                  <a:moveTo>
                    <a:pt x="162090" y="59689"/>
                  </a:moveTo>
                  <a:lnTo>
                    <a:pt x="158457" y="59689"/>
                  </a:lnTo>
                  <a:lnTo>
                    <a:pt x="155409" y="62229"/>
                  </a:lnTo>
                  <a:lnTo>
                    <a:pt x="154254" y="63500"/>
                  </a:lnTo>
                  <a:lnTo>
                    <a:pt x="153085" y="63500"/>
                  </a:lnTo>
                  <a:lnTo>
                    <a:pt x="152222" y="64770"/>
                  </a:lnTo>
                  <a:lnTo>
                    <a:pt x="151053" y="66039"/>
                  </a:lnTo>
                  <a:lnTo>
                    <a:pt x="150190" y="68579"/>
                  </a:lnTo>
                  <a:lnTo>
                    <a:pt x="149606" y="69850"/>
                  </a:lnTo>
                  <a:lnTo>
                    <a:pt x="149313" y="71120"/>
                  </a:lnTo>
                  <a:lnTo>
                    <a:pt x="149313" y="72389"/>
                  </a:lnTo>
                  <a:lnTo>
                    <a:pt x="149021" y="73660"/>
                  </a:lnTo>
                  <a:lnTo>
                    <a:pt x="149021" y="78739"/>
                  </a:lnTo>
                  <a:lnTo>
                    <a:pt x="189683" y="78739"/>
                  </a:lnTo>
                  <a:lnTo>
                    <a:pt x="188477" y="77470"/>
                  </a:lnTo>
                  <a:lnTo>
                    <a:pt x="178943" y="68579"/>
                  </a:lnTo>
                  <a:lnTo>
                    <a:pt x="174434" y="64770"/>
                  </a:lnTo>
                  <a:lnTo>
                    <a:pt x="170078" y="62229"/>
                  </a:lnTo>
                  <a:lnTo>
                    <a:pt x="162090" y="59689"/>
                  </a:lnTo>
                  <a:close/>
                </a:path>
                <a:path w="349884" h="374650">
                  <a:moveTo>
                    <a:pt x="220776" y="49529"/>
                  </a:moveTo>
                  <a:lnTo>
                    <a:pt x="209156" y="66039"/>
                  </a:lnTo>
                  <a:lnTo>
                    <a:pt x="192595" y="66039"/>
                  </a:lnTo>
                  <a:lnTo>
                    <a:pt x="192595" y="68579"/>
                  </a:lnTo>
                  <a:lnTo>
                    <a:pt x="192887" y="68579"/>
                  </a:lnTo>
                  <a:lnTo>
                    <a:pt x="193179" y="69850"/>
                  </a:lnTo>
                  <a:lnTo>
                    <a:pt x="193763" y="71120"/>
                  </a:lnTo>
                  <a:lnTo>
                    <a:pt x="194335" y="71120"/>
                  </a:lnTo>
                  <a:lnTo>
                    <a:pt x="195795" y="73660"/>
                  </a:lnTo>
                  <a:lnTo>
                    <a:pt x="197535" y="74929"/>
                  </a:lnTo>
                  <a:lnTo>
                    <a:pt x="199567" y="76200"/>
                  </a:lnTo>
                  <a:lnTo>
                    <a:pt x="201307" y="76200"/>
                  </a:lnTo>
                  <a:lnTo>
                    <a:pt x="202184" y="77470"/>
                  </a:lnTo>
                  <a:lnTo>
                    <a:pt x="255346" y="77470"/>
                  </a:lnTo>
                  <a:lnTo>
                    <a:pt x="261150" y="71120"/>
                  </a:lnTo>
                  <a:lnTo>
                    <a:pt x="261266" y="68579"/>
                  </a:lnTo>
                  <a:lnTo>
                    <a:pt x="261383" y="66039"/>
                  </a:lnTo>
                  <a:lnTo>
                    <a:pt x="261442" y="64770"/>
                  </a:lnTo>
                  <a:lnTo>
                    <a:pt x="228904" y="64770"/>
                  </a:lnTo>
                  <a:lnTo>
                    <a:pt x="224256" y="55879"/>
                  </a:lnTo>
                  <a:lnTo>
                    <a:pt x="220776" y="49529"/>
                  </a:lnTo>
                  <a:close/>
                </a:path>
                <a:path w="349884" h="374650">
                  <a:moveTo>
                    <a:pt x="255638" y="13970"/>
                  </a:moveTo>
                  <a:lnTo>
                    <a:pt x="198120" y="13970"/>
                  </a:lnTo>
                  <a:lnTo>
                    <a:pt x="192303" y="19050"/>
                  </a:lnTo>
                  <a:lnTo>
                    <a:pt x="192303" y="66039"/>
                  </a:lnTo>
                  <a:lnTo>
                    <a:pt x="204215" y="66039"/>
                  </a:lnTo>
                  <a:lnTo>
                    <a:pt x="203631" y="64770"/>
                  </a:lnTo>
                  <a:lnTo>
                    <a:pt x="203631" y="53339"/>
                  </a:lnTo>
                  <a:lnTo>
                    <a:pt x="203923" y="53339"/>
                  </a:lnTo>
                  <a:lnTo>
                    <a:pt x="218744" y="31750"/>
                  </a:lnTo>
                  <a:lnTo>
                    <a:pt x="261442" y="31750"/>
                  </a:lnTo>
                  <a:lnTo>
                    <a:pt x="261442" y="19050"/>
                  </a:lnTo>
                  <a:lnTo>
                    <a:pt x="255638" y="13970"/>
                  </a:lnTo>
                  <a:close/>
                </a:path>
                <a:path w="349884" h="374650">
                  <a:moveTo>
                    <a:pt x="241985" y="50800"/>
                  </a:moveTo>
                  <a:lnTo>
                    <a:pt x="236753" y="54610"/>
                  </a:lnTo>
                  <a:lnTo>
                    <a:pt x="241985" y="64770"/>
                  </a:lnTo>
                  <a:lnTo>
                    <a:pt x="261442" y="64770"/>
                  </a:lnTo>
                  <a:lnTo>
                    <a:pt x="261442" y="59689"/>
                  </a:lnTo>
                  <a:lnTo>
                    <a:pt x="249821" y="59689"/>
                  </a:lnTo>
                  <a:lnTo>
                    <a:pt x="241985" y="50800"/>
                  </a:lnTo>
                  <a:close/>
                </a:path>
                <a:path w="349884" h="374650">
                  <a:moveTo>
                    <a:pt x="331736" y="0"/>
                  </a:moveTo>
                  <a:lnTo>
                    <a:pt x="279158" y="17779"/>
                  </a:lnTo>
                  <a:lnTo>
                    <a:pt x="272867" y="29210"/>
                  </a:lnTo>
                  <a:lnTo>
                    <a:pt x="272770" y="30479"/>
                  </a:lnTo>
                  <a:lnTo>
                    <a:pt x="279450" y="50800"/>
                  </a:lnTo>
                  <a:lnTo>
                    <a:pt x="282067" y="58420"/>
                  </a:lnTo>
                  <a:lnTo>
                    <a:pt x="290195" y="62229"/>
                  </a:lnTo>
                  <a:lnTo>
                    <a:pt x="342785" y="44450"/>
                  </a:lnTo>
                  <a:lnTo>
                    <a:pt x="345681" y="41910"/>
                  </a:lnTo>
                  <a:lnTo>
                    <a:pt x="347421" y="38100"/>
                  </a:lnTo>
                  <a:lnTo>
                    <a:pt x="309372" y="38100"/>
                  </a:lnTo>
                  <a:lnTo>
                    <a:pt x="307632" y="31750"/>
                  </a:lnTo>
                  <a:lnTo>
                    <a:pt x="305892" y="26670"/>
                  </a:lnTo>
                  <a:lnTo>
                    <a:pt x="347851" y="26670"/>
                  </a:lnTo>
                  <a:lnTo>
                    <a:pt x="342493" y="11429"/>
                  </a:lnTo>
                  <a:lnTo>
                    <a:pt x="339877" y="3810"/>
                  </a:lnTo>
                  <a:lnTo>
                    <a:pt x="331736" y="0"/>
                  </a:lnTo>
                  <a:close/>
                </a:path>
                <a:path w="349884" h="374650">
                  <a:moveTo>
                    <a:pt x="261442" y="36829"/>
                  </a:moveTo>
                  <a:lnTo>
                    <a:pt x="245173" y="36829"/>
                  </a:lnTo>
                  <a:lnTo>
                    <a:pt x="247205" y="39370"/>
                  </a:lnTo>
                  <a:lnTo>
                    <a:pt x="249821" y="41910"/>
                  </a:lnTo>
                  <a:lnTo>
                    <a:pt x="249821" y="59689"/>
                  </a:lnTo>
                  <a:lnTo>
                    <a:pt x="261442" y="59689"/>
                  </a:lnTo>
                  <a:lnTo>
                    <a:pt x="261442" y="36829"/>
                  </a:lnTo>
                  <a:close/>
                </a:path>
                <a:path w="349884" h="374650">
                  <a:moveTo>
                    <a:pt x="261442" y="31750"/>
                  </a:moveTo>
                  <a:lnTo>
                    <a:pt x="222516" y="31750"/>
                  </a:lnTo>
                  <a:lnTo>
                    <a:pt x="225132" y="34289"/>
                  </a:lnTo>
                  <a:lnTo>
                    <a:pt x="226580" y="34289"/>
                  </a:lnTo>
                  <a:lnTo>
                    <a:pt x="226872" y="35560"/>
                  </a:lnTo>
                  <a:lnTo>
                    <a:pt x="231228" y="44450"/>
                  </a:lnTo>
                  <a:lnTo>
                    <a:pt x="241693" y="36829"/>
                  </a:lnTo>
                  <a:lnTo>
                    <a:pt x="261442" y="36829"/>
                  </a:lnTo>
                  <a:lnTo>
                    <a:pt x="261442" y="31750"/>
                  </a:lnTo>
                  <a:close/>
                </a:path>
                <a:path w="349884" h="374650">
                  <a:moveTo>
                    <a:pt x="347851" y="26670"/>
                  </a:moveTo>
                  <a:lnTo>
                    <a:pt x="305892" y="26670"/>
                  </a:lnTo>
                  <a:lnTo>
                    <a:pt x="318668" y="29210"/>
                  </a:lnTo>
                  <a:lnTo>
                    <a:pt x="314020" y="33020"/>
                  </a:lnTo>
                  <a:lnTo>
                    <a:pt x="309372" y="38100"/>
                  </a:lnTo>
                  <a:lnTo>
                    <a:pt x="347421" y="38100"/>
                  </a:lnTo>
                  <a:lnTo>
                    <a:pt x="349173" y="35560"/>
                  </a:lnTo>
                  <a:lnTo>
                    <a:pt x="349271" y="34289"/>
                  </a:lnTo>
                  <a:lnTo>
                    <a:pt x="349368" y="33020"/>
                  </a:lnTo>
                  <a:lnTo>
                    <a:pt x="349465" y="31750"/>
                  </a:lnTo>
                  <a:lnTo>
                    <a:pt x="348297" y="27939"/>
                  </a:lnTo>
                  <a:lnTo>
                    <a:pt x="347851" y="2667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91895" y="3064382"/>
            <a:ext cx="705485" cy="715010"/>
            <a:chOff x="691895" y="3064382"/>
            <a:chExt cx="705485" cy="715010"/>
          </a:xfrm>
        </p:grpSpPr>
        <p:sp>
          <p:nvSpPr>
            <p:cNvPr id="16" name="object 16"/>
            <p:cNvSpPr/>
            <p:nvPr/>
          </p:nvSpPr>
          <p:spPr>
            <a:xfrm>
              <a:off x="879449" y="3064382"/>
              <a:ext cx="330835" cy="70485"/>
            </a:xfrm>
            <a:custGeom>
              <a:avLst/>
              <a:gdLst/>
              <a:ahLst/>
              <a:cxnLst/>
              <a:rect l="l" t="t" r="r" b="b"/>
              <a:pathLst>
                <a:path w="330834" h="70485">
                  <a:moveTo>
                    <a:pt x="163944" y="0"/>
                  </a:moveTo>
                  <a:lnTo>
                    <a:pt x="123389" y="2016"/>
                  </a:lnTo>
                  <a:lnTo>
                    <a:pt x="84004" y="7937"/>
                  </a:lnTo>
                  <a:lnTo>
                    <a:pt x="45990" y="17573"/>
                  </a:lnTo>
                  <a:lnTo>
                    <a:pt x="9550" y="30733"/>
                  </a:lnTo>
                  <a:lnTo>
                    <a:pt x="0" y="35813"/>
                  </a:lnTo>
                  <a:lnTo>
                    <a:pt x="14096" y="68452"/>
                  </a:lnTo>
                  <a:lnTo>
                    <a:pt x="23533" y="63372"/>
                  </a:lnTo>
                  <a:lnTo>
                    <a:pt x="56673" y="51452"/>
                  </a:lnTo>
                  <a:lnTo>
                    <a:pt x="91243" y="42687"/>
                  </a:lnTo>
                  <a:lnTo>
                    <a:pt x="127060" y="37280"/>
                  </a:lnTo>
                  <a:lnTo>
                    <a:pt x="163944" y="35432"/>
                  </a:lnTo>
                  <a:lnTo>
                    <a:pt x="200828" y="37280"/>
                  </a:lnTo>
                  <a:lnTo>
                    <a:pt x="236647" y="42687"/>
                  </a:lnTo>
                  <a:lnTo>
                    <a:pt x="271220" y="51452"/>
                  </a:lnTo>
                  <a:lnTo>
                    <a:pt x="304368" y="63372"/>
                  </a:lnTo>
                  <a:lnTo>
                    <a:pt x="317703" y="70484"/>
                  </a:lnTo>
                  <a:lnTo>
                    <a:pt x="330250" y="37083"/>
                  </a:lnTo>
                  <a:lnTo>
                    <a:pt x="318350" y="30733"/>
                  </a:lnTo>
                  <a:lnTo>
                    <a:pt x="281905" y="17573"/>
                  </a:lnTo>
                  <a:lnTo>
                    <a:pt x="243890" y="7937"/>
                  </a:lnTo>
                  <a:lnTo>
                    <a:pt x="204504" y="2016"/>
                  </a:lnTo>
                  <a:lnTo>
                    <a:pt x="1639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895" y="3067837"/>
              <a:ext cx="704977" cy="7113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2825" y="3139820"/>
              <a:ext cx="564515" cy="563880"/>
            </a:xfrm>
            <a:custGeom>
              <a:avLst/>
              <a:gdLst/>
              <a:ahLst/>
              <a:cxnLst/>
              <a:rect l="l" t="t" r="r" b="b"/>
              <a:pathLst>
                <a:path w="564515" h="563879">
                  <a:moveTo>
                    <a:pt x="281965" y="0"/>
                  </a:moveTo>
                  <a:lnTo>
                    <a:pt x="236231" y="3690"/>
                  </a:lnTo>
                  <a:lnTo>
                    <a:pt x="192846" y="14374"/>
                  </a:lnTo>
                  <a:lnTo>
                    <a:pt x="152390" y="31471"/>
                  </a:lnTo>
                  <a:lnTo>
                    <a:pt x="115444" y="54400"/>
                  </a:lnTo>
                  <a:lnTo>
                    <a:pt x="82589" y="82581"/>
                  </a:lnTo>
                  <a:lnTo>
                    <a:pt x="54405" y="115433"/>
                  </a:lnTo>
                  <a:lnTo>
                    <a:pt x="31474" y="152376"/>
                  </a:lnTo>
                  <a:lnTo>
                    <a:pt x="14375" y="192828"/>
                  </a:lnTo>
                  <a:lnTo>
                    <a:pt x="3690" y="236210"/>
                  </a:lnTo>
                  <a:lnTo>
                    <a:pt x="0" y="281939"/>
                  </a:lnTo>
                  <a:lnTo>
                    <a:pt x="3690" y="327669"/>
                  </a:lnTo>
                  <a:lnTo>
                    <a:pt x="14375" y="371051"/>
                  </a:lnTo>
                  <a:lnTo>
                    <a:pt x="31474" y="411503"/>
                  </a:lnTo>
                  <a:lnTo>
                    <a:pt x="54405" y="448446"/>
                  </a:lnTo>
                  <a:lnTo>
                    <a:pt x="82589" y="481298"/>
                  </a:lnTo>
                  <a:lnTo>
                    <a:pt x="115444" y="509479"/>
                  </a:lnTo>
                  <a:lnTo>
                    <a:pt x="152390" y="532408"/>
                  </a:lnTo>
                  <a:lnTo>
                    <a:pt x="192846" y="549505"/>
                  </a:lnTo>
                  <a:lnTo>
                    <a:pt x="236231" y="560189"/>
                  </a:lnTo>
                  <a:lnTo>
                    <a:pt x="281965" y="563879"/>
                  </a:lnTo>
                  <a:lnTo>
                    <a:pt x="327702" y="560189"/>
                  </a:lnTo>
                  <a:lnTo>
                    <a:pt x="371090" y="549505"/>
                  </a:lnTo>
                  <a:lnTo>
                    <a:pt x="411548" y="532408"/>
                  </a:lnTo>
                  <a:lnTo>
                    <a:pt x="448495" y="509479"/>
                  </a:lnTo>
                  <a:lnTo>
                    <a:pt x="481352" y="481298"/>
                  </a:lnTo>
                  <a:lnTo>
                    <a:pt x="509536" y="448446"/>
                  </a:lnTo>
                  <a:lnTo>
                    <a:pt x="532468" y="411503"/>
                  </a:lnTo>
                  <a:lnTo>
                    <a:pt x="549567" y="371051"/>
                  </a:lnTo>
                  <a:lnTo>
                    <a:pt x="560252" y="327669"/>
                  </a:lnTo>
                  <a:lnTo>
                    <a:pt x="563943" y="281939"/>
                  </a:lnTo>
                  <a:lnTo>
                    <a:pt x="560252" y="236210"/>
                  </a:lnTo>
                  <a:lnTo>
                    <a:pt x="549567" y="192828"/>
                  </a:lnTo>
                  <a:lnTo>
                    <a:pt x="532468" y="152376"/>
                  </a:lnTo>
                  <a:lnTo>
                    <a:pt x="509536" y="115433"/>
                  </a:lnTo>
                  <a:lnTo>
                    <a:pt x="481352" y="82581"/>
                  </a:lnTo>
                  <a:lnTo>
                    <a:pt x="448495" y="54400"/>
                  </a:lnTo>
                  <a:lnTo>
                    <a:pt x="411548" y="31471"/>
                  </a:lnTo>
                  <a:lnTo>
                    <a:pt x="371090" y="14374"/>
                  </a:lnTo>
                  <a:lnTo>
                    <a:pt x="327702" y="3690"/>
                  </a:lnTo>
                  <a:lnTo>
                    <a:pt x="281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880871" y="3246119"/>
              <a:ext cx="327660" cy="350520"/>
            </a:xfrm>
            <a:custGeom>
              <a:avLst/>
              <a:gdLst/>
              <a:ahLst/>
              <a:cxnLst/>
              <a:rect l="l" t="t" r="r" b="b"/>
              <a:pathLst>
                <a:path w="327659" h="350520">
                  <a:moveTo>
                    <a:pt x="210058" y="222376"/>
                  </a:moveTo>
                  <a:lnTo>
                    <a:pt x="185483" y="222376"/>
                  </a:lnTo>
                  <a:lnTo>
                    <a:pt x="179044" y="227075"/>
                  </a:lnTo>
                  <a:lnTo>
                    <a:pt x="176707" y="234060"/>
                  </a:lnTo>
                  <a:lnTo>
                    <a:pt x="159727" y="234060"/>
                  </a:lnTo>
                  <a:lnTo>
                    <a:pt x="152133" y="241680"/>
                  </a:lnTo>
                  <a:lnTo>
                    <a:pt x="152133" y="284988"/>
                  </a:lnTo>
                  <a:lnTo>
                    <a:pt x="159727" y="292607"/>
                  </a:lnTo>
                  <a:lnTo>
                    <a:pt x="176707" y="292607"/>
                  </a:lnTo>
                  <a:lnTo>
                    <a:pt x="177876" y="295528"/>
                  </a:lnTo>
                  <a:lnTo>
                    <a:pt x="179628" y="297814"/>
                  </a:lnTo>
                  <a:lnTo>
                    <a:pt x="181381" y="299592"/>
                  </a:lnTo>
                  <a:lnTo>
                    <a:pt x="190741" y="337692"/>
                  </a:lnTo>
                  <a:lnTo>
                    <a:pt x="192493" y="345313"/>
                  </a:lnTo>
                  <a:lnTo>
                    <a:pt x="199516" y="350519"/>
                  </a:lnTo>
                  <a:lnTo>
                    <a:pt x="212978" y="350519"/>
                  </a:lnTo>
                  <a:lnTo>
                    <a:pt x="218249" y="348233"/>
                  </a:lnTo>
                  <a:lnTo>
                    <a:pt x="221170" y="344042"/>
                  </a:lnTo>
                  <a:lnTo>
                    <a:pt x="224675" y="339978"/>
                  </a:lnTo>
                  <a:lnTo>
                    <a:pt x="225856" y="334771"/>
                  </a:lnTo>
                  <a:lnTo>
                    <a:pt x="224091" y="329438"/>
                  </a:lnTo>
                  <a:lnTo>
                    <a:pt x="216484" y="299084"/>
                  </a:lnTo>
                  <a:lnTo>
                    <a:pt x="217068" y="298450"/>
                  </a:lnTo>
                  <a:lnTo>
                    <a:pt x="327659" y="298450"/>
                  </a:lnTo>
                  <a:lnTo>
                    <a:pt x="327659" y="228218"/>
                  </a:lnTo>
                  <a:lnTo>
                    <a:pt x="217665" y="228218"/>
                  </a:lnTo>
                  <a:lnTo>
                    <a:pt x="214731" y="224662"/>
                  </a:lnTo>
                  <a:lnTo>
                    <a:pt x="210058" y="222376"/>
                  </a:lnTo>
                  <a:close/>
                </a:path>
                <a:path w="327659" h="350520">
                  <a:moveTo>
                    <a:pt x="217081" y="0"/>
                  </a:moveTo>
                  <a:lnTo>
                    <a:pt x="5270" y="0"/>
                  </a:lnTo>
                  <a:lnTo>
                    <a:pt x="0" y="5206"/>
                  </a:lnTo>
                  <a:lnTo>
                    <a:pt x="0" y="322452"/>
                  </a:lnTo>
                  <a:lnTo>
                    <a:pt x="5270" y="327659"/>
                  </a:lnTo>
                  <a:lnTo>
                    <a:pt x="176707" y="327659"/>
                  </a:lnTo>
                  <a:lnTo>
                    <a:pt x="175526" y="323595"/>
                  </a:lnTo>
                  <a:lnTo>
                    <a:pt x="170853" y="306069"/>
                  </a:lnTo>
                  <a:lnTo>
                    <a:pt x="170268" y="305434"/>
                  </a:lnTo>
                  <a:lnTo>
                    <a:pt x="170268" y="304926"/>
                  </a:lnTo>
                  <a:lnTo>
                    <a:pt x="169684" y="304291"/>
                  </a:lnTo>
                  <a:lnTo>
                    <a:pt x="104736" y="304291"/>
                  </a:lnTo>
                  <a:lnTo>
                    <a:pt x="99466" y="299084"/>
                  </a:lnTo>
                  <a:lnTo>
                    <a:pt x="99466" y="286130"/>
                  </a:lnTo>
                  <a:lnTo>
                    <a:pt x="104736" y="280924"/>
                  </a:lnTo>
                  <a:lnTo>
                    <a:pt x="141578" y="280924"/>
                  </a:lnTo>
                  <a:lnTo>
                    <a:pt x="140423" y="275081"/>
                  </a:lnTo>
                  <a:lnTo>
                    <a:pt x="140423" y="257428"/>
                  </a:lnTo>
                  <a:lnTo>
                    <a:pt x="23406" y="257428"/>
                  </a:lnTo>
                  <a:lnTo>
                    <a:pt x="23406" y="35051"/>
                  </a:lnTo>
                  <a:lnTo>
                    <a:pt x="222338" y="35051"/>
                  </a:lnTo>
                  <a:lnTo>
                    <a:pt x="222338" y="23367"/>
                  </a:lnTo>
                  <a:lnTo>
                    <a:pt x="64363" y="23367"/>
                  </a:lnTo>
                  <a:lnTo>
                    <a:pt x="64363" y="11683"/>
                  </a:lnTo>
                  <a:lnTo>
                    <a:pt x="222338" y="11683"/>
                  </a:lnTo>
                  <a:lnTo>
                    <a:pt x="222338" y="5206"/>
                  </a:lnTo>
                  <a:lnTo>
                    <a:pt x="217081" y="0"/>
                  </a:lnTo>
                  <a:close/>
                </a:path>
                <a:path w="327659" h="350520">
                  <a:moveTo>
                    <a:pt x="327659" y="298450"/>
                  </a:moveTo>
                  <a:lnTo>
                    <a:pt x="217068" y="298450"/>
                  </a:lnTo>
                  <a:lnTo>
                    <a:pt x="327659" y="310768"/>
                  </a:lnTo>
                  <a:lnTo>
                    <a:pt x="327659" y="298450"/>
                  </a:lnTo>
                  <a:close/>
                </a:path>
                <a:path w="327659" h="350520">
                  <a:moveTo>
                    <a:pt x="141578" y="280924"/>
                  </a:moveTo>
                  <a:lnTo>
                    <a:pt x="117602" y="280924"/>
                  </a:lnTo>
                  <a:lnTo>
                    <a:pt x="122872" y="286130"/>
                  </a:lnTo>
                  <a:lnTo>
                    <a:pt x="122872" y="299084"/>
                  </a:lnTo>
                  <a:lnTo>
                    <a:pt x="117602" y="304291"/>
                  </a:lnTo>
                  <a:lnTo>
                    <a:pt x="169684" y="304291"/>
                  </a:lnTo>
                  <a:lnTo>
                    <a:pt x="158201" y="302031"/>
                  </a:lnTo>
                  <a:lnTo>
                    <a:pt x="148910" y="295830"/>
                  </a:lnTo>
                  <a:lnTo>
                    <a:pt x="142692" y="286557"/>
                  </a:lnTo>
                  <a:lnTo>
                    <a:pt x="141578" y="280924"/>
                  </a:lnTo>
                  <a:close/>
                </a:path>
                <a:path w="327659" h="350520">
                  <a:moveTo>
                    <a:pt x="327659" y="215900"/>
                  </a:moveTo>
                  <a:lnTo>
                    <a:pt x="217665" y="228218"/>
                  </a:lnTo>
                  <a:lnTo>
                    <a:pt x="327659" y="228218"/>
                  </a:lnTo>
                  <a:lnTo>
                    <a:pt x="327659" y="215900"/>
                  </a:lnTo>
                  <a:close/>
                </a:path>
                <a:path w="327659" h="350520">
                  <a:moveTo>
                    <a:pt x="222338" y="35051"/>
                  </a:moveTo>
                  <a:lnTo>
                    <a:pt x="198932" y="35051"/>
                  </a:lnTo>
                  <a:lnTo>
                    <a:pt x="198932" y="210692"/>
                  </a:lnTo>
                  <a:lnTo>
                    <a:pt x="210642" y="210692"/>
                  </a:lnTo>
                  <a:lnTo>
                    <a:pt x="216484" y="212470"/>
                  </a:lnTo>
                  <a:lnTo>
                    <a:pt x="221170" y="215900"/>
                  </a:lnTo>
                  <a:lnTo>
                    <a:pt x="222338" y="215900"/>
                  </a:lnTo>
                  <a:lnTo>
                    <a:pt x="222338" y="35051"/>
                  </a:lnTo>
                  <a:close/>
                </a:path>
                <a:path w="327659" h="350520">
                  <a:moveTo>
                    <a:pt x="58508" y="96012"/>
                  </a:moveTo>
                  <a:lnTo>
                    <a:pt x="58508" y="196595"/>
                  </a:lnTo>
                  <a:lnTo>
                    <a:pt x="163830" y="146303"/>
                  </a:lnTo>
                  <a:lnTo>
                    <a:pt x="58508" y="96012"/>
                  </a:lnTo>
                  <a:close/>
                </a:path>
                <a:path w="327659" h="350520">
                  <a:moveTo>
                    <a:pt x="222338" y="11683"/>
                  </a:moveTo>
                  <a:lnTo>
                    <a:pt x="157975" y="11683"/>
                  </a:lnTo>
                  <a:lnTo>
                    <a:pt x="157975" y="23367"/>
                  </a:lnTo>
                  <a:lnTo>
                    <a:pt x="222338" y="23367"/>
                  </a:lnTo>
                  <a:lnTo>
                    <a:pt x="222338" y="1168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91895" y="4292346"/>
            <a:ext cx="705485" cy="715010"/>
            <a:chOff x="691895" y="4292346"/>
            <a:chExt cx="705485" cy="715010"/>
          </a:xfrm>
        </p:grpSpPr>
        <p:sp>
          <p:nvSpPr>
            <p:cNvPr id="21" name="object 21"/>
            <p:cNvSpPr/>
            <p:nvPr/>
          </p:nvSpPr>
          <p:spPr>
            <a:xfrm>
              <a:off x="879449" y="4292346"/>
              <a:ext cx="330835" cy="70485"/>
            </a:xfrm>
            <a:custGeom>
              <a:avLst/>
              <a:gdLst/>
              <a:ahLst/>
              <a:cxnLst/>
              <a:rect l="l" t="t" r="r" b="b"/>
              <a:pathLst>
                <a:path w="330834" h="70485">
                  <a:moveTo>
                    <a:pt x="163944" y="0"/>
                  </a:moveTo>
                  <a:lnTo>
                    <a:pt x="123389" y="2016"/>
                  </a:lnTo>
                  <a:lnTo>
                    <a:pt x="84004" y="7937"/>
                  </a:lnTo>
                  <a:lnTo>
                    <a:pt x="45990" y="17573"/>
                  </a:lnTo>
                  <a:lnTo>
                    <a:pt x="9550" y="30733"/>
                  </a:lnTo>
                  <a:lnTo>
                    <a:pt x="0" y="35813"/>
                  </a:lnTo>
                  <a:lnTo>
                    <a:pt x="14096" y="68452"/>
                  </a:lnTo>
                  <a:lnTo>
                    <a:pt x="23533" y="63372"/>
                  </a:lnTo>
                  <a:lnTo>
                    <a:pt x="56673" y="51399"/>
                  </a:lnTo>
                  <a:lnTo>
                    <a:pt x="91243" y="42640"/>
                  </a:lnTo>
                  <a:lnTo>
                    <a:pt x="127060" y="37262"/>
                  </a:lnTo>
                  <a:lnTo>
                    <a:pt x="163944" y="35432"/>
                  </a:lnTo>
                  <a:lnTo>
                    <a:pt x="200828" y="37262"/>
                  </a:lnTo>
                  <a:lnTo>
                    <a:pt x="236647" y="42640"/>
                  </a:lnTo>
                  <a:lnTo>
                    <a:pt x="271220" y="51399"/>
                  </a:lnTo>
                  <a:lnTo>
                    <a:pt x="304368" y="63372"/>
                  </a:lnTo>
                  <a:lnTo>
                    <a:pt x="317703" y="70484"/>
                  </a:lnTo>
                  <a:lnTo>
                    <a:pt x="330250" y="37083"/>
                  </a:lnTo>
                  <a:lnTo>
                    <a:pt x="318350" y="30733"/>
                  </a:lnTo>
                  <a:lnTo>
                    <a:pt x="281905" y="17573"/>
                  </a:lnTo>
                  <a:lnTo>
                    <a:pt x="243890" y="7937"/>
                  </a:lnTo>
                  <a:lnTo>
                    <a:pt x="204504" y="2016"/>
                  </a:lnTo>
                  <a:lnTo>
                    <a:pt x="1639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895" y="4296181"/>
              <a:ext cx="704977" cy="71079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62825" y="4367657"/>
              <a:ext cx="564515" cy="564515"/>
            </a:xfrm>
            <a:custGeom>
              <a:avLst/>
              <a:gdLst/>
              <a:ahLst/>
              <a:cxnLst/>
              <a:rect l="l" t="t" r="r" b="b"/>
              <a:pathLst>
                <a:path w="564515" h="564514">
                  <a:moveTo>
                    <a:pt x="281965" y="0"/>
                  </a:moveTo>
                  <a:lnTo>
                    <a:pt x="236231" y="3690"/>
                  </a:lnTo>
                  <a:lnTo>
                    <a:pt x="192846" y="14375"/>
                  </a:lnTo>
                  <a:lnTo>
                    <a:pt x="152390" y="31474"/>
                  </a:lnTo>
                  <a:lnTo>
                    <a:pt x="115444" y="54408"/>
                  </a:lnTo>
                  <a:lnTo>
                    <a:pt x="82589" y="82597"/>
                  </a:lnTo>
                  <a:lnTo>
                    <a:pt x="54405" y="115461"/>
                  </a:lnTo>
                  <a:lnTo>
                    <a:pt x="31474" y="152419"/>
                  </a:lnTo>
                  <a:lnTo>
                    <a:pt x="14375" y="192893"/>
                  </a:lnTo>
                  <a:lnTo>
                    <a:pt x="3690" y="236302"/>
                  </a:lnTo>
                  <a:lnTo>
                    <a:pt x="0" y="282067"/>
                  </a:lnTo>
                  <a:lnTo>
                    <a:pt x="3690" y="327796"/>
                  </a:lnTo>
                  <a:lnTo>
                    <a:pt x="14375" y="371178"/>
                  </a:lnTo>
                  <a:lnTo>
                    <a:pt x="31474" y="411630"/>
                  </a:lnTo>
                  <a:lnTo>
                    <a:pt x="54405" y="448573"/>
                  </a:lnTo>
                  <a:lnTo>
                    <a:pt x="82589" y="481425"/>
                  </a:lnTo>
                  <a:lnTo>
                    <a:pt x="115444" y="509606"/>
                  </a:lnTo>
                  <a:lnTo>
                    <a:pt x="152390" y="532535"/>
                  </a:lnTo>
                  <a:lnTo>
                    <a:pt x="192846" y="549632"/>
                  </a:lnTo>
                  <a:lnTo>
                    <a:pt x="236231" y="560316"/>
                  </a:lnTo>
                  <a:lnTo>
                    <a:pt x="281965" y="564007"/>
                  </a:lnTo>
                  <a:lnTo>
                    <a:pt x="327702" y="560316"/>
                  </a:lnTo>
                  <a:lnTo>
                    <a:pt x="371090" y="549632"/>
                  </a:lnTo>
                  <a:lnTo>
                    <a:pt x="411548" y="532535"/>
                  </a:lnTo>
                  <a:lnTo>
                    <a:pt x="448495" y="509606"/>
                  </a:lnTo>
                  <a:lnTo>
                    <a:pt x="481352" y="481425"/>
                  </a:lnTo>
                  <a:lnTo>
                    <a:pt x="509536" y="448573"/>
                  </a:lnTo>
                  <a:lnTo>
                    <a:pt x="532468" y="411630"/>
                  </a:lnTo>
                  <a:lnTo>
                    <a:pt x="549567" y="371178"/>
                  </a:lnTo>
                  <a:lnTo>
                    <a:pt x="560252" y="327796"/>
                  </a:lnTo>
                  <a:lnTo>
                    <a:pt x="563943" y="282067"/>
                  </a:lnTo>
                  <a:lnTo>
                    <a:pt x="560252" y="236302"/>
                  </a:lnTo>
                  <a:lnTo>
                    <a:pt x="549567" y="192893"/>
                  </a:lnTo>
                  <a:lnTo>
                    <a:pt x="532468" y="152419"/>
                  </a:lnTo>
                  <a:lnTo>
                    <a:pt x="509536" y="115461"/>
                  </a:lnTo>
                  <a:lnTo>
                    <a:pt x="481352" y="82597"/>
                  </a:lnTo>
                  <a:lnTo>
                    <a:pt x="448495" y="54408"/>
                  </a:lnTo>
                  <a:lnTo>
                    <a:pt x="411548" y="31474"/>
                  </a:lnTo>
                  <a:lnTo>
                    <a:pt x="371090" y="14375"/>
                  </a:lnTo>
                  <a:lnTo>
                    <a:pt x="327702" y="3690"/>
                  </a:lnTo>
                  <a:lnTo>
                    <a:pt x="281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61250" y="4462272"/>
              <a:ext cx="367665" cy="376555"/>
            </a:xfrm>
            <a:custGeom>
              <a:avLst/>
              <a:gdLst/>
              <a:ahLst/>
              <a:cxnLst/>
              <a:rect l="l" t="t" r="r" b="b"/>
              <a:pathLst>
                <a:path w="367665" h="376554">
                  <a:moveTo>
                    <a:pt x="107568" y="313563"/>
                  </a:moveTo>
                  <a:lnTo>
                    <a:pt x="63156" y="327025"/>
                  </a:lnTo>
                  <a:lnTo>
                    <a:pt x="80682" y="366267"/>
                  </a:lnTo>
                  <a:lnTo>
                    <a:pt x="83616" y="372744"/>
                  </a:lnTo>
                  <a:lnTo>
                    <a:pt x="90626" y="376173"/>
                  </a:lnTo>
                  <a:lnTo>
                    <a:pt x="98221" y="374395"/>
                  </a:lnTo>
                  <a:lnTo>
                    <a:pt x="121017" y="367410"/>
                  </a:lnTo>
                  <a:lnTo>
                    <a:pt x="126887" y="363849"/>
                  </a:lnTo>
                  <a:lnTo>
                    <a:pt x="130292" y="358251"/>
                  </a:lnTo>
                  <a:lnTo>
                    <a:pt x="130958" y="351676"/>
                  </a:lnTo>
                  <a:lnTo>
                    <a:pt x="128612" y="345185"/>
                  </a:lnTo>
                  <a:lnTo>
                    <a:pt x="107568" y="313563"/>
                  </a:lnTo>
                  <a:close/>
                </a:path>
                <a:path w="367665" h="376554">
                  <a:moveTo>
                    <a:pt x="79543" y="310641"/>
                  </a:moveTo>
                  <a:lnTo>
                    <a:pt x="41528" y="310641"/>
                  </a:lnTo>
                  <a:lnTo>
                    <a:pt x="42696" y="313563"/>
                  </a:lnTo>
                  <a:lnTo>
                    <a:pt x="44449" y="315213"/>
                  </a:lnTo>
                  <a:lnTo>
                    <a:pt x="47370" y="316991"/>
                  </a:lnTo>
                  <a:lnTo>
                    <a:pt x="49707" y="318134"/>
                  </a:lnTo>
                  <a:lnTo>
                    <a:pt x="52628" y="318769"/>
                  </a:lnTo>
                  <a:lnTo>
                    <a:pt x="55549" y="318134"/>
                  </a:lnTo>
                  <a:lnTo>
                    <a:pt x="79543" y="310641"/>
                  </a:lnTo>
                  <a:close/>
                </a:path>
                <a:path w="367665" h="376554">
                  <a:moveTo>
                    <a:pt x="88289" y="201548"/>
                  </a:moveTo>
                  <a:lnTo>
                    <a:pt x="81851" y="203326"/>
                  </a:lnTo>
                  <a:lnTo>
                    <a:pt x="25742" y="220344"/>
                  </a:lnTo>
                  <a:lnTo>
                    <a:pt x="20484" y="222122"/>
                  </a:lnTo>
                  <a:lnTo>
                    <a:pt x="16979" y="227964"/>
                  </a:lnTo>
                  <a:lnTo>
                    <a:pt x="18147" y="233806"/>
                  </a:lnTo>
                  <a:lnTo>
                    <a:pt x="12890" y="235584"/>
                  </a:lnTo>
                  <a:lnTo>
                    <a:pt x="0" y="252602"/>
                  </a:lnTo>
                  <a:lnTo>
                    <a:pt x="609" y="258952"/>
                  </a:lnTo>
                  <a:lnTo>
                    <a:pt x="12890" y="299465"/>
                  </a:lnTo>
                  <a:lnTo>
                    <a:pt x="14058" y="304672"/>
                  </a:lnTo>
                  <a:lnTo>
                    <a:pt x="17563" y="308228"/>
                  </a:lnTo>
                  <a:lnTo>
                    <a:pt x="21653" y="310641"/>
                  </a:lnTo>
                  <a:lnTo>
                    <a:pt x="26326" y="312927"/>
                  </a:lnTo>
                  <a:lnTo>
                    <a:pt x="31000" y="313563"/>
                  </a:lnTo>
                  <a:lnTo>
                    <a:pt x="36270" y="311784"/>
                  </a:lnTo>
                  <a:lnTo>
                    <a:pt x="41528" y="310641"/>
                  </a:lnTo>
                  <a:lnTo>
                    <a:pt x="79543" y="310641"/>
                  </a:lnTo>
                  <a:lnTo>
                    <a:pt x="111670" y="300608"/>
                  </a:lnTo>
                  <a:lnTo>
                    <a:pt x="117512" y="298322"/>
                  </a:lnTo>
                  <a:lnTo>
                    <a:pt x="119780" y="294131"/>
                  </a:lnTo>
                  <a:lnTo>
                    <a:pt x="56133" y="294131"/>
                  </a:lnTo>
                  <a:lnTo>
                    <a:pt x="53212" y="292353"/>
                  </a:lnTo>
                  <a:lnTo>
                    <a:pt x="50875" y="286511"/>
                  </a:lnTo>
                  <a:lnTo>
                    <a:pt x="52628" y="283082"/>
                  </a:lnTo>
                  <a:lnTo>
                    <a:pt x="55549" y="282447"/>
                  </a:lnTo>
                  <a:lnTo>
                    <a:pt x="89735" y="271906"/>
                  </a:lnTo>
                  <a:lnTo>
                    <a:pt x="49707" y="271906"/>
                  </a:lnTo>
                  <a:lnTo>
                    <a:pt x="46202" y="270763"/>
                  </a:lnTo>
                  <a:lnTo>
                    <a:pt x="45617" y="267207"/>
                  </a:lnTo>
                  <a:lnTo>
                    <a:pt x="44449" y="264286"/>
                  </a:lnTo>
                  <a:lnTo>
                    <a:pt x="46202" y="261365"/>
                  </a:lnTo>
                  <a:lnTo>
                    <a:pt x="49123" y="260222"/>
                  </a:lnTo>
                  <a:lnTo>
                    <a:pt x="79602" y="250825"/>
                  </a:lnTo>
                  <a:lnTo>
                    <a:pt x="42696" y="250825"/>
                  </a:lnTo>
                  <a:lnTo>
                    <a:pt x="39775" y="248411"/>
                  </a:lnTo>
                  <a:lnTo>
                    <a:pt x="38607" y="246125"/>
                  </a:lnTo>
                  <a:lnTo>
                    <a:pt x="37439" y="243204"/>
                  </a:lnTo>
                  <a:lnTo>
                    <a:pt x="39191" y="239648"/>
                  </a:lnTo>
                  <a:lnTo>
                    <a:pt x="42112" y="239140"/>
                  </a:lnTo>
                  <a:lnTo>
                    <a:pt x="78345" y="227964"/>
                  </a:lnTo>
                  <a:lnTo>
                    <a:pt x="81266" y="226821"/>
                  </a:lnTo>
                  <a:lnTo>
                    <a:pt x="101177" y="226821"/>
                  </a:lnTo>
                  <a:lnTo>
                    <a:pt x="96468" y="211581"/>
                  </a:lnTo>
                  <a:lnTo>
                    <a:pt x="94716" y="205104"/>
                  </a:lnTo>
                  <a:lnTo>
                    <a:pt x="88289" y="201548"/>
                  </a:lnTo>
                  <a:close/>
                </a:path>
                <a:path w="367665" h="376554">
                  <a:moveTo>
                    <a:pt x="229356" y="281304"/>
                  </a:moveTo>
                  <a:lnTo>
                    <a:pt x="168791" y="281304"/>
                  </a:lnTo>
                  <a:lnTo>
                    <a:pt x="193994" y="284815"/>
                  </a:lnTo>
                  <a:lnTo>
                    <a:pt x="223887" y="296544"/>
                  </a:lnTo>
                  <a:lnTo>
                    <a:pt x="225640" y="297688"/>
                  </a:lnTo>
                  <a:lnTo>
                    <a:pt x="228561" y="297052"/>
                  </a:lnTo>
                  <a:lnTo>
                    <a:pt x="230314" y="295909"/>
                  </a:lnTo>
                  <a:lnTo>
                    <a:pt x="232066" y="294131"/>
                  </a:lnTo>
                  <a:lnTo>
                    <a:pt x="232650" y="291845"/>
                  </a:lnTo>
                  <a:lnTo>
                    <a:pt x="232066" y="290067"/>
                  </a:lnTo>
                  <a:lnTo>
                    <a:pt x="229356" y="281304"/>
                  </a:lnTo>
                  <a:close/>
                </a:path>
                <a:path w="367665" h="376554">
                  <a:moveTo>
                    <a:pt x="114556" y="270128"/>
                  </a:moveTo>
                  <a:lnTo>
                    <a:pt x="94716" y="270128"/>
                  </a:lnTo>
                  <a:lnTo>
                    <a:pt x="98221" y="271906"/>
                  </a:lnTo>
                  <a:lnTo>
                    <a:pt x="98805" y="274827"/>
                  </a:lnTo>
                  <a:lnTo>
                    <a:pt x="99973" y="277748"/>
                  </a:lnTo>
                  <a:lnTo>
                    <a:pt x="98221" y="281304"/>
                  </a:lnTo>
                  <a:lnTo>
                    <a:pt x="95300" y="281813"/>
                  </a:lnTo>
                  <a:lnTo>
                    <a:pt x="59067" y="292988"/>
                  </a:lnTo>
                  <a:lnTo>
                    <a:pt x="56133" y="294131"/>
                  </a:lnTo>
                  <a:lnTo>
                    <a:pt x="119780" y="294131"/>
                  </a:lnTo>
                  <a:lnTo>
                    <a:pt x="121017" y="291845"/>
                  </a:lnTo>
                  <a:lnTo>
                    <a:pt x="119265" y="285369"/>
                  </a:lnTo>
                  <a:lnTo>
                    <a:pt x="114556" y="270128"/>
                  </a:lnTo>
                  <a:close/>
                </a:path>
                <a:path w="367665" h="376554">
                  <a:moveTo>
                    <a:pt x="180631" y="134746"/>
                  </a:moveTo>
                  <a:lnTo>
                    <a:pt x="178294" y="134746"/>
                  </a:lnTo>
                  <a:lnTo>
                    <a:pt x="175958" y="135889"/>
                  </a:lnTo>
                  <a:lnTo>
                    <a:pt x="174789" y="137667"/>
                  </a:lnTo>
                  <a:lnTo>
                    <a:pt x="155045" y="168626"/>
                  </a:lnTo>
                  <a:lnTo>
                    <a:pt x="136067" y="187880"/>
                  </a:lnTo>
                  <a:lnTo>
                    <a:pt x="119061" y="198443"/>
                  </a:lnTo>
                  <a:lnTo>
                    <a:pt x="105231" y="203326"/>
                  </a:lnTo>
                  <a:lnTo>
                    <a:pt x="105815" y="204469"/>
                  </a:lnTo>
                  <a:lnTo>
                    <a:pt x="106984" y="208025"/>
                  </a:lnTo>
                  <a:lnTo>
                    <a:pt x="129989" y="282447"/>
                  </a:lnTo>
                  <a:lnTo>
                    <a:pt x="130365" y="283590"/>
                  </a:lnTo>
                  <a:lnTo>
                    <a:pt x="130365" y="285369"/>
                  </a:lnTo>
                  <a:lnTo>
                    <a:pt x="130949" y="286511"/>
                  </a:lnTo>
                  <a:lnTo>
                    <a:pt x="146705" y="282739"/>
                  </a:lnTo>
                  <a:lnTo>
                    <a:pt x="166463" y="281304"/>
                  </a:lnTo>
                  <a:lnTo>
                    <a:pt x="229356" y="281304"/>
                  </a:lnTo>
                  <a:lnTo>
                    <a:pt x="185317" y="138937"/>
                  </a:lnTo>
                  <a:lnTo>
                    <a:pt x="184721" y="136525"/>
                  </a:lnTo>
                  <a:lnTo>
                    <a:pt x="182968" y="135381"/>
                  </a:lnTo>
                  <a:lnTo>
                    <a:pt x="180631" y="134746"/>
                  </a:lnTo>
                  <a:close/>
                </a:path>
                <a:path w="367665" h="376554">
                  <a:moveTo>
                    <a:pt x="107690" y="247903"/>
                  </a:moveTo>
                  <a:lnTo>
                    <a:pt x="88289" y="247903"/>
                  </a:lnTo>
                  <a:lnTo>
                    <a:pt x="91795" y="249681"/>
                  </a:lnTo>
                  <a:lnTo>
                    <a:pt x="92379" y="252602"/>
                  </a:lnTo>
                  <a:lnTo>
                    <a:pt x="93547" y="255523"/>
                  </a:lnTo>
                  <a:lnTo>
                    <a:pt x="91795" y="258952"/>
                  </a:lnTo>
                  <a:lnTo>
                    <a:pt x="88874" y="259587"/>
                  </a:lnTo>
                  <a:lnTo>
                    <a:pt x="52628" y="270763"/>
                  </a:lnTo>
                  <a:lnTo>
                    <a:pt x="49707" y="271906"/>
                  </a:lnTo>
                  <a:lnTo>
                    <a:pt x="89735" y="271906"/>
                  </a:lnTo>
                  <a:lnTo>
                    <a:pt x="91795" y="271271"/>
                  </a:lnTo>
                  <a:lnTo>
                    <a:pt x="94716" y="270128"/>
                  </a:lnTo>
                  <a:lnTo>
                    <a:pt x="114556" y="270128"/>
                  </a:lnTo>
                  <a:lnTo>
                    <a:pt x="107690" y="247903"/>
                  </a:lnTo>
                  <a:close/>
                </a:path>
                <a:path w="367665" h="376554">
                  <a:moveTo>
                    <a:pt x="101177" y="226821"/>
                  </a:moveTo>
                  <a:lnTo>
                    <a:pt x="81266" y="226821"/>
                  </a:lnTo>
                  <a:lnTo>
                    <a:pt x="84784" y="228600"/>
                  </a:lnTo>
                  <a:lnTo>
                    <a:pt x="85368" y="231520"/>
                  </a:lnTo>
                  <a:lnTo>
                    <a:pt x="86537" y="234441"/>
                  </a:lnTo>
                  <a:lnTo>
                    <a:pt x="84784" y="237870"/>
                  </a:lnTo>
                  <a:lnTo>
                    <a:pt x="81851" y="238505"/>
                  </a:lnTo>
                  <a:lnTo>
                    <a:pt x="45617" y="249681"/>
                  </a:lnTo>
                  <a:lnTo>
                    <a:pt x="42696" y="250825"/>
                  </a:lnTo>
                  <a:lnTo>
                    <a:pt x="79602" y="250825"/>
                  </a:lnTo>
                  <a:lnTo>
                    <a:pt x="85368" y="249046"/>
                  </a:lnTo>
                  <a:lnTo>
                    <a:pt x="88289" y="247903"/>
                  </a:lnTo>
                  <a:lnTo>
                    <a:pt x="107690" y="247903"/>
                  </a:lnTo>
                  <a:lnTo>
                    <a:pt x="101177" y="226821"/>
                  </a:lnTo>
                  <a:close/>
                </a:path>
                <a:path w="367665" h="376554">
                  <a:moveTo>
                    <a:pt x="211035" y="182879"/>
                  </a:moveTo>
                  <a:lnTo>
                    <a:pt x="229145" y="241426"/>
                  </a:lnTo>
                  <a:lnTo>
                    <a:pt x="236848" y="234787"/>
                  </a:lnTo>
                  <a:lnTo>
                    <a:pt x="242082" y="225932"/>
                  </a:lnTo>
                  <a:lnTo>
                    <a:pt x="244356" y="215745"/>
                  </a:lnTo>
                  <a:lnTo>
                    <a:pt x="243179" y="205104"/>
                  </a:lnTo>
                  <a:lnTo>
                    <a:pt x="238238" y="195863"/>
                  </a:lnTo>
                  <a:lnTo>
                    <a:pt x="230848" y="188721"/>
                  </a:lnTo>
                  <a:lnTo>
                    <a:pt x="221562" y="184191"/>
                  </a:lnTo>
                  <a:lnTo>
                    <a:pt x="211035" y="182879"/>
                  </a:lnTo>
                  <a:close/>
                </a:path>
                <a:path w="367665" h="376554">
                  <a:moveTo>
                    <a:pt x="271233" y="0"/>
                  </a:moveTo>
                  <a:lnTo>
                    <a:pt x="233710" y="5760"/>
                  </a:lnTo>
                  <a:lnTo>
                    <a:pt x="203009" y="21510"/>
                  </a:lnTo>
                  <a:lnTo>
                    <a:pt x="182379" y="44737"/>
                  </a:lnTo>
                  <a:lnTo>
                    <a:pt x="174789" y="73278"/>
                  </a:lnTo>
                  <a:lnTo>
                    <a:pt x="182379" y="101766"/>
                  </a:lnTo>
                  <a:lnTo>
                    <a:pt x="203066" y="125063"/>
                  </a:lnTo>
                  <a:lnTo>
                    <a:pt x="233725" y="140787"/>
                  </a:lnTo>
                  <a:lnTo>
                    <a:pt x="271233" y="146557"/>
                  </a:lnTo>
                  <a:lnTo>
                    <a:pt x="274738" y="146557"/>
                  </a:lnTo>
                  <a:lnTo>
                    <a:pt x="288175" y="183387"/>
                  </a:lnTo>
                  <a:lnTo>
                    <a:pt x="289940" y="187578"/>
                  </a:lnTo>
                  <a:lnTo>
                    <a:pt x="295782" y="188721"/>
                  </a:lnTo>
                  <a:lnTo>
                    <a:pt x="298119" y="184530"/>
                  </a:lnTo>
                  <a:lnTo>
                    <a:pt x="336105" y="127126"/>
                  </a:lnTo>
                  <a:lnTo>
                    <a:pt x="349331" y="115917"/>
                  </a:lnTo>
                  <a:lnTo>
                    <a:pt x="359052" y="102885"/>
                  </a:lnTo>
                  <a:lnTo>
                    <a:pt x="365046" y="88640"/>
                  </a:lnTo>
                  <a:lnTo>
                    <a:pt x="365640" y="84327"/>
                  </a:lnTo>
                  <a:lnTo>
                    <a:pt x="219798" y="84327"/>
                  </a:lnTo>
                  <a:lnTo>
                    <a:pt x="215124" y="79120"/>
                  </a:lnTo>
                  <a:lnTo>
                    <a:pt x="215124" y="66801"/>
                  </a:lnTo>
                  <a:lnTo>
                    <a:pt x="220382" y="62102"/>
                  </a:lnTo>
                  <a:lnTo>
                    <a:pt x="364154" y="62102"/>
                  </a:lnTo>
                  <a:lnTo>
                    <a:pt x="359840" y="44952"/>
                  </a:lnTo>
                  <a:lnTo>
                    <a:pt x="339327" y="21510"/>
                  </a:lnTo>
                  <a:lnTo>
                    <a:pt x="308732" y="5760"/>
                  </a:lnTo>
                  <a:lnTo>
                    <a:pt x="271233" y="0"/>
                  </a:lnTo>
                  <a:close/>
                </a:path>
                <a:path w="367665" h="376554">
                  <a:moveTo>
                    <a:pt x="265391" y="62102"/>
                  </a:moveTo>
                  <a:lnTo>
                    <a:pt x="232650" y="62102"/>
                  </a:lnTo>
                  <a:lnTo>
                    <a:pt x="237337" y="67436"/>
                  </a:lnTo>
                  <a:lnTo>
                    <a:pt x="237387" y="73786"/>
                  </a:lnTo>
                  <a:lnTo>
                    <a:pt x="237921" y="79120"/>
                  </a:lnTo>
                  <a:lnTo>
                    <a:pt x="232650" y="84327"/>
                  </a:lnTo>
                  <a:lnTo>
                    <a:pt x="264807" y="84327"/>
                  </a:lnTo>
                  <a:lnTo>
                    <a:pt x="260120" y="79120"/>
                  </a:lnTo>
                  <a:lnTo>
                    <a:pt x="260120" y="66801"/>
                  </a:lnTo>
                  <a:lnTo>
                    <a:pt x="265391" y="62102"/>
                  </a:lnTo>
                  <a:close/>
                </a:path>
                <a:path w="367665" h="376554">
                  <a:moveTo>
                    <a:pt x="310387" y="62102"/>
                  </a:moveTo>
                  <a:lnTo>
                    <a:pt x="277659" y="62102"/>
                  </a:lnTo>
                  <a:lnTo>
                    <a:pt x="282333" y="67436"/>
                  </a:lnTo>
                  <a:lnTo>
                    <a:pt x="282384" y="73786"/>
                  </a:lnTo>
                  <a:lnTo>
                    <a:pt x="282917" y="79120"/>
                  </a:lnTo>
                  <a:lnTo>
                    <a:pt x="277659" y="84327"/>
                  </a:lnTo>
                  <a:lnTo>
                    <a:pt x="309803" y="84327"/>
                  </a:lnTo>
                  <a:lnTo>
                    <a:pt x="305129" y="79120"/>
                  </a:lnTo>
                  <a:lnTo>
                    <a:pt x="305129" y="66801"/>
                  </a:lnTo>
                  <a:lnTo>
                    <a:pt x="310387" y="62102"/>
                  </a:lnTo>
                  <a:close/>
                </a:path>
                <a:path w="367665" h="376554">
                  <a:moveTo>
                    <a:pt x="364154" y="62102"/>
                  </a:moveTo>
                  <a:lnTo>
                    <a:pt x="322668" y="62102"/>
                  </a:lnTo>
                  <a:lnTo>
                    <a:pt x="327342" y="67436"/>
                  </a:lnTo>
                  <a:lnTo>
                    <a:pt x="327342" y="79120"/>
                  </a:lnTo>
                  <a:lnTo>
                    <a:pt x="322668" y="84327"/>
                  </a:lnTo>
                  <a:lnTo>
                    <a:pt x="365640" y="84327"/>
                  </a:lnTo>
                  <a:lnTo>
                    <a:pt x="367093" y="73786"/>
                  </a:lnTo>
                  <a:lnTo>
                    <a:pt x="364154" y="62102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91895" y="5520182"/>
            <a:ext cx="705485" cy="715010"/>
            <a:chOff x="691895" y="5520182"/>
            <a:chExt cx="705485" cy="715010"/>
          </a:xfrm>
        </p:grpSpPr>
        <p:sp>
          <p:nvSpPr>
            <p:cNvPr id="26" name="object 26"/>
            <p:cNvSpPr/>
            <p:nvPr/>
          </p:nvSpPr>
          <p:spPr>
            <a:xfrm>
              <a:off x="879449" y="5520182"/>
              <a:ext cx="330835" cy="71120"/>
            </a:xfrm>
            <a:custGeom>
              <a:avLst/>
              <a:gdLst/>
              <a:ahLst/>
              <a:cxnLst/>
              <a:rect l="l" t="t" r="r" b="b"/>
              <a:pathLst>
                <a:path w="330834" h="71120">
                  <a:moveTo>
                    <a:pt x="163944" y="0"/>
                  </a:moveTo>
                  <a:lnTo>
                    <a:pt x="123389" y="2033"/>
                  </a:lnTo>
                  <a:lnTo>
                    <a:pt x="84004" y="7985"/>
                  </a:lnTo>
                  <a:lnTo>
                    <a:pt x="45990" y="17627"/>
                  </a:lnTo>
                  <a:lnTo>
                    <a:pt x="9550" y="30734"/>
                  </a:lnTo>
                  <a:lnTo>
                    <a:pt x="0" y="35941"/>
                  </a:lnTo>
                  <a:lnTo>
                    <a:pt x="14096" y="68478"/>
                  </a:lnTo>
                  <a:lnTo>
                    <a:pt x="23533" y="63373"/>
                  </a:lnTo>
                  <a:lnTo>
                    <a:pt x="56673" y="51452"/>
                  </a:lnTo>
                  <a:lnTo>
                    <a:pt x="91243" y="42687"/>
                  </a:lnTo>
                  <a:lnTo>
                    <a:pt x="127060" y="37280"/>
                  </a:lnTo>
                  <a:lnTo>
                    <a:pt x="163944" y="35433"/>
                  </a:lnTo>
                  <a:lnTo>
                    <a:pt x="200828" y="37280"/>
                  </a:lnTo>
                  <a:lnTo>
                    <a:pt x="236647" y="42687"/>
                  </a:lnTo>
                  <a:lnTo>
                    <a:pt x="271220" y="51452"/>
                  </a:lnTo>
                  <a:lnTo>
                    <a:pt x="304368" y="63373"/>
                  </a:lnTo>
                  <a:lnTo>
                    <a:pt x="317703" y="70573"/>
                  </a:lnTo>
                  <a:lnTo>
                    <a:pt x="330250" y="37211"/>
                  </a:lnTo>
                  <a:lnTo>
                    <a:pt x="318350" y="30734"/>
                  </a:lnTo>
                  <a:lnTo>
                    <a:pt x="281905" y="17627"/>
                  </a:lnTo>
                  <a:lnTo>
                    <a:pt x="243890" y="7985"/>
                  </a:lnTo>
                  <a:lnTo>
                    <a:pt x="204504" y="2033"/>
                  </a:lnTo>
                  <a:lnTo>
                    <a:pt x="1639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895" y="5524500"/>
              <a:ext cx="704977" cy="71043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62825" y="5595632"/>
              <a:ext cx="564515" cy="564515"/>
            </a:xfrm>
            <a:custGeom>
              <a:avLst/>
              <a:gdLst/>
              <a:ahLst/>
              <a:cxnLst/>
              <a:rect l="l" t="t" r="r" b="b"/>
              <a:pathLst>
                <a:path w="564515" h="564514">
                  <a:moveTo>
                    <a:pt x="281965" y="0"/>
                  </a:moveTo>
                  <a:lnTo>
                    <a:pt x="236231" y="3690"/>
                  </a:lnTo>
                  <a:lnTo>
                    <a:pt x="192846" y="14374"/>
                  </a:lnTo>
                  <a:lnTo>
                    <a:pt x="152390" y="31472"/>
                  </a:lnTo>
                  <a:lnTo>
                    <a:pt x="115444" y="54402"/>
                  </a:lnTo>
                  <a:lnTo>
                    <a:pt x="82589" y="82584"/>
                  </a:lnTo>
                  <a:lnTo>
                    <a:pt x="54405" y="115439"/>
                  </a:lnTo>
                  <a:lnTo>
                    <a:pt x="31474" y="152385"/>
                  </a:lnTo>
                  <a:lnTo>
                    <a:pt x="14375" y="192841"/>
                  </a:lnTo>
                  <a:lnTo>
                    <a:pt x="3690" y="236228"/>
                  </a:lnTo>
                  <a:lnTo>
                    <a:pt x="0" y="281965"/>
                  </a:lnTo>
                  <a:lnTo>
                    <a:pt x="3690" y="327702"/>
                  </a:lnTo>
                  <a:lnTo>
                    <a:pt x="14375" y="371089"/>
                  </a:lnTo>
                  <a:lnTo>
                    <a:pt x="31474" y="411545"/>
                  </a:lnTo>
                  <a:lnTo>
                    <a:pt x="54405" y="448491"/>
                  </a:lnTo>
                  <a:lnTo>
                    <a:pt x="82589" y="481345"/>
                  </a:lnTo>
                  <a:lnTo>
                    <a:pt x="115444" y="509528"/>
                  </a:lnTo>
                  <a:lnTo>
                    <a:pt x="152390" y="532458"/>
                  </a:lnTo>
                  <a:lnTo>
                    <a:pt x="192846" y="549556"/>
                  </a:lnTo>
                  <a:lnTo>
                    <a:pt x="236231" y="560240"/>
                  </a:lnTo>
                  <a:lnTo>
                    <a:pt x="281965" y="563930"/>
                  </a:lnTo>
                  <a:lnTo>
                    <a:pt x="327702" y="560240"/>
                  </a:lnTo>
                  <a:lnTo>
                    <a:pt x="371090" y="549556"/>
                  </a:lnTo>
                  <a:lnTo>
                    <a:pt x="411548" y="532458"/>
                  </a:lnTo>
                  <a:lnTo>
                    <a:pt x="448495" y="509528"/>
                  </a:lnTo>
                  <a:lnTo>
                    <a:pt x="481352" y="481345"/>
                  </a:lnTo>
                  <a:lnTo>
                    <a:pt x="509536" y="448491"/>
                  </a:lnTo>
                  <a:lnTo>
                    <a:pt x="532468" y="411545"/>
                  </a:lnTo>
                  <a:lnTo>
                    <a:pt x="549567" y="371089"/>
                  </a:lnTo>
                  <a:lnTo>
                    <a:pt x="560252" y="327702"/>
                  </a:lnTo>
                  <a:lnTo>
                    <a:pt x="563943" y="281965"/>
                  </a:lnTo>
                  <a:lnTo>
                    <a:pt x="560252" y="236228"/>
                  </a:lnTo>
                  <a:lnTo>
                    <a:pt x="549567" y="192841"/>
                  </a:lnTo>
                  <a:lnTo>
                    <a:pt x="532468" y="152385"/>
                  </a:lnTo>
                  <a:lnTo>
                    <a:pt x="509536" y="115439"/>
                  </a:lnTo>
                  <a:lnTo>
                    <a:pt x="481352" y="82584"/>
                  </a:lnTo>
                  <a:lnTo>
                    <a:pt x="448495" y="54402"/>
                  </a:lnTo>
                  <a:lnTo>
                    <a:pt x="411548" y="31472"/>
                  </a:lnTo>
                  <a:lnTo>
                    <a:pt x="371090" y="14374"/>
                  </a:lnTo>
                  <a:lnTo>
                    <a:pt x="327702" y="3690"/>
                  </a:lnTo>
                  <a:lnTo>
                    <a:pt x="281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864107" y="5684278"/>
              <a:ext cx="361315" cy="386080"/>
            </a:xfrm>
            <a:custGeom>
              <a:avLst/>
              <a:gdLst/>
              <a:ahLst/>
              <a:cxnLst/>
              <a:rect l="l" t="t" r="r" b="b"/>
              <a:pathLst>
                <a:path w="361315" h="386079">
                  <a:moveTo>
                    <a:pt x="120395" y="358457"/>
                  </a:moveTo>
                  <a:lnTo>
                    <a:pt x="161162" y="384797"/>
                  </a:lnTo>
                  <a:lnTo>
                    <a:pt x="179997" y="385813"/>
                  </a:lnTo>
                  <a:lnTo>
                    <a:pt x="198655" y="384797"/>
                  </a:lnTo>
                  <a:lnTo>
                    <a:pt x="199726" y="384797"/>
                  </a:lnTo>
                  <a:lnTo>
                    <a:pt x="219784" y="381452"/>
                  </a:lnTo>
                  <a:lnTo>
                    <a:pt x="238502" y="376110"/>
                  </a:lnTo>
                  <a:lnTo>
                    <a:pt x="254350" y="369557"/>
                  </a:lnTo>
                  <a:lnTo>
                    <a:pt x="180390" y="369557"/>
                  </a:lnTo>
                  <a:lnTo>
                    <a:pt x="164758" y="368826"/>
                  </a:lnTo>
                  <a:lnTo>
                    <a:pt x="149498" y="366683"/>
                  </a:lnTo>
                  <a:lnTo>
                    <a:pt x="134685" y="363202"/>
                  </a:lnTo>
                  <a:lnTo>
                    <a:pt x="120395" y="358457"/>
                  </a:lnTo>
                  <a:close/>
                </a:path>
                <a:path w="361315" h="386079">
                  <a:moveTo>
                    <a:pt x="256118" y="368826"/>
                  </a:moveTo>
                  <a:lnTo>
                    <a:pt x="194592" y="368826"/>
                  </a:lnTo>
                  <a:lnTo>
                    <a:pt x="180390" y="369557"/>
                  </a:lnTo>
                  <a:lnTo>
                    <a:pt x="254350" y="369557"/>
                  </a:lnTo>
                  <a:lnTo>
                    <a:pt x="256118" y="368826"/>
                  </a:lnTo>
                  <a:close/>
                </a:path>
                <a:path w="361315" h="386079">
                  <a:moveTo>
                    <a:pt x="244767" y="356476"/>
                  </a:moveTo>
                  <a:lnTo>
                    <a:pt x="229570" y="362029"/>
                  </a:lnTo>
                  <a:lnTo>
                    <a:pt x="213774" y="366136"/>
                  </a:lnTo>
                  <a:lnTo>
                    <a:pt x="196457" y="368826"/>
                  </a:lnTo>
                  <a:lnTo>
                    <a:pt x="256351" y="368826"/>
                  </a:lnTo>
                  <a:lnTo>
                    <a:pt x="244767" y="356476"/>
                  </a:lnTo>
                  <a:close/>
                </a:path>
                <a:path w="361315" h="386079">
                  <a:moveTo>
                    <a:pt x="310133" y="271716"/>
                  </a:moveTo>
                  <a:lnTo>
                    <a:pt x="270790" y="294266"/>
                  </a:lnTo>
                  <a:lnTo>
                    <a:pt x="265153" y="310456"/>
                  </a:lnTo>
                  <a:lnTo>
                    <a:pt x="266099" y="326339"/>
                  </a:lnTo>
                  <a:lnTo>
                    <a:pt x="266217" y="328320"/>
                  </a:lnTo>
                  <a:lnTo>
                    <a:pt x="269258" y="336476"/>
                  </a:lnTo>
                  <a:lnTo>
                    <a:pt x="273526" y="343631"/>
                  </a:lnTo>
                  <a:lnTo>
                    <a:pt x="278908" y="349674"/>
                  </a:lnTo>
                  <a:lnTo>
                    <a:pt x="285292" y="354495"/>
                  </a:lnTo>
                  <a:lnTo>
                    <a:pt x="273380" y="372325"/>
                  </a:lnTo>
                  <a:lnTo>
                    <a:pt x="320662" y="360044"/>
                  </a:lnTo>
                  <a:lnTo>
                    <a:pt x="336808" y="352160"/>
                  </a:lnTo>
                  <a:lnTo>
                    <a:pt x="348226" y="339221"/>
                  </a:lnTo>
                  <a:lnTo>
                    <a:pt x="350239" y="333476"/>
                  </a:lnTo>
                  <a:lnTo>
                    <a:pt x="288467" y="333476"/>
                  </a:lnTo>
                  <a:lnTo>
                    <a:pt x="288467" y="326339"/>
                  </a:lnTo>
                  <a:lnTo>
                    <a:pt x="352741" y="326339"/>
                  </a:lnTo>
                  <a:lnTo>
                    <a:pt x="353907" y="323013"/>
                  </a:lnTo>
                  <a:lnTo>
                    <a:pt x="353678" y="319201"/>
                  </a:lnTo>
                  <a:lnTo>
                    <a:pt x="288467" y="319201"/>
                  </a:lnTo>
                  <a:lnTo>
                    <a:pt x="288467" y="312064"/>
                  </a:lnTo>
                  <a:lnTo>
                    <a:pt x="353249" y="312064"/>
                  </a:lnTo>
                  <a:lnTo>
                    <a:pt x="352939" y="306908"/>
                  </a:lnTo>
                  <a:lnTo>
                    <a:pt x="352867" y="305714"/>
                  </a:lnTo>
                  <a:lnTo>
                    <a:pt x="288467" y="305714"/>
                  </a:lnTo>
                  <a:lnTo>
                    <a:pt x="288467" y="298576"/>
                  </a:lnTo>
                  <a:lnTo>
                    <a:pt x="349916" y="298576"/>
                  </a:lnTo>
                  <a:lnTo>
                    <a:pt x="347502" y="293014"/>
                  </a:lnTo>
                  <a:lnTo>
                    <a:pt x="339093" y="283152"/>
                  </a:lnTo>
                  <a:lnTo>
                    <a:pt x="328326" y="276177"/>
                  </a:lnTo>
                  <a:lnTo>
                    <a:pt x="315912" y="272529"/>
                  </a:lnTo>
                  <a:lnTo>
                    <a:pt x="310133" y="271716"/>
                  </a:lnTo>
                  <a:close/>
                </a:path>
                <a:path w="361315" h="386079">
                  <a:moveTo>
                    <a:pt x="27812" y="306908"/>
                  </a:moveTo>
                  <a:lnTo>
                    <a:pt x="11925" y="306908"/>
                  </a:lnTo>
                  <a:lnTo>
                    <a:pt x="11925" y="350126"/>
                  </a:lnTo>
                  <a:lnTo>
                    <a:pt x="27812" y="350126"/>
                  </a:lnTo>
                  <a:lnTo>
                    <a:pt x="27812" y="306908"/>
                  </a:lnTo>
                  <a:close/>
                </a:path>
                <a:path w="361315" h="386079">
                  <a:moveTo>
                    <a:pt x="59207" y="279946"/>
                  </a:moveTo>
                  <a:lnTo>
                    <a:pt x="35763" y="306514"/>
                  </a:lnTo>
                  <a:lnTo>
                    <a:pt x="35763" y="350126"/>
                  </a:lnTo>
                  <a:lnTo>
                    <a:pt x="87414" y="350126"/>
                  </a:lnTo>
                  <a:lnTo>
                    <a:pt x="96951" y="304533"/>
                  </a:lnTo>
                  <a:lnTo>
                    <a:pt x="61988" y="304533"/>
                  </a:lnTo>
                  <a:lnTo>
                    <a:pt x="69138" y="281927"/>
                  </a:lnTo>
                  <a:lnTo>
                    <a:pt x="59207" y="279946"/>
                  </a:lnTo>
                  <a:close/>
                </a:path>
                <a:path w="361315" h="386079">
                  <a:moveTo>
                    <a:pt x="352741" y="326339"/>
                  </a:moveTo>
                  <a:lnTo>
                    <a:pt x="312318" y="326339"/>
                  </a:lnTo>
                  <a:lnTo>
                    <a:pt x="312318" y="333476"/>
                  </a:lnTo>
                  <a:lnTo>
                    <a:pt x="350239" y="333476"/>
                  </a:lnTo>
                  <a:lnTo>
                    <a:pt x="352741" y="326339"/>
                  </a:lnTo>
                  <a:close/>
                </a:path>
                <a:path w="361315" h="386079">
                  <a:moveTo>
                    <a:pt x="353249" y="312064"/>
                  </a:moveTo>
                  <a:lnTo>
                    <a:pt x="332981" y="312064"/>
                  </a:lnTo>
                  <a:lnTo>
                    <a:pt x="332981" y="319201"/>
                  </a:lnTo>
                  <a:lnTo>
                    <a:pt x="353678" y="319201"/>
                  </a:lnTo>
                  <a:lnTo>
                    <a:pt x="353249" y="312064"/>
                  </a:lnTo>
                  <a:close/>
                </a:path>
                <a:path w="361315" h="386079">
                  <a:moveTo>
                    <a:pt x="349916" y="298576"/>
                  </a:moveTo>
                  <a:lnTo>
                    <a:pt x="332981" y="298576"/>
                  </a:lnTo>
                  <a:lnTo>
                    <a:pt x="332981" y="305714"/>
                  </a:lnTo>
                  <a:lnTo>
                    <a:pt x="352867" y="305714"/>
                  </a:lnTo>
                  <a:lnTo>
                    <a:pt x="352844" y="305320"/>
                  </a:lnTo>
                  <a:lnTo>
                    <a:pt x="349916" y="298576"/>
                  </a:lnTo>
                  <a:close/>
                </a:path>
                <a:path w="361315" h="386079">
                  <a:moveTo>
                    <a:pt x="267411" y="178041"/>
                  </a:moveTo>
                  <a:lnTo>
                    <a:pt x="96558" y="178041"/>
                  </a:lnTo>
                  <a:lnTo>
                    <a:pt x="96558" y="270827"/>
                  </a:lnTo>
                  <a:lnTo>
                    <a:pt x="102514" y="276771"/>
                  </a:lnTo>
                  <a:lnTo>
                    <a:pt x="261454" y="276771"/>
                  </a:lnTo>
                  <a:lnTo>
                    <a:pt x="267411" y="270827"/>
                  </a:lnTo>
                  <a:lnTo>
                    <a:pt x="267411" y="247827"/>
                  </a:lnTo>
                  <a:lnTo>
                    <a:pt x="174040" y="247827"/>
                  </a:lnTo>
                  <a:lnTo>
                    <a:pt x="150202" y="224027"/>
                  </a:lnTo>
                  <a:lnTo>
                    <a:pt x="159334" y="214909"/>
                  </a:lnTo>
                  <a:lnTo>
                    <a:pt x="188746" y="214909"/>
                  </a:lnTo>
                  <a:lnTo>
                    <a:pt x="205028" y="198653"/>
                  </a:lnTo>
                  <a:lnTo>
                    <a:pt x="267411" y="198653"/>
                  </a:lnTo>
                  <a:lnTo>
                    <a:pt x="267411" y="178041"/>
                  </a:lnTo>
                  <a:close/>
                </a:path>
                <a:path w="361315" h="386079">
                  <a:moveTo>
                    <a:pt x="111658" y="38861"/>
                  </a:moveTo>
                  <a:lnTo>
                    <a:pt x="66720" y="65491"/>
                  </a:lnTo>
                  <a:lnTo>
                    <a:pt x="31392" y="103792"/>
                  </a:lnTo>
                  <a:lnTo>
                    <a:pt x="8282" y="151163"/>
                  </a:lnTo>
                  <a:lnTo>
                    <a:pt x="0" y="205003"/>
                  </a:lnTo>
                  <a:lnTo>
                    <a:pt x="659" y="218527"/>
                  </a:lnTo>
                  <a:lnTo>
                    <a:pt x="736" y="220111"/>
                  </a:lnTo>
                  <a:lnTo>
                    <a:pt x="7875" y="257806"/>
                  </a:lnTo>
                  <a:lnTo>
                    <a:pt x="13906" y="273989"/>
                  </a:lnTo>
                  <a:lnTo>
                    <a:pt x="26225" y="262102"/>
                  </a:lnTo>
                  <a:lnTo>
                    <a:pt x="21925" y="248502"/>
                  </a:lnTo>
                  <a:lnTo>
                    <a:pt x="18670" y="234492"/>
                  </a:lnTo>
                  <a:lnTo>
                    <a:pt x="16608" y="220111"/>
                  </a:lnTo>
                  <a:lnTo>
                    <a:pt x="16003" y="207771"/>
                  </a:lnTo>
                  <a:lnTo>
                    <a:pt x="15945" y="205003"/>
                  </a:lnTo>
                  <a:lnTo>
                    <a:pt x="22916" y="157845"/>
                  </a:lnTo>
                  <a:lnTo>
                    <a:pt x="42613" y="115833"/>
                  </a:lnTo>
                  <a:lnTo>
                    <a:pt x="72889" y="81331"/>
                  </a:lnTo>
                  <a:lnTo>
                    <a:pt x="111658" y="56311"/>
                  </a:lnTo>
                  <a:lnTo>
                    <a:pt x="111658" y="38861"/>
                  </a:lnTo>
                  <a:close/>
                </a:path>
                <a:path w="361315" h="386079">
                  <a:moveTo>
                    <a:pt x="246748" y="37274"/>
                  </a:moveTo>
                  <a:lnTo>
                    <a:pt x="246748" y="54724"/>
                  </a:lnTo>
                  <a:lnTo>
                    <a:pt x="286558" y="79707"/>
                  </a:lnTo>
                  <a:lnTo>
                    <a:pt x="317576" y="114542"/>
                  </a:lnTo>
                  <a:lnTo>
                    <a:pt x="337716" y="157038"/>
                  </a:lnTo>
                  <a:lnTo>
                    <a:pt x="344893" y="205003"/>
                  </a:lnTo>
                  <a:lnTo>
                    <a:pt x="344317" y="218527"/>
                  </a:lnTo>
                  <a:lnTo>
                    <a:pt x="342660" y="231717"/>
                  </a:lnTo>
                  <a:lnTo>
                    <a:pt x="340034" y="244536"/>
                  </a:lnTo>
                  <a:lnTo>
                    <a:pt x="336550" y="256946"/>
                  </a:lnTo>
                  <a:lnTo>
                    <a:pt x="349262" y="269633"/>
                  </a:lnTo>
                  <a:lnTo>
                    <a:pt x="354480" y="254182"/>
                  </a:lnTo>
                  <a:lnTo>
                    <a:pt x="358206" y="238209"/>
                  </a:lnTo>
                  <a:lnTo>
                    <a:pt x="360442" y="221790"/>
                  </a:lnTo>
                  <a:lnTo>
                    <a:pt x="361065" y="207771"/>
                  </a:lnTo>
                  <a:lnTo>
                    <a:pt x="361188" y="205003"/>
                  </a:lnTo>
                  <a:lnTo>
                    <a:pt x="355733" y="160873"/>
                  </a:lnTo>
                  <a:lnTo>
                    <a:pt x="340246" y="120723"/>
                  </a:lnTo>
                  <a:lnTo>
                    <a:pt x="316043" y="85865"/>
                  </a:lnTo>
                  <a:lnTo>
                    <a:pt x="284438" y="57611"/>
                  </a:lnTo>
                  <a:lnTo>
                    <a:pt x="246748" y="37274"/>
                  </a:lnTo>
                  <a:close/>
                </a:path>
                <a:path w="361315" h="386079">
                  <a:moveTo>
                    <a:pt x="267411" y="198653"/>
                  </a:moveTo>
                  <a:lnTo>
                    <a:pt x="205028" y="198653"/>
                  </a:lnTo>
                  <a:lnTo>
                    <a:pt x="214172" y="207771"/>
                  </a:lnTo>
                  <a:lnTo>
                    <a:pt x="174040" y="247827"/>
                  </a:lnTo>
                  <a:lnTo>
                    <a:pt x="267411" y="247827"/>
                  </a:lnTo>
                  <a:lnTo>
                    <a:pt x="267411" y="198653"/>
                  </a:lnTo>
                  <a:close/>
                </a:path>
                <a:path w="361315" h="386079">
                  <a:moveTo>
                    <a:pt x="188746" y="214909"/>
                  </a:moveTo>
                  <a:lnTo>
                    <a:pt x="159334" y="214909"/>
                  </a:lnTo>
                  <a:lnTo>
                    <a:pt x="174040" y="229590"/>
                  </a:lnTo>
                  <a:lnTo>
                    <a:pt x="188746" y="214909"/>
                  </a:lnTo>
                  <a:close/>
                </a:path>
                <a:path w="361315" h="386079">
                  <a:moveTo>
                    <a:pt x="261454" y="126098"/>
                  </a:moveTo>
                  <a:lnTo>
                    <a:pt x="102514" y="126098"/>
                  </a:lnTo>
                  <a:lnTo>
                    <a:pt x="96558" y="132041"/>
                  </a:lnTo>
                  <a:lnTo>
                    <a:pt x="96558" y="168922"/>
                  </a:lnTo>
                  <a:lnTo>
                    <a:pt x="267411" y="168922"/>
                  </a:lnTo>
                  <a:lnTo>
                    <a:pt x="267411" y="155828"/>
                  </a:lnTo>
                  <a:lnTo>
                    <a:pt x="131127" y="155828"/>
                  </a:lnTo>
                  <a:lnTo>
                    <a:pt x="127152" y="152260"/>
                  </a:lnTo>
                  <a:lnTo>
                    <a:pt x="127152" y="143141"/>
                  </a:lnTo>
                  <a:lnTo>
                    <a:pt x="130721" y="139179"/>
                  </a:lnTo>
                  <a:lnTo>
                    <a:pt x="267411" y="139179"/>
                  </a:lnTo>
                  <a:lnTo>
                    <a:pt x="267411" y="132041"/>
                  </a:lnTo>
                  <a:lnTo>
                    <a:pt x="261454" y="126098"/>
                  </a:lnTo>
                  <a:close/>
                </a:path>
                <a:path w="361315" h="386079">
                  <a:moveTo>
                    <a:pt x="223710" y="139179"/>
                  </a:moveTo>
                  <a:lnTo>
                    <a:pt x="139865" y="139179"/>
                  </a:lnTo>
                  <a:lnTo>
                    <a:pt x="143840" y="142747"/>
                  </a:lnTo>
                  <a:lnTo>
                    <a:pt x="143840" y="147510"/>
                  </a:lnTo>
                  <a:lnTo>
                    <a:pt x="143537" y="151163"/>
                  </a:lnTo>
                  <a:lnTo>
                    <a:pt x="143446" y="152260"/>
                  </a:lnTo>
                  <a:lnTo>
                    <a:pt x="139865" y="155828"/>
                  </a:lnTo>
                  <a:lnTo>
                    <a:pt x="224104" y="155828"/>
                  </a:lnTo>
                  <a:lnTo>
                    <a:pt x="220129" y="152260"/>
                  </a:lnTo>
                  <a:lnTo>
                    <a:pt x="220129" y="143141"/>
                  </a:lnTo>
                  <a:lnTo>
                    <a:pt x="223710" y="139179"/>
                  </a:lnTo>
                  <a:close/>
                </a:path>
                <a:path w="361315" h="386079">
                  <a:moveTo>
                    <a:pt x="267411" y="139179"/>
                  </a:moveTo>
                  <a:lnTo>
                    <a:pt x="233248" y="139179"/>
                  </a:lnTo>
                  <a:lnTo>
                    <a:pt x="236816" y="142747"/>
                  </a:lnTo>
                  <a:lnTo>
                    <a:pt x="236816" y="152260"/>
                  </a:lnTo>
                  <a:lnTo>
                    <a:pt x="233248" y="155828"/>
                  </a:lnTo>
                  <a:lnTo>
                    <a:pt x="267411" y="155828"/>
                  </a:lnTo>
                  <a:lnTo>
                    <a:pt x="267411" y="139179"/>
                  </a:lnTo>
                  <a:close/>
                </a:path>
                <a:path w="361315" h="386079">
                  <a:moveTo>
                    <a:pt x="208610" y="0"/>
                  </a:moveTo>
                  <a:lnTo>
                    <a:pt x="207416" y="393"/>
                  </a:lnTo>
                  <a:lnTo>
                    <a:pt x="207022" y="1193"/>
                  </a:lnTo>
                  <a:lnTo>
                    <a:pt x="204501" y="3672"/>
                  </a:lnTo>
                  <a:lnTo>
                    <a:pt x="196988" y="9124"/>
                  </a:lnTo>
                  <a:lnTo>
                    <a:pt x="184557" y="14577"/>
                  </a:lnTo>
                  <a:lnTo>
                    <a:pt x="167284" y="17056"/>
                  </a:lnTo>
                  <a:lnTo>
                    <a:pt x="139064" y="17056"/>
                  </a:lnTo>
                  <a:lnTo>
                    <a:pt x="136283" y="18630"/>
                  </a:lnTo>
                  <a:lnTo>
                    <a:pt x="134696" y="21018"/>
                  </a:lnTo>
                  <a:lnTo>
                    <a:pt x="128346" y="21018"/>
                  </a:lnTo>
                  <a:lnTo>
                    <a:pt x="127152" y="22199"/>
                  </a:lnTo>
                  <a:lnTo>
                    <a:pt x="127152" y="41236"/>
                  </a:lnTo>
                  <a:lnTo>
                    <a:pt x="128346" y="42430"/>
                  </a:lnTo>
                  <a:lnTo>
                    <a:pt x="134302" y="42430"/>
                  </a:lnTo>
                  <a:lnTo>
                    <a:pt x="135496" y="44018"/>
                  </a:lnTo>
                  <a:lnTo>
                    <a:pt x="137477" y="45199"/>
                  </a:lnTo>
                  <a:lnTo>
                    <a:pt x="139471" y="45999"/>
                  </a:lnTo>
                  <a:lnTo>
                    <a:pt x="152577" y="80492"/>
                  </a:lnTo>
                  <a:lnTo>
                    <a:pt x="152863" y="81331"/>
                  </a:lnTo>
                  <a:lnTo>
                    <a:pt x="152984" y="81686"/>
                  </a:lnTo>
                  <a:lnTo>
                    <a:pt x="154165" y="82867"/>
                  </a:lnTo>
                  <a:lnTo>
                    <a:pt x="169672" y="82867"/>
                  </a:lnTo>
                  <a:lnTo>
                    <a:pt x="170853" y="82080"/>
                  </a:lnTo>
                  <a:lnTo>
                    <a:pt x="171653" y="80886"/>
                  </a:lnTo>
                  <a:lnTo>
                    <a:pt x="172046" y="79707"/>
                  </a:lnTo>
                  <a:lnTo>
                    <a:pt x="172046" y="78117"/>
                  </a:lnTo>
                  <a:lnTo>
                    <a:pt x="171259" y="77317"/>
                  </a:lnTo>
                  <a:lnTo>
                    <a:pt x="164503" y="69786"/>
                  </a:lnTo>
                  <a:lnTo>
                    <a:pt x="155765" y="46786"/>
                  </a:lnTo>
                  <a:lnTo>
                    <a:pt x="210985" y="46786"/>
                  </a:lnTo>
                  <a:lnTo>
                    <a:pt x="210985" y="40843"/>
                  </a:lnTo>
                  <a:lnTo>
                    <a:pt x="214960" y="40043"/>
                  </a:lnTo>
                  <a:lnTo>
                    <a:pt x="217741" y="36474"/>
                  </a:lnTo>
                  <a:lnTo>
                    <a:pt x="217741" y="27762"/>
                  </a:lnTo>
                  <a:lnTo>
                    <a:pt x="214960" y="23787"/>
                  </a:lnTo>
                  <a:lnTo>
                    <a:pt x="210985" y="22999"/>
                  </a:lnTo>
                  <a:lnTo>
                    <a:pt x="210985" y="1587"/>
                  </a:lnTo>
                  <a:lnTo>
                    <a:pt x="210591" y="787"/>
                  </a:lnTo>
                  <a:lnTo>
                    <a:pt x="209397" y="393"/>
                  </a:lnTo>
                  <a:lnTo>
                    <a:pt x="208610" y="0"/>
                  </a:lnTo>
                  <a:close/>
                </a:path>
                <a:path w="361315" h="386079">
                  <a:moveTo>
                    <a:pt x="210985" y="46786"/>
                  </a:moveTo>
                  <a:lnTo>
                    <a:pt x="167284" y="46786"/>
                  </a:lnTo>
                  <a:lnTo>
                    <a:pt x="184557" y="49265"/>
                  </a:lnTo>
                  <a:lnTo>
                    <a:pt x="196996" y="54724"/>
                  </a:lnTo>
                  <a:lnTo>
                    <a:pt x="204501" y="60170"/>
                  </a:lnTo>
                  <a:lnTo>
                    <a:pt x="207416" y="63042"/>
                  </a:lnTo>
                  <a:lnTo>
                    <a:pt x="208203" y="63449"/>
                  </a:lnTo>
                  <a:lnTo>
                    <a:pt x="209397" y="63449"/>
                  </a:lnTo>
                  <a:lnTo>
                    <a:pt x="210197" y="63042"/>
                  </a:lnTo>
                  <a:lnTo>
                    <a:pt x="210985" y="62255"/>
                  </a:lnTo>
                  <a:lnTo>
                    <a:pt x="210985" y="46786"/>
                  </a:lnTo>
                  <a:close/>
                </a:path>
                <a:path w="361315" h="386079">
                  <a:moveTo>
                    <a:pt x="222910" y="40043"/>
                  </a:moveTo>
                  <a:lnTo>
                    <a:pt x="221322" y="40043"/>
                  </a:lnTo>
                  <a:lnTo>
                    <a:pt x="219735" y="41630"/>
                  </a:lnTo>
                  <a:lnTo>
                    <a:pt x="219735" y="43218"/>
                  </a:lnTo>
                  <a:lnTo>
                    <a:pt x="228079" y="51549"/>
                  </a:lnTo>
                  <a:lnTo>
                    <a:pt x="228866" y="51942"/>
                  </a:lnTo>
                  <a:lnTo>
                    <a:pt x="230466" y="51942"/>
                  </a:lnTo>
                  <a:lnTo>
                    <a:pt x="230860" y="51155"/>
                  </a:lnTo>
                  <a:lnTo>
                    <a:pt x="231647" y="50355"/>
                  </a:lnTo>
                  <a:lnTo>
                    <a:pt x="231647" y="48767"/>
                  </a:lnTo>
                  <a:lnTo>
                    <a:pt x="222910" y="40043"/>
                  </a:lnTo>
                  <a:close/>
                </a:path>
                <a:path w="361315" h="386079">
                  <a:moveTo>
                    <a:pt x="237210" y="29336"/>
                  </a:moveTo>
                  <a:lnTo>
                    <a:pt x="224904" y="29336"/>
                  </a:lnTo>
                  <a:lnTo>
                    <a:pt x="224104" y="30137"/>
                  </a:lnTo>
                  <a:lnTo>
                    <a:pt x="224104" y="32511"/>
                  </a:lnTo>
                  <a:lnTo>
                    <a:pt x="224904" y="33312"/>
                  </a:lnTo>
                  <a:lnTo>
                    <a:pt x="237210" y="33312"/>
                  </a:lnTo>
                  <a:lnTo>
                    <a:pt x="238010" y="32511"/>
                  </a:lnTo>
                  <a:lnTo>
                    <a:pt x="238010" y="30137"/>
                  </a:lnTo>
                  <a:lnTo>
                    <a:pt x="237210" y="29336"/>
                  </a:lnTo>
                  <a:close/>
                </a:path>
                <a:path w="361315" h="386079">
                  <a:moveTo>
                    <a:pt x="230060" y="10706"/>
                  </a:moveTo>
                  <a:lnTo>
                    <a:pt x="228472" y="10706"/>
                  </a:lnTo>
                  <a:lnTo>
                    <a:pt x="219735" y="19430"/>
                  </a:lnTo>
                  <a:lnTo>
                    <a:pt x="219735" y="21018"/>
                  </a:lnTo>
                  <a:lnTo>
                    <a:pt x="220929" y="22199"/>
                  </a:lnTo>
                  <a:lnTo>
                    <a:pt x="221716" y="22605"/>
                  </a:lnTo>
                  <a:lnTo>
                    <a:pt x="222910" y="22605"/>
                  </a:lnTo>
                  <a:lnTo>
                    <a:pt x="231647" y="13881"/>
                  </a:lnTo>
                  <a:lnTo>
                    <a:pt x="231647" y="12293"/>
                  </a:lnTo>
                  <a:lnTo>
                    <a:pt x="230060" y="10706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Budget</a:t>
            </a:r>
            <a:r>
              <a:rPr spc="-35" dirty="0"/>
              <a:t> </a:t>
            </a:r>
            <a:r>
              <a:rPr dirty="0"/>
              <a:t>Allocation</a:t>
            </a:r>
            <a:r>
              <a:rPr spc="-9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Concept</a:t>
            </a:r>
            <a:r>
              <a:rPr spc="-45" dirty="0"/>
              <a:t> </a:t>
            </a:r>
            <a:r>
              <a:rPr spc="-10" dirty="0"/>
              <a:t>Funding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6431" y="1276184"/>
            <a:ext cx="10356215" cy="553085"/>
            <a:chOff x="1266431" y="1276184"/>
            <a:chExt cx="10356215" cy="553085"/>
          </a:xfrm>
        </p:grpSpPr>
        <p:sp>
          <p:nvSpPr>
            <p:cNvPr id="4" name="object 4"/>
            <p:cNvSpPr/>
            <p:nvPr/>
          </p:nvSpPr>
          <p:spPr>
            <a:xfrm>
              <a:off x="1266431" y="1276184"/>
              <a:ext cx="1863725" cy="553085"/>
            </a:xfrm>
            <a:custGeom>
              <a:avLst/>
              <a:gdLst/>
              <a:ahLst/>
              <a:cxnLst/>
              <a:rect l="l" t="t" r="r" b="b"/>
              <a:pathLst>
                <a:path w="1863725" h="553085">
                  <a:moveTo>
                    <a:pt x="1863725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1863725" y="552488"/>
                  </a:lnTo>
                  <a:lnTo>
                    <a:pt x="1863725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3130169" y="1276184"/>
              <a:ext cx="1863725" cy="553085"/>
            </a:xfrm>
            <a:custGeom>
              <a:avLst/>
              <a:gdLst/>
              <a:ahLst/>
              <a:cxnLst/>
              <a:rect l="l" t="t" r="r" b="b"/>
              <a:pathLst>
                <a:path w="1863725" h="553085">
                  <a:moveTo>
                    <a:pt x="1863725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1863725" y="552488"/>
                  </a:lnTo>
                  <a:lnTo>
                    <a:pt x="1863725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993894" y="1276184"/>
              <a:ext cx="1614805" cy="553085"/>
            </a:xfrm>
            <a:custGeom>
              <a:avLst/>
              <a:gdLst/>
              <a:ahLst/>
              <a:cxnLst/>
              <a:rect l="l" t="t" r="r" b="b"/>
              <a:pathLst>
                <a:path w="1614804" h="553085">
                  <a:moveTo>
                    <a:pt x="1614677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1614677" y="552488"/>
                  </a:lnTo>
                  <a:lnTo>
                    <a:pt x="1614677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608571" y="1276184"/>
              <a:ext cx="2113280" cy="553085"/>
            </a:xfrm>
            <a:custGeom>
              <a:avLst/>
              <a:gdLst/>
              <a:ahLst/>
              <a:cxnLst/>
              <a:rect l="l" t="t" r="r" b="b"/>
              <a:pathLst>
                <a:path w="2113279" h="553085">
                  <a:moveTo>
                    <a:pt x="2112772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2112772" y="552488"/>
                  </a:lnTo>
                  <a:lnTo>
                    <a:pt x="2112772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721343" y="1276184"/>
              <a:ext cx="1901825" cy="553085"/>
            </a:xfrm>
            <a:custGeom>
              <a:avLst/>
              <a:gdLst/>
              <a:ahLst/>
              <a:cxnLst/>
              <a:rect l="l" t="t" r="r" b="b"/>
              <a:pathLst>
                <a:path w="1901825" h="553085">
                  <a:moveTo>
                    <a:pt x="1901444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1901444" y="552488"/>
                  </a:lnTo>
                  <a:lnTo>
                    <a:pt x="1901444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0622788" y="1276184"/>
              <a:ext cx="999490" cy="553085"/>
            </a:xfrm>
            <a:custGeom>
              <a:avLst/>
              <a:gdLst/>
              <a:ahLst/>
              <a:cxnLst/>
              <a:rect l="l" t="t" r="r" b="b"/>
              <a:pathLst>
                <a:path w="999490" h="553085">
                  <a:moveTo>
                    <a:pt x="999375" y="0"/>
                  </a:moveTo>
                  <a:lnTo>
                    <a:pt x="0" y="0"/>
                  </a:lnTo>
                  <a:lnTo>
                    <a:pt x="0" y="552488"/>
                  </a:lnTo>
                  <a:lnTo>
                    <a:pt x="999375" y="552488"/>
                  </a:lnTo>
                  <a:lnTo>
                    <a:pt x="999375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1140" y="1338059"/>
              <a:ext cx="1445513" cy="3162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1452" y="1505699"/>
              <a:ext cx="546354" cy="3162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8068" y="1505699"/>
              <a:ext cx="249174" cy="3162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7504" y="1505699"/>
              <a:ext cx="570738" cy="3162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80" y="1338059"/>
              <a:ext cx="1027938" cy="3162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5136" y="1505699"/>
              <a:ext cx="625601" cy="31624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23915" y="1421879"/>
              <a:ext cx="768858" cy="3162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14615" y="1421879"/>
              <a:ext cx="913637" cy="3162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18092" y="1421879"/>
              <a:ext cx="1119377" cy="3162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78312" y="1338059"/>
              <a:ext cx="439686" cy="3162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28247" y="1338059"/>
              <a:ext cx="249174" cy="31624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42092" y="1505699"/>
              <a:ext cx="973074" cy="316242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569899" y="2263178"/>
            <a:ext cx="11052175" cy="469900"/>
          </a:xfrm>
          <a:custGeom>
            <a:avLst/>
            <a:gdLst/>
            <a:ahLst/>
            <a:cxnLst/>
            <a:rect l="l" t="t" r="r" b="b"/>
            <a:pathLst>
              <a:path w="11052175" h="469900">
                <a:moveTo>
                  <a:pt x="11052175" y="0"/>
                </a:moveTo>
                <a:lnTo>
                  <a:pt x="0" y="0"/>
                </a:lnTo>
                <a:lnTo>
                  <a:pt x="0" y="469480"/>
                </a:lnTo>
                <a:lnTo>
                  <a:pt x="11052175" y="469480"/>
                </a:lnTo>
                <a:lnTo>
                  <a:pt x="1105217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569899" y="3537877"/>
            <a:ext cx="11052175" cy="469900"/>
          </a:xfrm>
          <a:custGeom>
            <a:avLst/>
            <a:gdLst/>
            <a:ahLst/>
            <a:cxnLst/>
            <a:rect l="l" t="t" r="r" b="b"/>
            <a:pathLst>
              <a:path w="11052175" h="469900">
                <a:moveTo>
                  <a:pt x="11052175" y="0"/>
                </a:moveTo>
                <a:lnTo>
                  <a:pt x="0" y="0"/>
                </a:lnTo>
                <a:lnTo>
                  <a:pt x="0" y="469480"/>
                </a:lnTo>
                <a:lnTo>
                  <a:pt x="11052175" y="469480"/>
                </a:lnTo>
                <a:lnTo>
                  <a:pt x="1105217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569899" y="5215064"/>
            <a:ext cx="11052175" cy="469900"/>
          </a:xfrm>
          <a:custGeom>
            <a:avLst/>
            <a:gdLst/>
            <a:ahLst/>
            <a:cxnLst/>
            <a:rect l="l" t="t" r="r" b="b"/>
            <a:pathLst>
              <a:path w="11052175" h="469900">
                <a:moveTo>
                  <a:pt x="11052175" y="0"/>
                </a:moveTo>
                <a:lnTo>
                  <a:pt x="0" y="0"/>
                </a:lnTo>
                <a:lnTo>
                  <a:pt x="0" y="469480"/>
                </a:lnTo>
                <a:lnTo>
                  <a:pt x="11052175" y="469480"/>
                </a:lnTo>
                <a:lnTo>
                  <a:pt x="1105217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69899" y="1269872"/>
          <a:ext cx="11065502" cy="986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Human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Resources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(Man-days)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Travel</a:t>
                      </a:r>
                      <a:r>
                        <a:rPr sz="1100" b="1" spc="-4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Costs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(Visits)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518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Vehicles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9209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6953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Equipment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9209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48640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Consumables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9209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Sub-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contracting</a:t>
                      </a:r>
                      <a:endParaRPr sz="11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91770" marR="18415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Senior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Expert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40335" marR="132715" indent="254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Junior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Expert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Technician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89230" marR="123189" indent="-5969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Site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Capital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International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Rental</a:t>
                      </a:r>
                      <a:endParaRPr sz="600" dirty="0">
                        <a:latin typeface="Arial"/>
                        <a:cs typeface="Arial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6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(Days)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Petrol</a:t>
                      </a:r>
                      <a:endParaRPr sz="600" dirty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6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(km)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Driver</a:t>
                      </a:r>
                      <a:endParaRPr sz="600" dirty="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6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(Man-days)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Instruments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245745" marR="161925" indent="-7620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Awareness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raising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99390" marR="114300" indent="-7493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Communi-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cation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Office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Construction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marL="193040" marR="120014" indent="-62865">
                        <a:lnSpc>
                          <a:spcPct val="100000"/>
                        </a:lnSpc>
                      </a:pP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Awareness</a:t>
                      </a:r>
                      <a:r>
                        <a:rPr sz="600" b="1" spc="5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Raising</a:t>
                      </a:r>
                      <a:endParaRPr sz="6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5263641" y="958341"/>
            <a:ext cx="16643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entury Gothic"/>
                <a:cs typeface="Century Gothic"/>
              </a:rPr>
              <a:t>Resources</a:t>
            </a:r>
            <a:r>
              <a:rPr sz="1400" b="1" spc="-25" dirty="0">
                <a:latin typeface="Century Gothic"/>
                <a:cs typeface="Century Gothic"/>
              </a:rPr>
              <a:t> </a:t>
            </a:r>
            <a:r>
              <a:rPr sz="1400" b="1" spc="-10" dirty="0">
                <a:latin typeface="Century Gothic"/>
                <a:cs typeface="Century Gothic"/>
              </a:rPr>
              <a:t>Needed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6887" y="2406523"/>
            <a:ext cx="1300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Project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Component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69899" y="2731071"/>
          <a:ext cx="11065502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1.1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500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1.2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45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500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646887" y="3681476"/>
            <a:ext cx="13004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Project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Component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2</a:t>
            </a:r>
            <a:endParaRPr sz="1000" dirty="0">
              <a:latin typeface="Arial"/>
              <a:cs typeface="Arial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569899" y="4005770"/>
          <a:ext cx="11065502" cy="1206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2.1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1000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2.2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1250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2.3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1500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646887" y="5358460"/>
            <a:ext cx="13011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Project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Component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3</a:t>
            </a:r>
            <a:endParaRPr sz="1000" dirty="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569899" y="5678195"/>
          <a:ext cx="11065502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3.1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r>
                        <a:rPr sz="8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3.2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Investment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Concept</a:t>
            </a:r>
            <a:r>
              <a:rPr spc="-45" dirty="0"/>
              <a:t> </a:t>
            </a:r>
            <a:r>
              <a:rPr spc="-10" dirty="0"/>
              <a:t>Funding(1/3)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600" y="1038225"/>
            <a:ext cx="4868545" cy="532765"/>
            <a:chOff x="609600" y="1038225"/>
            <a:chExt cx="4868545" cy="532765"/>
          </a:xfrm>
        </p:grpSpPr>
        <p:sp>
          <p:nvSpPr>
            <p:cNvPr id="4" name="object 4"/>
            <p:cNvSpPr/>
            <p:nvPr/>
          </p:nvSpPr>
          <p:spPr>
            <a:xfrm>
              <a:off x="609600" y="1038225"/>
              <a:ext cx="3901440" cy="466725"/>
            </a:xfrm>
            <a:custGeom>
              <a:avLst/>
              <a:gdLst/>
              <a:ahLst/>
              <a:cxnLst/>
              <a:rect l="l" t="t" r="r" b="b"/>
              <a:pathLst>
                <a:path w="3901440" h="466725">
                  <a:moveTo>
                    <a:pt x="3901186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3901186" y="466725"/>
                  </a:lnTo>
                  <a:lnTo>
                    <a:pt x="3901186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059192"/>
              <a:ext cx="1535429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9515" y="1059192"/>
              <a:ext cx="968501" cy="51128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09600" y="2301659"/>
            <a:ext cx="3901440" cy="796925"/>
          </a:xfrm>
          <a:custGeom>
            <a:avLst/>
            <a:gdLst/>
            <a:ahLst/>
            <a:cxnLst/>
            <a:rect l="l" t="t" r="r" b="b"/>
            <a:pathLst>
              <a:path w="3901440" h="796925">
                <a:moveTo>
                  <a:pt x="3901186" y="0"/>
                </a:moveTo>
                <a:lnTo>
                  <a:pt x="0" y="0"/>
                </a:lnTo>
                <a:lnTo>
                  <a:pt x="0" y="796759"/>
                </a:lnTo>
                <a:lnTo>
                  <a:pt x="3901186" y="796759"/>
                </a:lnTo>
                <a:lnTo>
                  <a:pt x="390118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609600" y="3895255"/>
            <a:ext cx="3901440" cy="796925"/>
          </a:xfrm>
          <a:custGeom>
            <a:avLst/>
            <a:gdLst/>
            <a:ahLst/>
            <a:cxnLst/>
            <a:rect l="l" t="t" r="r" b="b"/>
            <a:pathLst>
              <a:path w="3901440" h="796925">
                <a:moveTo>
                  <a:pt x="3901186" y="0"/>
                </a:moveTo>
                <a:lnTo>
                  <a:pt x="0" y="0"/>
                </a:lnTo>
                <a:lnTo>
                  <a:pt x="0" y="796759"/>
                </a:lnTo>
                <a:lnTo>
                  <a:pt x="3901186" y="796759"/>
                </a:lnTo>
                <a:lnTo>
                  <a:pt x="390118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7143" y="1059192"/>
            <a:ext cx="1032509" cy="51128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24771" y="1059192"/>
            <a:ext cx="966977" cy="511289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09600" y="1031875"/>
          <a:ext cx="10974703" cy="524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Investment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9144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Idea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9144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Idea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2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9144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Idea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3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9144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Equipment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4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Materials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$15,000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$25,000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$35,000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Personnel/Employee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$25,000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$45,000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$55,000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4986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Marketing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$5,000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$7,000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$9,000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Infrastructure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$50,000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$50,000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$50,000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Additional</a:t>
                      </a:r>
                      <a:r>
                        <a:rPr sz="14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Cost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XXXX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XXXX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XXXX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5049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0551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Total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XXXX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XXXX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XXXX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726948" y="1575841"/>
            <a:ext cx="629920" cy="629920"/>
            <a:chOff x="726948" y="1575841"/>
            <a:chExt cx="629920" cy="629920"/>
          </a:xfrm>
        </p:grpSpPr>
        <p:sp>
          <p:nvSpPr>
            <p:cNvPr id="13" name="object 13"/>
            <p:cNvSpPr/>
            <p:nvPr/>
          </p:nvSpPr>
          <p:spPr>
            <a:xfrm>
              <a:off x="898601" y="1580388"/>
              <a:ext cx="288925" cy="61594"/>
            </a:xfrm>
            <a:custGeom>
              <a:avLst/>
              <a:gdLst/>
              <a:ahLst/>
              <a:cxnLst/>
              <a:rect l="l" t="t" r="r" b="b"/>
              <a:pathLst>
                <a:path w="288925" h="61594">
                  <a:moveTo>
                    <a:pt x="143357" y="0"/>
                  </a:moveTo>
                  <a:lnTo>
                    <a:pt x="73455" y="6921"/>
                  </a:lnTo>
                  <a:lnTo>
                    <a:pt x="8343" y="26797"/>
                  </a:lnTo>
                  <a:lnTo>
                    <a:pt x="0" y="31369"/>
                  </a:lnTo>
                  <a:lnTo>
                    <a:pt x="12331" y="59816"/>
                  </a:lnTo>
                  <a:lnTo>
                    <a:pt x="20574" y="55372"/>
                  </a:lnTo>
                  <a:lnTo>
                    <a:pt x="49558" y="44918"/>
                  </a:lnTo>
                  <a:lnTo>
                    <a:pt x="79789" y="37274"/>
                  </a:lnTo>
                  <a:lnTo>
                    <a:pt x="111108" y="32583"/>
                  </a:lnTo>
                  <a:lnTo>
                    <a:pt x="143357" y="30987"/>
                  </a:lnTo>
                  <a:lnTo>
                    <a:pt x="175606" y="32583"/>
                  </a:lnTo>
                  <a:lnTo>
                    <a:pt x="206925" y="37274"/>
                  </a:lnTo>
                  <a:lnTo>
                    <a:pt x="237156" y="44918"/>
                  </a:lnTo>
                  <a:lnTo>
                    <a:pt x="266141" y="55372"/>
                  </a:lnTo>
                  <a:lnTo>
                    <a:pt x="277799" y="61595"/>
                  </a:lnTo>
                  <a:lnTo>
                    <a:pt x="288772" y="32385"/>
                  </a:lnTo>
                  <a:lnTo>
                    <a:pt x="278371" y="26797"/>
                  </a:lnTo>
                  <a:lnTo>
                    <a:pt x="246500" y="15323"/>
                  </a:lnTo>
                  <a:lnTo>
                    <a:pt x="213259" y="6921"/>
                  </a:lnTo>
                  <a:lnTo>
                    <a:pt x="178821" y="1758"/>
                  </a:lnTo>
                  <a:lnTo>
                    <a:pt x="143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6948" y="1575841"/>
              <a:ext cx="629386" cy="62951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6632" y="1646301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4">
                  <a:moveTo>
                    <a:pt x="246545" y="0"/>
                  </a:moveTo>
                  <a:lnTo>
                    <a:pt x="196859" y="5008"/>
                  </a:lnTo>
                  <a:lnTo>
                    <a:pt x="150581" y="19371"/>
                  </a:lnTo>
                  <a:lnTo>
                    <a:pt x="108702" y="42099"/>
                  </a:lnTo>
                  <a:lnTo>
                    <a:pt x="72213" y="72199"/>
                  </a:lnTo>
                  <a:lnTo>
                    <a:pt x="42107" y="108681"/>
                  </a:lnTo>
                  <a:lnTo>
                    <a:pt x="19375" y="150554"/>
                  </a:lnTo>
                  <a:lnTo>
                    <a:pt x="5009" y="196826"/>
                  </a:lnTo>
                  <a:lnTo>
                    <a:pt x="0" y="246507"/>
                  </a:lnTo>
                  <a:lnTo>
                    <a:pt x="5009" y="296192"/>
                  </a:lnTo>
                  <a:lnTo>
                    <a:pt x="19375" y="342479"/>
                  </a:lnTo>
                  <a:lnTo>
                    <a:pt x="42107" y="384372"/>
                  </a:lnTo>
                  <a:lnTo>
                    <a:pt x="72213" y="420878"/>
                  </a:lnTo>
                  <a:lnTo>
                    <a:pt x="108702" y="451001"/>
                  </a:lnTo>
                  <a:lnTo>
                    <a:pt x="150581" y="473749"/>
                  </a:lnTo>
                  <a:lnTo>
                    <a:pt x="196859" y="488127"/>
                  </a:lnTo>
                  <a:lnTo>
                    <a:pt x="246545" y="493140"/>
                  </a:lnTo>
                  <a:lnTo>
                    <a:pt x="296232" y="488127"/>
                  </a:lnTo>
                  <a:lnTo>
                    <a:pt x="342508" y="473749"/>
                  </a:lnTo>
                  <a:lnTo>
                    <a:pt x="384381" y="451001"/>
                  </a:lnTo>
                  <a:lnTo>
                    <a:pt x="420862" y="420877"/>
                  </a:lnTo>
                  <a:lnTo>
                    <a:pt x="450959" y="384372"/>
                  </a:lnTo>
                  <a:lnTo>
                    <a:pt x="473684" y="342479"/>
                  </a:lnTo>
                  <a:lnTo>
                    <a:pt x="488045" y="296192"/>
                  </a:lnTo>
                  <a:lnTo>
                    <a:pt x="493052" y="246507"/>
                  </a:lnTo>
                  <a:lnTo>
                    <a:pt x="488045" y="196826"/>
                  </a:lnTo>
                  <a:lnTo>
                    <a:pt x="473684" y="150554"/>
                  </a:lnTo>
                  <a:lnTo>
                    <a:pt x="450959" y="108681"/>
                  </a:lnTo>
                  <a:lnTo>
                    <a:pt x="420862" y="72199"/>
                  </a:lnTo>
                  <a:lnTo>
                    <a:pt x="384381" y="42099"/>
                  </a:lnTo>
                  <a:lnTo>
                    <a:pt x="342508" y="19371"/>
                  </a:lnTo>
                  <a:lnTo>
                    <a:pt x="296232" y="5008"/>
                  </a:lnTo>
                  <a:lnTo>
                    <a:pt x="246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888492" y="1737360"/>
              <a:ext cx="309880" cy="311150"/>
            </a:xfrm>
            <a:custGeom>
              <a:avLst/>
              <a:gdLst/>
              <a:ahLst/>
              <a:cxnLst/>
              <a:rect l="l" t="t" r="r" b="b"/>
              <a:pathLst>
                <a:path w="309880" h="311150">
                  <a:moveTo>
                    <a:pt x="117348" y="9398"/>
                  </a:moveTo>
                  <a:lnTo>
                    <a:pt x="108383" y="17593"/>
                  </a:lnTo>
                  <a:lnTo>
                    <a:pt x="101674" y="27431"/>
                  </a:lnTo>
                  <a:lnTo>
                    <a:pt x="97468" y="38508"/>
                  </a:lnTo>
                  <a:lnTo>
                    <a:pt x="96012" y="50418"/>
                  </a:lnTo>
                  <a:lnTo>
                    <a:pt x="97679" y="63220"/>
                  </a:lnTo>
                  <a:lnTo>
                    <a:pt x="102496" y="75009"/>
                  </a:lnTo>
                  <a:lnTo>
                    <a:pt x="110183" y="85298"/>
                  </a:lnTo>
                  <a:lnTo>
                    <a:pt x="125881" y="98010"/>
                  </a:lnTo>
                  <a:lnTo>
                    <a:pt x="129933" y="103457"/>
                  </a:lnTo>
                  <a:lnTo>
                    <a:pt x="132471" y="109690"/>
                  </a:lnTo>
                  <a:lnTo>
                    <a:pt x="133350" y="116459"/>
                  </a:lnTo>
                  <a:lnTo>
                    <a:pt x="133350" y="303656"/>
                  </a:lnTo>
                  <a:lnTo>
                    <a:pt x="140525" y="310895"/>
                  </a:lnTo>
                  <a:lnTo>
                    <a:pt x="158178" y="310895"/>
                  </a:lnTo>
                  <a:lnTo>
                    <a:pt x="165354" y="303656"/>
                  </a:lnTo>
                  <a:lnTo>
                    <a:pt x="165354" y="300227"/>
                  </a:lnTo>
                  <a:lnTo>
                    <a:pt x="146405" y="300227"/>
                  </a:lnTo>
                  <a:lnTo>
                    <a:pt x="144018" y="297814"/>
                  </a:lnTo>
                  <a:lnTo>
                    <a:pt x="144018" y="291845"/>
                  </a:lnTo>
                  <a:lnTo>
                    <a:pt x="146405" y="289432"/>
                  </a:lnTo>
                  <a:lnTo>
                    <a:pt x="165354" y="289432"/>
                  </a:lnTo>
                  <a:lnTo>
                    <a:pt x="165354" y="116459"/>
                  </a:lnTo>
                  <a:lnTo>
                    <a:pt x="166232" y="109690"/>
                  </a:lnTo>
                  <a:lnTo>
                    <a:pt x="168770" y="103457"/>
                  </a:lnTo>
                  <a:lnTo>
                    <a:pt x="172822" y="98010"/>
                  </a:lnTo>
                  <a:lnTo>
                    <a:pt x="188520" y="85298"/>
                  </a:lnTo>
                  <a:lnTo>
                    <a:pt x="196207" y="75009"/>
                  </a:lnTo>
                  <a:lnTo>
                    <a:pt x="201024" y="63220"/>
                  </a:lnTo>
                  <a:lnTo>
                    <a:pt x="201583" y="58927"/>
                  </a:lnTo>
                  <a:lnTo>
                    <a:pt x="149352" y="58927"/>
                  </a:lnTo>
                  <a:lnTo>
                    <a:pt x="128016" y="48260"/>
                  </a:lnTo>
                  <a:lnTo>
                    <a:pt x="128016" y="10667"/>
                  </a:lnTo>
                  <a:lnTo>
                    <a:pt x="117348" y="9398"/>
                  </a:lnTo>
                  <a:close/>
                </a:path>
                <a:path w="309880" h="311150">
                  <a:moveTo>
                    <a:pt x="165354" y="289432"/>
                  </a:moveTo>
                  <a:lnTo>
                    <a:pt x="152298" y="289432"/>
                  </a:lnTo>
                  <a:lnTo>
                    <a:pt x="154686" y="291845"/>
                  </a:lnTo>
                  <a:lnTo>
                    <a:pt x="154686" y="297814"/>
                  </a:lnTo>
                  <a:lnTo>
                    <a:pt x="152298" y="300227"/>
                  </a:lnTo>
                  <a:lnTo>
                    <a:pt x="165354" y="300227"/>
                  </a:lnTo>
                  <a:lnTo>
                    <a:pt x="165354" y="289432"/>
                  </a:lnTo>
                  <a:close/>
                </a:path>
                <a:path w="309880" h="311150">
                  <a:moveTo>
                    <a:pt x="181356" y="9398"/>
                  </a:moveTo>
                  <a:lnTo>
                    <a:pt x="170688" y="10667"/>
                  </a:lnTo>
                  <a:lnTo>
                    <a:pt x="170688" y="48260"/>
                  </a:lnTo>
                  <a:lnTo>
                    <a:pt x="149352" y="58927"/>
                  </a:lnTo>
                  <a:lnTo>
                    <a:pt x="201583" y="58927"/>
                  </a:lnTo>
                  <a:lnTo>
                    <a:pt x="202692" y="50418"/>
                  </a:lnTo>
                  <a:lnTo>
                    <a:pt x="201235" y="38508"/>
                  </a:lnTo>
                  <a:lnTo>
                    <a:pt x="197029" y="27431"/>
                  </a:lnTo>
                  <a:lnTo>
                    <a:pt x="190320" y="17593"/>
                  </a:lnTo>
                  <a:lnTo>
                    <a:pt x="181356" y="9398"/>
                  </a:lnTo>
                  <a:close/>
                </a:path>
                <a:path w="309880" h="311150">
                  <a:moveTo>
                    <a:pt x="224459" y="182244"/>
                  </a:moveTo>
                  <a:lnTo>
                    <a:pt x="217805" y="182244"/>
                  </a:lnTo>
                  <a:lnTo>
                    <a:pt x="213360" y="186689"/>
                  </a:lnTo>
                  <a:lnTo>
                    <a:pt x="213484" y="197548"/>
                  </a:lnTo>
                  <a:lnTo>
                    <a:pt x="213563" y="197992"/>
                  </a:lnTo>
                  <a:lnTo>
                    <a:pt x="213956" y="199009"/>
                  </a:lnTo>
                  <a:lnTo>
                    <a:pt x="253492" y="308228"/>
                  </a:lnTo>
                  <a:lnTo>
                    <a:pt x="257225" y="310895"/>
                  </a:lnTo>
                  <a:lnTo>
                    <a:pt x="265518" y="310895"/>
                  </a:lnTo>
                  <a:lnTo>
                    <a:pt x="269265" y="308228"/>
                  </a:lnTo>
                  <a:lnTo>
                    <a:pt x="270675" y="304291"/>
                  </a:lnTo>
                  <a:lnTo>
                    <a:pt x="303236" y="214375"/>
                  </a:lnTo>
                  <a:lnTo>
                    <a:pt x="261366" y="214375"/>
                  </a:lnTo>
                  <a:lnTo>
                    <a:pt x="248046" y="211909"/>
                  </a:lnTo>
                  <a:lnTo>
                    <a:pt x="236850" y="205120"/>
                  </a:lnTo>
                  <a:lnTo>
                    <a:pt x="228685" y="194927"/>
                  </a:lnTo>
                  <a:lnTo>
                    <a:pt x="224459" y="182244"/>
                  </a:lnTo>
                  <a:close/>
                </a:path>
                <a:path w="309880" h="311150">
                  <a:moveTo>
                    <a:pt x="304939" y="182244"/>
                  </a:moveTo>
                  <a:lnTo>
                    <a:pt x="298272" y="182244"/>
                  </a:lnTo>
                  <a:lnTo>
                    <a:pt x="294046" y="194927"/>
                  </a:lnTo>
                  <a:lnTo>
                    <a:pt x="285881" y="205120"/>
                  </a:lnTo>
                  <a:lnTo>
                    <a:pt x="274685" y="211909"/>
                  </a:lnTo>
                  <a:lnTo>
                    <a:pt x="261366" y="214375"/>
                  </a:lnTo>
                  <a:lnTo>
                    <a:pt x="303236" y="214375"/>
                  </a:lnTo>
                  <a:lnTo>
                    <a:pt x="309168" y="197992"/>
                  </a:lnTo>
                  <a:lnTo>
                    <a:pt x="309247" y="197548"/>
                  </a:lnTo>
                  <a:lnTo>
                    <a:pt x="309372" y="186689"/>
                  </a:lnTo>
                  <a:lnTo>
                    <a:pt x="304939" y="182244"/>
                  </a:lnTo>
                  <a:close/>
                </a:path>
                <a:path w="309880" h="311150">
                  <a:moveTo>
                    <a:pt x="287502" y="182244"/>
                  </a:moveTo>
                  <a:lnTo>
                    <a:pt x="235229" y="182244"/>
                  </a:lnTo>
                  <a:lnTo>
                    <a:pt x="238552" y="190742"/>
                  </a:lnTo>
                  <a:lnTo>
                    <a:pt x="244401" y="197548"/>
                  </a:lnTo>
                  <a:lnTo>
                    <a:pt x="252199" y="202068"/>
                  </a:lnTo>
                  <a:lnTo>
                    <a:pt x="261366" y="203707"/>
                  </a:lnTo>
                  <a:lnTo>
                    <a:pt x="270532" y="202068"/>
                  </a:lnTo>
                  <a:lnTo>
                    <a:pt x="278330" y="197548"/>
                  </a:lnTo>
                  <a:lnTo>
                    <a:pt x="284179" y="190742"/>
                  </a:lnTo>
                  <a:lnTo>
                    <a:pt x="287502" y="182244"/>
                  </a:lnTo>
                  <a:close/>
                </a:path>
                <a:path w="309880" h="311150">
                  <a:moveTo>
                    <a:pt x="37338" y="171576"/>
                  </a:moveTo>
                  <a:lnTo>
                    <a:pt x="16002" y="171576"/>
                  </a:lnTo>
                  <a:lnTo>
                    <a:pt x="16002" y="294766"/>
                  </a:lnTo>
                  <a:lnTo>
                    <a:pt x="37338" y="310895"/>
                  </a:lnTo>
                  <a:lnTo>
                    <a:pt x="37338" y="171576"/>
                  </a:lnTo>
                  <a:close/>
                </a:path>
                <a:path w="309880" h="311150">
                  <a:moveTo>
                    <a:pt x="53340" y="150113"/>
                  </a:moveTo>
                  <a:lnTo>
                    <a:pt x="0" y="150113"/>
                  </a:lnTo>
                  <a:lnTo>
                    <a:pt x="0" y="158368"/>
                  </a:lnTo>
                  <a:lnTo>
                    <a:pt x="2387" y="160781"/>
                  </a:lnTo>
                  <a:lnTo>
                    <a:pt x="50952" y="160781"/>
                  </a:lnTo>
                  <a:lnTo>
                    <a:pt x="53340" y="158368"/>
                  </a:lnTo>
                  <a:lnTo>
                    <a:pt x="53340" y="150113"/>
                  </a:lnTo>
                  <a:close/>
                </a:path>
                <a:path w="309880" h="311150">
                  <a:moveTo>
                    <a:pt x="272034" y="139318"/>
                  </a:moveTo>
                  <a:lnTo>
                    <a:pt x="250698" y="139318"/>
                  </a:lnTo>
                  <a:lnTo>
                    <a:pt x="250698" y="171576"/>
                  </a:lnTo>
                  <a:lnTo>
                    <a:pt x="272034" y="171576"/>
                  </a:lnTo>
                  <a:lnTo>
                    <a:pt x="272034" y="139318"/>
                  </a:lnTo>
                  <a:close/>
                </a:path>
                <a:path w="309880" h="311150">
                  <a:moveTo>
                    <a:pt x="261366" y="0"/>
                  </a:moveTo>
                  <a:lnTo>
                    <a:pt x="253065" y="1692"/>
                  </a:lnTo>
                  <a:lnTo>
                    <a:pt x="246283" y="6302"/>
                  </a:lnTo>
                  <a:lnTo>
                    <a:pt x="241708" y="13126"/>
                  </a:lnTo>
                  <a:lnTo>
                    <a:pt x="240030" y="21462"/>
                  </a:lnTo>
                  <a:lnTo>
                    <a:pt x="240030" y="91186"/>
                  </a:lnTo>
                  <a:lnTo>
                    <a:pt x="256032" y="91186"/>
                  </a:lnTo>
                  <a:lnTo>
                    <a:pt x="256032" y="101853"/>
                  </a:lnTo>
                  <a:lnTo>
                    <a:pt x="240030" y="101853"/>
                  </a:lnTo>
                  <a:lnTo>
                    <a:pt x="240030" y="128650"/>
                  </a:lnTo>
                  <a:lnTo>
                    <a:pt x="282702" y="128650"/>
                  </a:lnTo>
                  <a:lnTo>
                    <a:pt x="282702" y="117982"/>
                  </a:lnTo>
                  <a:lnTo>
                    <a:pt x="266700" y="117982"/>
                  </a:lnTo>
                  <a:lnTo>
                    <a:pt x="266700" y="107187"/>
                  </a:lnTo>
                  <a:lnTo>
                    <a:pt x="282702" y="107187"/>
                  </a:lnTo>
                  <a:lnTo>
                    <a:pt x="282702" y="21462"/>
                  </a:lnTo>
                  <a:lnTo>
                    <a:pt x="258419" y="21462"/>
                  </a:lnTo>
                  <a:lnTo>
                    <a:pt x="256032" y="19050"/>
                  </a:lnTo>
                  <a:lnTo>
                    <a:pt x="256032" y="13126"/>
                  </a:lnTo>
                  <a:lnTo>
                    <a:pt x="258419" y="10667"/>
                  </a:lnTo>
                  <a:lnTo>
                    <a:pt x="279372" y="10667"/>
                  </a:lnTo>
                  <a:lnTo>
                    <a:pt x="276444" y="6302"/>
                  </a:lnTo>
                  <a:lnTo>
                    <a:pt x="269661" y="1692"/>
                  </a:lnTo>
                  <a:lnTo>
                    <a:pt x="261366" y="0"/>
                  </a:lnTo>
                  <a:close/>
                </a:path>
                <a:path w="309880" h="311150">
                  <a:moveTo>
                    <a:pt x="279372" y="10667"/>
                  </a:moveTo>
                  <a:lnTo>
                    <a:pt x="264312" y="10667"/>
                  </a:lnTo>
                  <a:lnTo>
                    <a:pt x="266700" y="13126"/>
                  </a:lnTo>
                  <a:lnTo>
                    <a:pt x="266700" y="19050"/>
                  </a:lnTo>
                  <a:lnTo>
                    <a:pt x="264312" y="21462"/>
                  </a:lnTo>
                  <a:lnTo>
                    <a:pt x="282702" y="21462"/>
                  </a:lnTo>
                  <a:lnTo>
                    <a:pt x="281022" y="13126"/>
                  </a:lnTo>
                  <a:lnTo>
                    <a:pt x="279372" y="10667"/>
                  </a:lnTo>
                  <a:close/>
                </a:path>
                <a:path w="309880" h="311150">
                  <a:moveTo>
                    <a:pt x="26670" y="0"/>
                  </a:moveTo>
                  <a:lnTo>
                    <a:pt x="16298" y="2115"/>
                  </a:lnTo>
                  <a:lnTo>
                    <a:pt x="7820" y="7874"/>
                  </a:lnTo>
                  <a:lnTo>
                    <a:pt x="2099" y="16394"/>
                  </a:lnTo>
                  <a:lnTo>
                    <a:pt x="0" y="26797"/>
                  </a:lnTo>
                  <a:lnTo>
                    <a:pt x="0" y="139318"/>
                  </a:lnTo>
                  <a:lnTo>
                    <a:pt x="21336" y="139318"/>
                  </a:lnTo>
                  <a:lnTo>
                    <a:pt x="21336" y="117982"/>
                  </a:lnTo>
                  <a:lnTo>
                    <a:pt x="53340" y="117982"/>
                  </a:lnTo>
                  <a:lnTo>
                    <a:pt x="53340" y="107187"/>
                  </a:lnTo>
                  <a:lnTo>
                    <a:pt x="21336" y="107187"/>
                  </a:lnTo>
                  <a:lnTo>
                    <a:pt x="21336" y="10667"/>
                  </a:lnTo>
                  <a:lnTo>
                    <a:pt x="47395" y="10667"/>
                  </a:lnTo>
                  <a:lnTo>
                    <a:pt x="45519" y="7874"/>
                  </a:lnTo>
                  <a:lnTo>
                    <a:pt x="37041" y="2115"/>
                  </a:lnTo>
                  <a:lnTo>
                    <a:pt x="26670" y="0"/>
                  </a:lnTo>
                  <a:close/>
                </a:path>
                <a:path w="309880" h="311150">
                  <a:moveTo>
                    <a:pt x="53340" y="117982"/>
                  </a:moveTo>
                  <a:lnTo>
                    <a:pt x="32004" y="117982"/>
                  </a:lnTo>
                  <a:lnTo>
                    <a:pt x="32004" y="139318"/>
                  </a:lnTo>
                  <a:lnTo>
                    <a:pt x="53340" y="139318"/>
                  </a:lnTo>
                  <a:lnTo>
                    <a:pt x="53340" y="117982"/>
                  </a:lnTo>
                  <a:close/>
                </a:path>
                <a:path w="309880" h="311150">
                  <a:moveTo>
                    <a:pt x="47395" y="10667"/>
                  </a:moveTo>
                  <a:lnTo>
                    <a:pt x="32004" y="10667"/>
                  </a:lnTo>
                  <a:lnTo>
                    <a:pt x="32004" y="107187"/>
                  </a:lnTo>
                  <a:lnTo>
                    <a:pt x="53340" y="107187"/>
                  </a:lnTo>
                  <a:lnTo>
                    <a:pt x="53340" y="26797"/>
                  </a:lnTo>
                  <a:lnTo>
                    <a:pt x="51240" y="16394"/>
                  </a:lnTo>
                  <a:lnTo>
                    <a:pt x="47395" y="10667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26948" y="2377465"/>
            <a:ext cx="629920" cy="629920"/>
            <a:chOff x="726948" y="2377465"/>
            <a:chExt cx="629920" cy="629920"/>
          </a:xfrm>
        </p:grpSpPr>
        <p:sp>
          <p:nvSpPr>
            <p:cNvPr id="18" name="object 18"/>
            <p:cNvSpPr/>
            <p:nvPr/>
          </p:nvSpPr>
          <p:spPr>
            <a:xfrm>
              <a:off x="898601" y="2381630"/>
              <a:ext cx="288925" cy="61594"/>
            </a:xfrm>
            <a:custGeom>
              <a:avLst/>
              <a:gdLst/>
              <a:ahLst/>
              <a:cxnLst/>
              <a:rect l="l" t="t" r="r" b="b"/>
              <a:pathLst>
                <a:path w="288925" h="61594">
                  <a:moveTo>
                    <a:pt x="143357" y="0"/>
                  </a:moveTo>
                  <a:lnTo>
                    <a:pt x="73455" y="6937"/>
                  </a:lnTo>
                  <a:lnTo>
                    <a:pt x="8343" y="26924"/>
                  </a:lnTo>
                  <a:lnTo>
                    <a:pt x="0" y="31369"/>
                  </a:lnTo>
                  <a:lnTo>
                    <a:pt x="12331" y="59817"/>
                  </a:lnTo>
                  <a:lnTo>
                    <a:pt x="20574" y="55372"/>
                  </a:lnTo>
                  <a:lnTo>
                    <a:pt x="49558" y="44918"/>
                  </a:lnTo>
                  <a:lnTo>
                    <a:pt x="79789" y="37274"/>
                  </a:lnTo>
                  <a:lnTo>
                    <a:pt x="111108" y="32583"/>
                  </a:lnTo>
                  <a:lnTo>
                    <a:pt x="143357" y="30988"/>
                  </a:lnTo>
                  <a:lnTo>
                    <a:pt x="175606" y="32583"/>
                  </a:lnTo>
                  <a:lnTo>
                    <a:pt x="206925" y="37274"/>
                  </a:lnTo>
                  <a:lnTo>
                    <a:pt x="237156" y="44918"/>
                  </a:lnTo>
                  <a:lnTo>
                    <a:pt x="266141" y="55372"/>
                  </a:lnTo>
                  <a:lnTo>
                    <a:pt x="277799" y="61595"/>
                  </a:lnTo>
                  <a:lnTo>
                    <a:pt x="288772" y="32385"/>
                  </a:lnTo>
                  <a:lnTo>
                    <a:pt x="278371" y="26924"/>
                  </a:lnTo>
                  <a:lnTo>
                    <a:pt x="246500" y="15376"/>
                  </a:lnTo>
                  <a:lnTo>
                    <a:pt x="213259" y="6937"/>
                  </a:lnTo>
                  <a:lnTo>
                    <a:pt x="178821" y="1760"/>
                  </a:lnTo>
                  <a:lnTo>
                    <a:pt x="143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6948" y="2377465"/>
              <a:ext cx="629386" cy="6293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96632" y="2447543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4">
                  <a:moveTo>
                    <a:pt x="246545" y="0"/>
                  </a:moveTo>
                  <a:lnTo>
                    <a:pt x="196859" y="5008"/>
                  </a:lnTo>
                  <a:lnTo>
                    <a:pt x="150581" y="19371"/>
                  </a:lnTo>
                  <a:lnTo>
                    <a:pt x="108702" y="42099"/>
                  </a:lnTo>
                  <a:lnTo>
                    <a:pt x="72213" y="72199"/>
                  </a:lnTo>
                  <a:lnTo>
                    <a:pt x="42107" y="108681"/>
                  </a:lnTo>
                  <a:lnTo>
                    <a:pt x="19375" y="150554"/>
                  </a:lnTo>
                  <a:lnTo>
                    <a:pt x="5009" y="196826"/>
                  </a:lnTo>
                  <a:lnTo>
                    <a:pt x="0" y="246506"/>
                  </a:lnTo>
                  <a:lnTo>
                    <a:pt x="5009" y="296229"/>
                  </a:lnTo>
                  <a:lnTo>
                    <a:pt x="19375" y="342532"/>
                  </a:lnTo>
                  <a:lnTo>
                    <a:pt x="42107" y="384428"/>
                  </a:lnTo>
                  <a:lnTo>
                    <a:pt x="72213" y="420925"/>
                  </a:lnTo>
                  <a:lnTo>
                    <a:pt x="108702" y="451035"/>
                  </a:lnTo>
                  <a:lnTo>
                    <a:pt x="150581" y="473767"/>
                  </a:lnTo>
                  <a:lnTo>
                    <a:pt x="196859" y="488132"/>
                  </a:lnTo>
                  <a:lnTo>
                    <a:pt x="246545" y="493140"/>
                  </a:lnTo>
                  <a:lnTo>
                    <a:pt x="296232" y="488132"/>
                  </a:lnTo>
                  <a:lnTo>
                    <a:pt x="342508" y="473767"/>
                  </a:lnTo>
                  <a:lnTo>
                    <a:pt x="384381" y="451035"/>
                  </a:lnTo>
                  <a:lnTo>
                    <a:pt x="420862" y="420925"/>
                  </a:lnTo>
                  <a:lnTo>
                    <a:pt x="450959" y="384428"/>
                  </a:lnTo>
                  <a:lnTo>
                    <a:pt x="473684" y="342532"/>
                  </a:lnTo>
                  <a:lnTo>
                    <a:pt x="488045" y="296229"/>
                  </a:lnTo>
                  <a:lnTo>
                    <a:pt x="493052" y="246506"/>
                  </a:lnTo>
                  <a:lnTo>
                    <a:pt x="488045" y="196826"/>
                  </a:lnTo>
                  <a:lnTo>
                    <a:pt x="473684" y="150554"/>
                  </a:lnTo>
                  <a:lnTo>
                    <a:pt x="450959" y="108681"/>
                  </a:lnTo>
                  <a:lnTo>
                    <a:pt x="420862" y="72199"/>
                  </a:lnTo>
                  <a:lnTo>
                    <a:pt x="384381" y="42099"/>
                  </a:lnTo>
                  <a:lnTo>
                    <a:pt x="342508" y="19371"/>
                  </a:lnTo>
                  <a:lnTo>
                    <a:pt x="296232" y="5008"/>
                  </a:lnTo>
                  <a:lnTo>
                    <a:pt x="246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48868" y="2572511"/>
              <a:ext cx="393065" cy="245745"/>
            </a:xfrm>
            <a:custGeom>
              <a:avLst/>
              <a:gdLst/>
              <a:ahLst/>
              <a:cxnLst/>
              <a:rect l="l" t="t" r="r" b="b"/>
              <a:pathLst>
                <a:path w="393065" h="245744">
                  <a:moveTo>
                    <a:pt x="196278" y="50291"/>
                  </a:moveTo>
                  <a:lnTo>
                    <a:pt x="175425" y="54498"/>
                  </a:lnTo>
                  <a:lnTo>
                    <a:pt x="158251" y="66516"/>
                  </a:lnTo>
                  <a:lnTo>
                    <a:pt x="146597" y="85439"/>
                  </a:lnTo>
                  <a:lnTo>
                    <a:pt x="142303" y="110362"/>
                  </a:lnTo>
                  <a:lnTo>
                    <a:pt x="144020" y="126817"/>
                  </a:lnTo>
                  <a:lnTo>
                    <a:pt x="144067" y="127263"/>
                  </a:lnTo>
                  <a:lnTo>
                    <a:pt x="149051" y="142700"/>
                  </a:lnTo>
                  <a:lnTo>
                    <a:pt x="156796" y="156065"/>
                  </a:lnTo>
                  <a:lnTo>
                    <a:pt x="166839" y="166750"/>
                  </a:lnTo>
                  <a:lnTo>
                    <a:pt x="114872" y="185765"/>
                  </a:lnTo>
                  <a:lnTo>
                    <a:pt x="87864" y="211994"/>
                  </a:lnTo>
                  <a:lnTo>
                    <a:pt x="77650" y="235223"/>
                  </a:lnTo>
                  <a:lnTo>
                    <a:pt x="76060" y="245237"/>
                  </a:lnTo>
                  <a:lnTo>
                    <a:pt x="315264" y="245237"/>
                  </a:lnTo>
                  <a:lnTo>
                    <a:pt x="314899" y="235223"/>
                  </a:lnTo>
                  <a:lnTo>
                    <a:pt x="304990" y="211994"/>
                  </a:lnTo>
                  <a:lnTo>
                    <a:pt x="277831" y="185765"/>
                  </a:lnTo>
                  <a:lnTo>
                    <a:pt x="225717" y="166750"/>
                  </a:lnTo>
                  <a:lnTo>
                    <a:pt x="235760" y="156243"/>
                  </a:lnTo>
                  <a:lnTo>
                    <a:pt x="243505" y="143176"/>
                  </a:lnTo>
                  <a:lnTo>
                    <a:pt x="248489" y="127799"/>
                  </a:lnTo>
                  <a:lnTo>
                    <a:pt x="250253" y="110362"/>
                  </a:lnTo>
                  <a:lnTo>
                    <a:pt x="245959" y="85439"/>
                  </a:lnTo>
                  <a:lnTo>
                    <a:pt x="234305" y="66516"/>
                  </a:lnTo>
                  <a:lnTo>
                    <a:pt x="217131" y="54498"/>
                  </a:lnTo>
                  <a:lnTo>
                    <a:pt x="196278" y="50291"/>
                  </a:lnTo>
                  <a:close/>
                </a:path>
                <a:path w="393065" h="245744">
                  <a:moveTo>
                    <a:pt x="112852" y="0"/>
                  </a:moveTo>
                  <a:lnTo>
                    <a:pt x="93094" y="3988"/>
                  </a:lnTo>
                  <a:lnTo>
                    <a:pt x="77128" y="15335"/>
                  </a:lnTo>
                  <a:lnTo>
                    <a:pt x="66451" y="33111"/>
                  </a:lnTo>
                  <a:lnTo>
                    <a:pt x="62560" y="56387"/>
                  </a:lnTo>
                  <a:lnTo>
                    <a:pt x="64304" y="72391"/>
                  </a:lnTo>
                  <a:lnTo>
                    <a:pt x="69154" y="86883"/>
                  </a:lnTo>
                  <a:lnTo>
                    <a:pt x="76533" y="99304"/>
                  </a:lnTo>
                  <a:lnTo>
                    <a:pt x="85864" y="109092"/>
                  </a:lnTo>
                  <a:lnTo>
                    <a:pt x="36743" y="126817"/>
                  </a:lnTo>
                  <a:lnTo>
                    <a:pt x="11195" y="151447"/>
                  </a:lnTo>
                  <a:lnTo>
                    <a:pt x="1514" y="173315"/>
                  </a:lnTo>
                  <a:lnTo>
                    <a:pt x="0" y="182752"/>
                  </a:lnTo>
                  <a:lnTo>
                    <a:pt x="88315" y="182752"/>
                  </a:lnTo>
                  <a:lnTo>
                    <a:pt x="97329" y="175383"/>
                  </a:lnTo>
                  <a:lnTo>
                    <a:pt x="107950" y="168275"/>
                  </a:lnTo>
                  <a:lnTo>
                    <a:pt x="120409" y="161643"/>
                  </a:lnTo>
                  <a:lnTo>
                    <a:pt x="134937" y="155701"/>
                  </a:lnTo>
                  <a:lnTo>
                    <a:pt x="130179" y="145349"/>
                  </a:lnTo>
                  <a:lnTo>
                    <a:pt x="130105" y="145188"/>
                  </a:lnTo>
                  <a:lnTo>
                    <a:pt x="126657" y="133985"/>
                  </a:lnTo>
                  <a:lnTo>
                    <a:pt x="124675" y="122787"/>
                  </a:lnTo>
                  <a:lnTo>
                    <a:pt x="124589" y="122304"/>
                  </a:lnTo>
                  <a:lnTo>
                    <a:pt x="134173" y="69008"/>
                  </a:lnTo>
                  <a:lnTo>
                    <a:pt x="161925" y="40512"/>
                  </a:lnTo>
                  <a:lnTo>
                    <a:pt x="155119" y="23306"/>
                  </a:lnTo>
                  <a:lnTo>
                    <a:pt x="144289" y="10588"/>
                  </a:lnTo>
                  <a:lnTo>
                    <a:pt x="130008" y="2704"/>
                  </a:lnTo>
                  <a:lnTo>
                    <a:pt x="112852" y="0"/>
                  </a:lnTo>
                  <a:close/>
                </a:path>
                <a:path w="393065" h="245744">
                  <a:moveTo>
                    <a:pt x="280911" y="0"/>
                  </a:moveTo>
                  <a:lnTo>
                    <a:pt x="264276" y="2901"/>
                  </a:lnTo>
                  <a:lnTo>
                    <a:pt x="249940" y="11207"/>
                  </a:lnTo>
                  <a:lnTo>
                    <a:pt x="238822" y="24324"/>
                  </a:lnTo>
                  <a:lnTo>
                    <a:pt x="231838" y="41655"/>
                  </a:lnTo>
                  <a:lnTo>
                    <a:pt x="246906" y="53820"/>
                  </a:lnTo>
                  <a:lnTo>
                    <a:pt x="258522" y="69627"/>
                  </a:lnTo>
                  <a:lnTo>
                    <a:pt x="265920" y="88429"/>
                  </a:lnTo>
                  <a:lnTo>
                    <a:pt x="265998" y="88626"/>
                  </a:lnTo>
                  <a:lnTo>
                    <a:pt x="268643" y="110362"/>
                  </a:lnTo>
                  <a:lnTo>
                    <a:pt x="267979" y="122304"/>
                  </a:lnTo>
                  <a:lnTo>
                    <a:pt x="267952" y="122787"/>
                  </a:lnTo>
                  <a:lnTo>
                    <a:pt x="265958" y="133985"/>
                  </a:lnTo>
                  <a:lnTo>
                    <a:pt x="265882" y="134413"/>
                  </a:lnTo>
                  <a:lnTo>
                    <a:pt x="262484" y="145188"/>
                  </a:lnTo>
                  <a:lnTo>
                    <a:pt x="262433" y="145349"/>
                  </a:lnTo>
                  <a:lnTo>
                    <a:pt x="257606" y="155701"/>
                  </a:lnTo>
                  <a:lnTo>
                    <a:pt x="271442" y="161482"/>
                  </a:lnTo>
                  <a:lnTo>
                    <a:pt x="283668" y="167846"/>
                  </a:lnTo>
                  <a:lnTo>
                    <a:pt x="294516" y="174900"/>
                  </a:lnTo>
                  <a:lnTo>
                    <a:pt x="304215" y="182752"/>
                  </a:lnTo>
                  <a:lnTo>
                    <a:pt x="392531" y="182752"/>
                  </a:lnTo>
                  <a:lnTo>
                    <a:pt x="391863" y="175383"/>
                  </a:lnTo>
                  <a:lnTo>
                    <a:pt x="391819" y="174900"/>
                  </a:lnTo>
                  <a:lnTo>
                    <a:pt x="391736" y="173976"/>
                  </a:lnTo>
                  <a:lnTo>
                    <a:pt x="382423" y="152352"/>
                  </a:lnTo>
                  <a:lnTo>
                    <a:pt x="357007" y="127513"/>
                  </a:lnTo>
                  <a:lnTo>
                    <a:pt x="307898" y="109092"/>
                  </a:lnTo>
                  <a:lnTo>
                    <a:pt x="317237" y="99482"/>
                  </a:lnTo>
                  <a:lnTo>
                    <a:pt x="324619" y="87360"/>
                  </a:lnTo>
                  <a:lnTo>
                    <a:pt x="329471" y="72927"/>
                  </a:lnTo>
                  <a:lnTo>
                    <a:pt x="331216" y="56387"/>
                  </a:lnTo>
                  <a:lnTo>
                    <a:pt x="327145" y="33111"/>
                  </a:lnTo>
                  <a:lnTo>
                    <a:pt x="316179" y="15335"/>
                  </a:lnTo>
                  <a:lnTo>
                    <a:pt x="300154" y="3988"/>
                  </a:lnTo>
                  <a:lnTo>
                    <a:pt x="280911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26948" y="3177565"/>
            <a:ext cx="629920" cy="630555"/>
            <a:chOff x="726948" y="3177565"/>
            <a:chExt cx="629920" cy="630555"/>
          </a:xfrm>
        </p:grpSpPr>
        <p:sp>
          <p:nvSpPr>
            <p:cNvPr id="23" name="object 23"/>
            <p:cNvSpPr/>
            <p:nvPr/>
          </p:nvSpPr>
          <p:spPr>
            <a:xfrm>
              <a:off x="898601" y="3182873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30">
                  <a:moveTo>
                    <a:pt x="143357" y="0"/>
                  </a:moveTo>
                  <a:lnTo>
                    <a:pt x="73455" y="6937"/>
                  </a:lnTo>
                  <a:lnTo>
                    <a:pt x="8343" y="26924"/>
                  </a:lnTo>
                  <a:lnTo>
                    <a:pt x="0" y="31368"/>
                  </a:lnTo>
                  <a:lnTo>
                    <a:pt x="12331" y="59816"/>
                  </a:lnTo>
                  <a:lnTo>
                    <a:pt x="20574" y="55372"/>
                  </a:lnTo>
                  <a:lnTo>
                    <a:pt x="49558" y="44918"/>
                  </a:lnTo>
                  <a:lnTo>
                    <a:pt x="79789" y="37274"/>
                  </a:lnTo>
                  <a:lnTo>
                    <a:pt x="111108" y="32583"/>
                  </a:lnTo>
                  <a:lnTo>
                    <a:pt x="143357" y="30987"/>
                  </a:lnTo>
                  <a:lnTo>
                    <a:pt x="175606" y="32583"/>
                  </a:lnTo>
                  <a:lnTo>
                    <a:pt x="206925" y="37274"/>
                  </a:lnTo>
                  <a:lnTo>
                    <a:pt x="237156" y="44918"/>
                  </a:lnTo>
                  <a:lnTo>
                    <a:pt x="266141" y="55372"/>
                  </a:lnTo>
                  <a:lnTo>
                    <a:pt x="277799" y="61722"/>
                  </a:lnTo>
                  <a:lnTo>
                    <a:pt x="288772" y="32512"/>
                  </a:lnTo>
                  <a:lnTo>
                    <a:pt x="278371" y="26924"/>
                  </a:lnTo>
                  <a:lnTo>
                    <a:pt x="246500" y="15376"/>
                  </a:lnTo>
                  <a:lnTo>
                    <a:pt x="213259" y="6937"/>
                  </a:lnTo>
                  <a:lnTo>
                    <a:pt x="178821" y="1760"/>
                  </a:lnTo>
                  <a:lnTo>
                    <a:pt x="143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948" y="3177565"/>
              <a:ext cx="629386" cy="6302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96632" y="3248786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545" y="0"/>
                  </a:moveTo>
                  <a:lnTo>
                    <a:pt x="196859" y="5008"/>
                  </a:lnTo>
                  <a:lnTo>
                    <a:pt x="150581" y="19371"/>
                  </a:lnTo>
                  <a:lnTo>
                    <a:pt x="108702" y="42099"/>
                  </a:lnTo>
                  <a:lnTo>
                    <a:pt x="72213" y="72199"/>
                  </a:lnTo>
                  <a:lnTo>
                    <a:pt x="42107" y="108681"/>
                  </a:lnTo>
                  <a:lnTo>
                    <a:pt x="19375" y="150554"/>
                  </a:lnTo>
                  <a:lnTo>
                    <a:pt x="5009" y="196826"/>
                  </a:lnTo>
                  <a:lnTo>
                    <a:pt x="0" y="246507"/>
                  </a:lnTo>
                  <a:lnTo>
                    <a:pt x="5009" y="296229"/>
                  </a:lnTo>
                  <a:lnTo>
                    <a:pt x="19375" y="342532"/>
                  </a:lnTo>
                  <a:lnTo>
                    <a:pt x="42107" y="384428"/>
                  </a:lnTo>
                  <a:lnTo>
                    <a:pt x="72213" y="420925"/>
                  </a:lnTo>
                  <a:lnTo>
                    <a:pt x="108702" y="451035"/>
                  </a:lnTo>
                  <a:lnTo>
                    <a:pt x="150581" y="473767"/>
                  </a:lnTo>
                  <a:lnTo>
                    <a:pt x="196859" y="488132"/>
                  </a:lnTo>
                  <a:lnTo>
                    <a:pt x="246545" y="493140"/>
                  </a:lnTo>
                  <a:lnTo>
                    <a:pt x="296232" y="488132"/>
                  </a:lnTo>
                  <a:lnTo>
                    <a:pt x="342508" y="473767"/>
                  </a:lnTo>
                  <a:lnTo>
                    <a:pt x="384381" y="451035"/>
                  </a:lnTo>
                  <a:lnTo>
                    <a:pt x="420862" y="420925"/>
                  </a:lnTo>
                  <a:lnTo>
                    <a:pt x="450959" y="384428"/>
                  </a:lnTo>
                  <a:lnTo>
                    <a:pt x="473684" y="342532"/>
                  </a:lnTo>
                  <a:lnTo>
                    <a:pt x="488045" y="296229"/>
                  </a:lnTo>
                  <a:lnTo>
                    <a:pt x="493052" y="246507"/>
                  </a:lnTo>
                  <a:lnTo>
                    <a:pt x="488045" y="196826"/>
                  </a:lnTo>
                  <a:lnTo>
                    <a:pt x="473684" y="150554"/>
                  </a:lnTo>
                  <a:lnTo>
                    <a:pt x="450959" y="108681"/>
                  </a:lnTo>
                  <a:lnTo>
                    <a:pt x="420862" y="72199"/>
                  </a:lnTo>
                  <a:lnTo>
                    <a:pt x="384381" y="42099"/>
                  </a:lnTo>
                  <a:lnTo>
                    <a:pt x="342508" y="19371"/>
                  </a:lnTo>
                  <a:lnTo>
                    <a:pt x="296232" y="5008"/>
                  </a:lnTo>
                  <a:lnTo>
                    <a:pt x="246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900684" y="3342131"/>
              <a:ext cx="288290" cy="307340"/>
            </a:xfrm>
            <a:custGeom>
              <a:avLst/>
              <a:gdLst/>
              <a:ahLst/>
              <a:cxnLst/>
              <a:rect l="l" t="t" r="r" b="b"/>
              <a:pathLst>
                <a:path w="288290" h="307339">
                  <a:moveTo>
                    <a:pt x="86601" y="138175"/>
                  </a:moveTo>
                  <a:lnTo>
                    <a:pt x="36601" y="138175"/>
                  </a:lnTo>
                  <a:lnTo>
                    <a:pt x="23373" y="140870"/>
                  </a:lnTo>
                  <a:lnTo>
                    <a:pt x="12572" y="148208"/>
                  </a:lnTo>
                  <a:lnTo>
                    <a:pt x="5286" y="159071"/>
                  </a:lnTo>
                  <a:lnTo>
                    <a:pt x="2603" y="172338"/>
                  </a:lnTo>
                  <a:lnTo>
                    <a:pt x="2603" y="306831"/>
                  </a:lnTo>
                  <a:lnTo>
                    <a:pt x="112598" y="306831"/>
                  </a:lnTo>
                  <a:lnTo>
                    <a:pt x="112598" y="263651"/>
                  </a:lnTo>
                  <a:lnTo>
                    <a:pt x="196205" y="189483"/>
                  </a:lnTo>
                  <a:lnTo>
                    <a:pt x="112699" y="189483"/>
                  </a:lnTo>
                  <a:lnTo>
                    <a:pt x="112699" y="164464"/>
                  </a:lnTo>
                  <a:lnTo>
                    <a:pt x="110648" y="154249"/>
                  </a:lnTo>
                  <a:lnTo>
                    <a:pt x="105055" y="145891"/>
                  </a:lnTo>
                  <a:lnTo>
                    <a:pt x="96760" y="140247"/>
                  </a:lnTo>
                  <a:lnTo>
                    <a:pt x="86601" y="138175"/>
                  </a:lnTo>
                  <a:close/>
                </a:path>
                <a:path w="288290" h="307339">
                  <a:moveTo>
                    <a:pt x="287797" y="105409"/>
                  </a:moveTo>
                  <a:lnTo>
                    <a:pt x="175298" y="105409"/>
                  </a:lnTo>
                  <a:lnTo>
                    <a:pt x="180847" y="131825"/>
                  </a:lnTo>
                  <a:lnTo>
                    <a:pt x="180098" y="132333"/>
                  </a:lnTo>
                  <a:lnTo>
                    <a:pt x="179349" y="132714"/>
                  </a:lnTo>
                  <a:lnTo>
                    <a:pt x="178638" y="133350"/>
                  </a:lnTo>
                  <a:lnTo>
                    <a:pt x="112699" y="189483"/>
                  </a:lnTo>
                  <a:lnTo>
                    <a:pt x="196205" y="189483"/>
                  </a:lnTo>
                  <a:lnTo>
                    <a:pt x="213385" y="174243"/>
                  </a:lnTo>
                  <a:lnTo>
                    <a:pt x="218821" y="169671"/>
                  </a:lnTo>
                  <a:lnTo>
                    <a:pt x="222186" y="162940"/>
                  </a:lnTo>
                  <a:lnTo>
                    <a:pt x="222745" y="155828"/>
                  </a:lnTo>
                  <a:lnTo>
                    <a:pt x="221688" y="145891"/>
                  </a:lnTo>
                  <a:lnTo>
                    <a:pt x="221673" y="145756"/>
                  </a:lnTo>
                  <a:lnTo>
                    <a:pt x="217127" y="137064"/>
                  </a:lnTo>
                  <a:lnTo>
                    <a:pt x="209763" y="130611"/>
                  </a:lnTo>
                  <a:lnTo>
                    <a:pt x="200240" y="127253"/>
                  </a:lnTo>
                  <a:lnTo>
                    <a:pt x="196596" y="109727"/>
                  </a:lnTo>
                  <a:lnTo>
                    <a:pt x="287797" y="109727"/>
                  </a:lnTo>
                  <a:lnTo>
                    <a:pt x="287797" y="105409"/>
                  </a:lnTo>
                  <a:close/>
                </a:path>
                <a:path w="288290" h="307339">
                  <a:moveTo>
                    <a:pt x="287797" y="109727"/>
                  </a:moveTo>
                  <a:lnTo>
                    <a:pt x="196596" y="109727"/>
                  </a:lnTo>
                  <a:lnTo>
                    <a:pt x="274243" y="139318"/>
                  </a:lnTo>
                  <a:lnTo>
                    <a:pt x="275374" y="139700"/>
                  </a:lnTo>
                  <a:lnTo>
                    <a:pt x="276580" y="139953"/>
                  </a:lnTo>
                  <a:lnTo>
                    <a:pt x="283311" y="139953"/>
                  </a:lnTo>
                  <a:lnTo>
                    <a:pt x="287794" y="135508"/>
                  </a:lnTo>
                  <a:lnTo>
                    <a:pt x="287797" y="109727"/>
                  </a:lnTo>
                  <a:close/>
                </a:path>
                <a:path w="288290" h="307339">
                  <a:moveTo>
                    <a:pt x="59702" y="0"/>
                  </a:moveTo>
                  <a:lnTo>
                    <a:pt x="17364" y="17859"/>
                  </a:lnTo>
                  <a:lnTo>
                    <a:pt x="124" y="59943"/>
                  </a:lnTo>
                  <a:lnTo>
                    <a:pt x="0" y="60578"/>
                  </a:lnTo>
                  <a:lnTo>
                    <a:pt x="4687" y="83429"/>
                  </a:lnTo>
                  <a:lnTo>
                    <a:pt x="36547" y="115746"/>
                  </a:lnTo>
                  <a:lnTo>
                    <a:pt x="59753" y="120522"/>
                  </a:lnTo>
                  <a:lnTo>
                    <a:pt x="60299" y="120522"/>
                  </a:lnTo>
                  <a:lnTo>
                    <a:pt x="83321" y="115746"/>
                  </a:lnTo>
                  <a:lnTo>
                    <a:pt x="83535" y="115746"/>
                  </a:lnTo>
                  <a:lnTo>
                    <a:pt x="102631" y="102663"/>
                  </a:lnTo>
                  <a:lnTo>
                    <a:pt x="115392" y="83429"/>
                  </a:lnTo>
                  <a:lnTo>
                    <a:pt x="119865" y="60578"/>
                  </a:lnTo>
                  <a:lnTo>
                    <a:pt x="119989" y="59943"/>
                  </a:lnTo>
                  <a:lnTo>
                    <a:pt x="115277" y="37093"/>
                  </a:lnTo>
                  <a:lnTo>
                    <a:pt x="115159" y="36522"/>
                  </a:lnTo>
                  <a:lnTo>
                    <a:pt x="102209" y="17446"/>
                  </a:lnTo>
                  <a:lnTo>
                    <a:pt x="83077" y="4633"/>
                  </a:lnTo>
                  <a:lnTo>
                    <a:pt x="59702" y="0"/>
                  </a:lnTo>
                  <a:close/>
                </a:path>
                <a:path w="288290" h="307339">
                  <a:moveTo>
                    <a:pt x="156286" y="38862"/>
                  </a:moveTo>
                  <a:lnTo>
                    <a:pt x="151168" y="42544"/>
                  </a:lnTo>
                  <a:lnTo>
                    <a:pt x="150317" y="48132"/>
                  </a:lnTo>
                  <a:lnTo>
                    <a:pt x="150228" y="48640"/>
                  </a:lnTo>
                  <a:lnTo>
                    <a:pt x="150126" y="102996"/>
                  </a:lnTo>
                  <a:lnTo>
                    <a:pt x="154546" y="107568"/>
                  </a:lnTo>
                  <a:lnTo>
                    <a:pt x="161747" y="107568"/>
                  </a:lnTo>
                  <a:lnTo>
                    <a:pt x="175298" y="105409"/>
                  </a:lnTo>
                  <a:lnTo>
                    <a:pt x="287797" y="105409"/>
                  </a:lnTo>
                  <a:lnTo>
                    <a:pt x="287804" y="42925"/>
                  </a:lnTo>
                  <a:lnTo>
                    <a:pt x="182041" y="42925"/>
                  </a:lnTo>
                  <a:lnTo>
                    <a:pt x="156286" y="38862"/>
                  </a:lnTo>
                  <a:close/>
                </a:path>
                <a:path w="288290" h="307339">
                  <a:moveTo>
                    <a:pt x="277406" y="6603"/>
                  </a:moveTo>
                  <a:lnTo>
                    <a:pt x="182041" y="42925"/>
                  </a:lnTo>
                  <a:lnTo>
                    <a:pt x="287804" y="42925"/>
                  </a:lnTo>
                  <a:lnTo>
                    <a:pt x="287807" y="13842"/>
                  </a:lnTo>
                  <a:lnTo>
                    <a:pt x="286219" y="10794"/>
                  </a:lnTo>
                  <a:lnTo>
                    <a:pt x="280835" y="6984"/>
                  </a:lnTo>
                  <a:lnTo>
                    <a:pt x="277406" y="6603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26948" y="3979189"/>
            <a:ext cx="629920" cy="629920"/>
            <a:chOff x="726948" y="3979189"/>
            <a:chExt cx="629920" cy="629920"/>
          </a:xfrm>
        </p:grpSpPr>
        <p:sp>
          <p:nvSpPr>
            <p:cNvPr id="28" name="object 28"/>
            <p:cNvSpPr/>
            <p:nvPr/>
          </p:nvSpPr>
          <p:spPr>
            <a:xfrm>
              <a:off x="898601" y="3984116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29">
                  <a:moveTo>
                    <a:pt x="143357" y="0"/>
                  </a:moveTo>
                  <a:lnTo>
                    <a:pt x="73455" y="6984"/>
                  </a:lnTo>
                  <a:lnTo>
                    <a:pt x="8343" y="26923"/>
                  </a:lnTo>
                  <a:lnTo>
                    <a:pt x="0" y="31368"/>
                  </a:lnTo>
                  <a:lnTo>
                    <a:pt x="12331" y="59816"/>
                  </a:lnTo>
                  <a:lnTo>
                    <a:pt x="20574" y="55498"/>
                  </a:lnTo>
                  <a:lnTo>
                    <a:pt x="49558" y="45025"/>
                  </a:lnTo>
                  <a:lnTo>
                    <a:pt x="79789" y="37337"/>
                  </a:lnTo>
                  <a:lnTo>
                    <a:pt x="111108" y="32603"/>
                  </a:lnTo>
                  <a:lnTo>
                    <a:pt x="143357" y="30987"/>
                  </a:lnTo>
                  <a:lnTo>
                    <a:pt x="175606" y="32603"/>
                  </a:lnTo>
                  <a:lnTo>
                    <a:pt x="206925" y="37337"/>
                  </a:lnTo>
                  <a:lnTo>
                    <a:pt x="237156" y="45025"/>
                  </a:lnTo>
                  <a:lnTo>
                    <a:pt x="266141" y="55498"/>
                  </a:lnTo>
                  <a:lnTo>
                    <a:pt x="277799" y="61721"/>
                  </a:lnTo>
                  <a:lnTo>
                    <a:pt x="288772" y="32511"/>
                  </a:lnTo>
                  <a:lnTo>
                    <a:pt x="278371" y="26923"/>
                  </a:lnTo>
                  <a:lnTo>
                    <a:pt x="246500" y="15430"/>
                  </a:lnTo>
                  <a:lnTo>
                    <a:pt x="213259" y="6984"/>
                  </a:lnTo>
                  <a:lnTo>
                    <a:pt x="178821" y="1777"/>
                  </a:lnTo>
                  <a:lnTo>
                    <a:pt x="143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948" y="3979189"/>
              <a:ext cx="629386" cy="62989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96632" y="4050029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545" y="0"/>
                  </a:moveTo>
                  <a:lnTo>
                    <a:pt x="196859" y="5008"/>
                  </a:lnTo>
                  <a:lnTo>
                    <a:pt x="150581" y="19373"/>
                  </a:lnTo>
                  <a:lnTo>
                    <a:pt x="108702" y="42105"/>
                  </a:lnTo>
                  <a:lnTo>
                    <a:pt x="72213" y="72215"/>
                  </a:lnTo>
                  <a:lnTo>
                    <a:pt x="42107" y="108712"/>
                  </a:lnTo>
                  <a:lnTo>
                    <a:pt x="19375" y="150608"/>
                  </a:lnTo>
                  <a:lnTo>
                    <a:pt x="5009" y="196911"/>
                  </a:lnTo>
                  <a:lnTo>
                    <a:pt x="0" y="246634"/>
                  </a:lnTo>
                  <a:lnTo>
                    <a:pt x="5009" y="296314"/>
                  </a:lnTo>
                  <a:lnTo>
                    <a:pt x="19375" y="342586"/>
                  </a:lnTo>
                  <a:lnTo>
                    <a:pt x="42107" y="384459"/>
                  </a:lnTo>
                  <a:lnTo>
                    <a:pt x="72213" y="420941"/>
                  </a:lnTo>
                  <a:lnTo>
                    <a:pt x="108702" y="451041"/>
                  </a:lnTo>
                  <a:lnTo>
                    <a:pt x="150581" y="473769"/>
                  </a:lnTo>
                  <a:lnTo>
                    <a:pt x="196859" y="488132"/>
                  </a:lnTo>
                  <a:lnTo>
                    <a:pt x="246545" y="493141"/>
                  </a:lnTo>
                  <a:lnTo>
                    <a:pt x="296232" y="488132"/>
                  </a:lnTo>
                  <a:lnTo>
                    <a:pt x="342508" y="473769"/>
                  </a:lnTo>
                  <a:lnTo>
                    <a:pt x="384381" y="451041"/>
                  </a:lnTo>
                  <a:lnTo>
                    <a:pt x="420862" y="420941"/>
                  </a:lnTo>
                  <a:lnTo>
                    <a:pt x="450959" y="384459"/>
                  </a:lnTo>
                  <a:lnTo>
                    <a:pt x="473684" y="342586"/>
                  </a:lnTo>
                  <a:lnTo>
                    <a:pt x="488045" y="296314"/>
                  </a:lnTo>
                  <a:lnTo>
                    <a:pt x="493052" y="246634"/>
                  </a:lnTo>
                  <a:lnTo>
                    <a:pt x="488045" y="196911"/>
                  </a:lnTo>
                  <a:lnTo>
                    <a:pt x="473684" y="150608"/>
                  </a:lnTo>
                  <a:lnTo>
                    <a:pt x="450959" y="108712"/>
                  </a:lnTo>
                  <a:lnTo>
                    <a:pt x="420862" y="72215"/>
                  </a:lnTo>
                  <a:lnTo>
                    <a:pt x="384381" y="42105"/>
                  </a:lnTo>
                  <a:lnTo>
                    <a:pt x="342508" y="19373"/>
                  </a:lnTo>
                  <a:lnTo>
                    <a:pt x="296232" y="5008"/>
                  </a:lnTo>
                  <a:lnTo>
                    <a:pt x="246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680" y="4147819"/>
              <a:ext cx="347980" cy="296545"/>
            </a:xfrm>
            <a:custGeom>
              <a:avLst/>
              <a:gdLst/>
              <a:ahLst/>
              <a:cxnLst/>
              <a:rect l="l" t="t" r="r" b="b"/>
              <a:pathLst>
                <a:path w="347980" h="296545">
                  <a:moveTo>
                    <a:pt x="304253" y="113030"/>
                  </a:moveTo>
                  <a:lnTo>
                    <a:pt x="62179" y="113030"/>
                  </a:lnTo>
                  <a:lnTo>
                    <a:pt x="62179" y="74930"/>
                  </a:lnTo>
                  <a:lnTo>
                    <a:pt x="100101" y="74930"/>
                  </a:lnTo>
                  <a:lnTo>
                    <a:pt x="100101" y="112395"/>
                  </a:lnTo>
                  <a:lnTo>
                    <a:pt x="117729" y="112395"/>
                  </a:lnTo>
                  <a:lnTo>
                    <a:pt x="117729" y="74930"/>
                  </a:lnTo>
                  <a:lnTo>
                    <a:pt x="155651" y="74930"/>
                  </a:lnTo>
                  <a:lnTo>
                    <a:pt x="155651" y="112395"/>
                  </a:lnTo>
                  <a:lnTo>
                    <a:pt x="174180" y="112395"/>
                  </a:lnTo>
                  <a:lnTo>
                    <a:pt x="174180" y="0"/>
                  </a:lnTo>
                  <a:lnTo>
                    <a:pt x="155651" y="0"/>
                  </a:lnTo>
                  <a:lnTo>
                    <a:pt x="155651" y="19050"/>
                  </a:lnTo>
                  <a:lnTo>
                    <a:pt x="155651" y="57150"/>
                  </a:lnTo>
                  <a:lnTo>
                    <a:pt x="117729" y="57150"/>
                  </a:lnTo>
                  <a:lnTo>
                    <a:pt x="117729" y="19050"/>
                  </a:lnTo>
                  <a:lnTo>
                    <a:pt x="155651" y="19050"/>
                  </a:lnTo>
                  <a:lnTo>
                    <a:pt x="155651" y="0"/>
                  </a:lnTo>
                  <a:lnTo>
                    <a:pt x="100101" y="0"/>
                  </a:lnTo>
                  <a:lnTo>
                    <a:pt x="100101" y="19050"/>
                  </a:lnTo>
                  <a:lnTo>
                    <a:pt x="100101" y="57150"/>
                  </a:lnTo>
                  <a:lnTo>
                    <a:pt x="62179" y="57150"/>
                  </a:lnTo>
                  <a:lnTo>
                    <a:pt x="62179" y="19050"/>
                  </a:lnTo>
                  <a:lnTo>
                    <a:pt x="100101" y="19050"/>
                  </a:lnTo>
                  <a:lnTo>
                    <a:pt x="100101" y="0"/>
                  </a:lnTo>
                  <a:lnTo>
                    <a:pt x="42773" y="0"/>
                  </a:lnTo>
                  <a:lnTo>
                    <a:pt x="42773" y="19050"/>
                  </a:lnTo>
                  <a:lnTo>
                    <a:pt x="42773" y="57150"/>
                  </a:lnTo>
                  <a:lnTo>
                    <a:pt x="42773" y="276860"/>
                  </a:lnTo>
                  <a:lnTo>
                    <a:pt x="84226" y="276860"/>
                  </a:lnTo>
                  <a:lnTo>
                    <a:pt x="84226" y="242570"/>
                  </a:lnTo>
                  <a:lnTo>
                    <a:pt x="132727" y="242570"/>
                  </a:lnTo>
                  <a:lnTo>
                    <a:pt x="132727" y="276352"/>
                  </a:lnTo>
                  <a:lnTo>
                    <a:pt x="214744" y="276352"/>
                  </a:lnTo>
                  <a:lnTo>
                    <a:pt x="214744" y="242570"/>
                  </a:lnTo>
                  <a:lnTo>
                    <a:pt x="263245" y="242570"/>
                  </a:lnTo>
                  <a:lnTo>
                    <a:pt x="263245" y="276352"/>
                  </a:lnTo>
                  <a:lnTo>
                    <a:pt x="304253" y="276352"/>
                  </a:lnTo>
                  <a:lnTo>
                    <a:pt x="304253" y="130048"/>
                  </a:lnTo>
                  <a:lnTo>
                    <a:pt x="286181" y="130048"/>
                  </a:lnTo>
                  <a:lnTo>
                    <a:pt x="286181" y="167640"/>
                  </a:lnTo>
                  <a:lnTo>
                    <a:pt x="286181" y="185420"/>
                  </a:lnTo>
                  <a:lnTo>
                    <a:pt x="286181" y="223520"/>
                  </a:lnTo>
                  <a:lnTo>
                    <a:pt x="247815" y="223520"/>
                  </a:lnTo>
                  <a:lnTo>
                    <a:pt x="247815" y="185420"/>
                  </a:lnTo>
                  <a:lnTo>
                    <a:pt x="286181" y="185420"/>
                  </a:lnTo>
                  <a:lnTo>
                    <a:pt x="286181" y="167640"/>
                  </a:lnTo>
                  <a:lnTo>
                    <a:pt x="247815" y="167640"/>
                  </a:lnTo>
                  <a:lnTo>
                    <a:pt x="247815" y="130048"/>
                  </a:lnTo>
                  <a:lnTo>
                    <a:pt x="230174" y="130048"/>
                  </a:lnTo>
                  <a:lnTo>
                    <a:pt x="230174" y="167640"/>
                  </a:lnTo>
                  <a:lnTo>
                    <a:pt x="230174" y="185420"/>
                  </a:lnTo>
                  <a:lnTo>
                    <a:pt x="230174" y="223520"/>
                  </a:lnTo>
                  <a:lnTo>
                    <a:pt x="192252" y="223520"/>
                  </a:lnTo>
                  <a:lnTo>
                    <a:pt x="192252" y="185420"/>
                  </a:lnTo>
                  <a:lnTo>
                    <a:pt x="230174" y="185420"/>
                  </a:lnTo>
                  <a:lnTo>
                    <a:pt x="230174" y="167640"/>
                  </a:lnTo>
                  <a:lnTo>
                    <a:pt x="192252" y="167640"/>
                  </a:lnTo>
                  <a:lnTo>
                    <a:pt x="192252" y="130048"/>
                  </a:lnTo>
                  <a:lnTo>
                    <a:pt x="155651" y="130048"/>
                  </a:lnTo>
                  <a:lnTo>
                    <a:pt x="155651" y="167640"/>
                  </a:lnTo>
                  <a:lnTo>
                    <a:pt x="155651" y="185420"/>
                  </a:lnTo>
                  <a:lnTo>
                    <a:pt x="155651" y="223520"/>
                  </a:lnTo>
                  <a:lnTo>
                    <a:pt x="117729" y="223520"/>
                  </a:lnTo>
                  <a:lnTo>
                    <a:pt x="117729" y="185420"/>
                  </a:lnTo>
                  <a:lnTo>
                    <a:pt x="155651" y="185420"/>
                  </a:lnTo>
                  <a:lnTo>
                    <a:pt x="155651" y="167640"/>
                  </a:lnTo>
                  <a:lnTo>
                    <a:pt x="117729" y="167640"/>
                  </a:lnTo>
                  <a:lnTo>
                    <a:pt x="117729" y="130048"/>
                  </a:lnTo>
                  <a:lnTo>
                    <a:pt x="100101" y="130048"/>
                  </a:lnTo>
                  <a:lnTo>
                    <a:pt x="100101" y="167640"/>
                  </a:lnTo>
                  <a:lnTo>
                    <a:pt x="100101" y="185420"/>
                  </a:lnTo>
                  <a:lnTo>
                    <a:pt x="100101" y="223520"/>
                  </a:lnTo>
                  <a:lnTo>
                    <a:pt x="62179" y="223520"/>
                  </a:lnTo>
                  <a:lnTo>
                    <a:pt x="62179" y="185420"/>
                  </a:lnTo>
                  <a:lnTo>
                    <a:pt x="100101" y="185420"/>
                  </a:lnTo>
                  <a:lnTo>
                    <a:pt x="100101" y="167640"/>
                  </a:lnTo>
                  <a:lnTo>
                    <a:pt x="62179" y="167640"/>
                  </a:lnTo>
                  <a:lnTo>
                    <a:pt x="62179" y="129540"/>
                  </a:lnTo>
                  <a:lnTo>
                    <a:pt x="304253" y="129540"/>
                  </a:lnTo>
                  <a:lnTo>
                    <a:pt x="304253" y="113030"/>
                  </a:lnTo>
                  <a:close/>
                </a:path>
                <a:path w="347980" h="296545">
                  <a:moveTo>
                    <a:pt x="347472" y="277241"/>
                  </a:moveTo>
                  <a:lnTo>
                    <a:pt x="0" y="277241"/>
                  </a:lnTo>
                  <a:lnTo>
                    <a:pt x="0" y="296164"/>
                  </a:lnTo>
                  <a:lnTo>
                    <a:pt x="347472" y="296164"/>
                  </a:lnTo>
                  <a:lnTo>
                    <a:pt x="347472" y="277241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26948" y="4780813"/>
            <a:ext cx="629920" cy="629920"/>
            <a:chOff x="726948" y="4780813"/>
            <a:chExt cx="629920" cy="629920"/>
          </a:xfrm>
        </p:grpSpPr>
        <p:sp>
          <p:nvSpPr>
            <p:cNvPr id="33" name="object 33"/>
            <p:cNvSpPr/>
            <p:nvPr/>
          </p:nvSpPr>
          <p:spPr>
            <a:xfrm>
              <a:off x="898601" y="4785359"/>
              <a:ext cx="288925" cy="62230"/>
            </a:xfrm>
            <a:custGeom>
              <a:avLst/>
              <a:gdLst/>
              <a:ahLst/>
              <a:cxnLst/>
              <a:rect l="l" t="t" r="r" b="b"/>
              <a:pathLst>
                <a:path w="288925" h="62229">
                  <a:moveTo>
                    <a:pt x="143357" y="0"/>
                  </a:moveTo>
                  <a:lnTo>
                    <a:pt x="73455" y="6984"/>
                  </a:lnTo>
                  <a:lnTo>
                    <a:pt x="8343" y="26923"/>
                  </a:lnTo>
                  <a:lnTo>
                    <a:pt x="0" y="31368"/>
                  </a:lnTo>
                  <a:lnTo>
                    <a:pt x="12331" y="59816"/>
                  </a:lnTo>
                  <a:lnTo>
                    <a:pt x="20574" y="55498"/>
                  </a:lnTo>
                  <a:lnTo>
                    <a:pt x="49558" y="45025"/>
                  </a:lnTo>
                  <a:lnTo>
                    <a:pt x="79789" y="37337"/>
                  </a:lnTo>
                  <a:lnTo>
                    <a:pt x="111108" y="32603"/>
                  </a:lnTo>
                  <a:lnTo>
                    <a:pt x="143357" y="30987"/>
                  </a:lnTo>
                  <a:lnTo>
                    <a:pt x="175606" y="32603"/>
                  </a:lnTo>
                  <a:lnTo>
                    <a:pt x="206925" y="37337"/>
                  </a:lnTo>
                  <a:lnTo>
                    <a:pt x="237156" y="45025"/>
                  </a:lnTo>
                  <a:lnTo>
                    <a:pt x="266141" y="55498"/>
                  </a:lnTo>
                  <a:lnTo>
                    <a:pt x="277799" y="61721"/>
                  </a:lnTo>
                  <a:lnTo>
                    <a:pt x="288772" y="32512"/>
                  </a:lnTo>
                  <a:lnTo>
                    <a:pt x="278371" y="26923"/>
                  </a:lnTo>
                  <a:lnTo>
                    <a:pt x="246500" y="15430"/>
                  </a:lnTo>
                  <a:lnTo>
                    <a:pt x="213259" y="6984"/>
                  </a:lnTo>
                  <a:lnTo>
                    <a:pt x="178821" y="1777"/>
                  </a:lnTo>
                  <a:lnTo>
                    <a:pt x="1433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6948" y="4780813"/>
              <a:ext cx="629386" cy="62951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96632" y="4851272"/>
              <a:ext cx="493395" cy="493395"/>
            </a:xfrm>
            <a:custGeom>
              <a:avLst/>
              <a:gdLst/>
              <a:ahLst/>
              <a:cxnLst/>
              <a:rect l="l" t="t" r="r" b="b"/>
              <a:pathLst>
                <a:path w="493394" h="493395">
                  <a:moveTo>
                    <a:pt x="246545" y="0"/>
                  </a:moveTo>
                  <a:lnTo>
                    <a:pt x="196859" y="5013"/>
                  </a:lnTo>
                  <a:lnTo>
                    <a:pt x="150581" y="19391"/>
                  </a:lnTo>
                  <a:lnTo>
                    <a:pt x="108702" y="42139"/>
                  </a:lnTo>
                  <a:lnTo>
                    <a:pt x="72213" y="72262"/>
                  </a:lnTo>
                  <a:lnTo>
                    <a:pt x="42107" y="108768"/>
                  </a:lnTo>
                  <a:lnTo>
                    <a:pt x="19375" y="150661"/>
                  </a:lnTo>
                  <a:lnTo>
                    <a:pt x="5009" y="196948"/>
                  </a:lnTo>
                  <a:lnTo>
                    <a:pt x="0" y="246633"/>
                  </a:lnTo>
                  <a:lnTo>
                    <a:pt x="5009" y="296314"/>
                  </a:lnTo>
                  <a:lnTo>
                    <a:pt x="19375" y="342586"/>
                  </a:lnTo>
                  <a:lnTo>
                    <a:pt x="42107" y="384459"/>
                  </a:lnTo>
                  <a:lnTo>
                    <a:pt x="72213" y="420941"/>
                  </a:lnTo>
                  <a:lnTo>
                    <a:pt x="108702" y="451041"/>
                  </a:lnTo>
                  <a:lnTo>
                    <a:pt x="150581" y="473769"/>
                  </a:lnTo>
                  <a:lnTo>
                    <a:pt x="196859" y="488132"/>
                  </a:lnTo>
                  <a:lnTo>
                    <a:pt x="246545" y="493140"/>
                  </a:lnTo>
                  <a:lnTo>
                    <a:pt x="296232" y="488132"/>
                  </a:lnTo>
                  <a:lnTo>
                    <a:pt x="342508" y="473769"/>
                  </a:lnTo>
                  <a:lnTo>
                    <a:pt x="384381" y="451041"/>
                  </a:lnTo>
                  <a:lnTo>
                    <a:pt x="420862" y="420941"/>
                  </a:lnTo>
                  <a:lnTo>
                    <a:pt x="450959" y="384459"/>
                  </a:lnTo>
                  <a:lnTo>
                    <a:pt x="473684" y="342586"/>
                  </a:lnTo>
                  <a:lnTo>
                    <a:pt x="488045" y="296314"/>
                  </a:lnTo>
                  <a:lnTo>
                    <a:pt x="493052" y="246633"/>
                  </a:lnTo>
                  <a:lnTo>
                    <a:pt x="488045" y="196948"/>
                  </a:lnTo>
                  <a:lnTo>
                    <a:pt x="473684" y="150661"/>
                  </a:lnTo>
                  <a:lnTo>
                    <a:pt x="450959" y="108768"/>
                  </a:lnTo>
                  <a:lnTo>
                    <a:pt x="420862" y="72262"/>
                  </a:lnTo>
                  <a:lnTo>
                    <a:pt x="384381" y="42139"/>
                  </a:lnTo>
                  <a:lnTo>
                    <a:pt x="342508" y="19391"/>
                  </a:lnTo>
                  <a:lnTo>
                    <a:pt x="296232" y="5013"/>
                  </a:lnTo>
                  <a:lnTo>
                    <a:pt x="246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880872" y="4936235"/>
              <a:ext cx="325120" cy="323215"/>
            </a:xfrm>
            <a:custGeom>
              <a:avLst/>
              <a:gdLst/>
              <a:ahLst/>
              <a:cxnLst/>
              <a:rect l="l" t="t" r="r" b="b"/>
              <a:pathLst>
                <a:path w="325119" h="323214">
                  <a:moveTo>
                    <a:pt x="270509" y="0"/>
                  </a:moveTo>
                  <a:lnTo>
                    <a:pt x="180340" y="0"/>
                  </a:lnTo>
                  <a:lnTo>
                    <a:pt x="0" y="179450"/>
                  </a:lnTo>
                  <a:lnTo>
                    <a:pt x="144272" y="323088"/>
                  </a:lnTo>
                  <a:lnTo>
                    <a:pt x="216382" y="251332"/>
                  </a:lnTo>
                  <a:lnTo>
                    <a:pt x="155307" y="251332"/>
                  </a:lnTo>
                  <a:lnTo>
                    <a:pt x="155511" y="230250"/>
                  </a:lnTo>
                  <a:lnTo>
                    <a:pt x="144255" y="229514"/>
                  </a:lnTo>
                  <a:lnTo>
                    <a:pt x="133108" y="227599"/>
                  </a:lnTo>
                  <a:lnTo>
                    <a:pt x="122743" y="224661"/>
                  </a:lnTo>
                  <a:lnTo>
                    <a:pt x="113830" y="220852"/>
                  </a:lnTo>
                  <a:lnTo>
                    <a:pt x="120624" y="208152"/>
                  </a:lnTo>
                  <a:lnTo>
                    <a:pt x="185352" y="208152"/>
                  </a:lnTo>
                  <a:lnTo>
                    <a:pt x="191335" y="202291"/>
                  </a:lnTo>
                  <a:lnTo>
                    <a:pt x="193954" y="192531"/>
                  </a:lnTo>
                  <a:lnTo>
                    <a:pt x="192756" y="185447"/>
                  </a:lnTo>
                  <a:lnTo>
                    <a:pt x="188210" y="178911"/>
                  </a:lnTo>
                  <a:lnTo>
                    <a:pt x="178888" y="172708"/>
                  </a:lnTo>
                  <a:lnTo>
                    <a:pt x="163360" y="166624"/>
                  </a:lnTo>
                  <a:lnTo>
                    <a:pt x="147997" y="161091"/>
                  </a:lnTo>
                  <a:lnTo>
                    <a:pt x="134483" y="153415"/>
                  </a:lnTo>
                  <a:lnTo>
                    <a:pt x="124869" y="142692"/>
                  </a:lnTo>
                  <a:lnTo>
                    <a:pt x="121208" y="128015"/>
                  </a:lnTo>
                  <a:lnTo>
                    <a:pt x="123347" y="117088"/>
                  </a:lnTo>
                  <a:lnTo>
                    <a:pt x="129879" y="106981"/>
                  </a:lnTo>
                  <a:lnTo>
                    <a:pt x="140979" y="98851"/>
                  </a:lnTo>
                  <a:lnTo>
                    <a:pt x="156819" y="93852"/>
                  </a:lnTo>
                  <a:lnTo>
                    <a:pt x="157034" y="71881"/>
                  </a:lnTo>
                  <a:lnTo>
                    <a:pt x="271144" y="71881"/>
                  </a:lnTo>
                  <a:lnTo>
                    <a:pt x="263491" y="70350"/>
                  </a:lnTo>
                  <a:lnTo>
                    <a:pt x="257759" y="66516"/>
                  </a:lnTo>
                  <a:lnTo>
                    <a:pt x="253893" y="60825"/>
                  </a:lnTo>
                  <a:lnTo>
                    <a:pt x="252475" y="53847"/>
                  </a:lnTo>
                  <a:lnTo>
                    <a:pt x="253893" y="46870"/>
                  </a:lnTo>
                  <a:lnTo>
                    <a:pt x="257759" y="41179"/>
                  </a:lnTo>
                  <a:lnTo>
                    <a:pt x="263491" y="37345"/>
                  </a:lnTo>
                  <a:lnTo>
                    <a:pt x="270509" y="35940"/>
                  </a:lnTo>
                  <a:lnTo>
                    <a:pt x="306620" y="35940"/>
                  </a:lnTo>
                  <a:lnTo>
                    <a:pt x="270509" y="0"/>
                  </a:lnTo>
                  <a:close/>
                </a:path>
                <a:path w="325119" h="323214">
                  <a:moveTo>
                    <a:pt x="169494" y="107187"/>
                  </a:moveTo>
                  <a:lnTo>
                    <a:pt x="155792" y="108727"/>
                  </a:lnTo>
                  <a:lnTo>
                    <a:pt x="145087" y="113030"/>
                  </a:lnTo>
                  <a:lnTo>
                    <a:pt x="138122" y="119618"/>
                  </a:lnTo>
                  <a:lnTo>
                    <a:pt x="135636" y="128015"/>
                  </a:lnTo>
                  <a:lnTo>
                    <a:pt x="136903" y="134566"/>
                  </a:lnTo>
                  <a:lnTo>
                    <a:pt x="141685" y="140795"/>
                  </a:lnTo>
                  <a:lnTo>
                    <a:pt x="151457" y="146857"/>
                  </a:lnTo>
                  <a:lnTo>
                    <a:pt x="182556" y="158527"/>
                  </a:lnTo>
                  <a:lnTo>
                    <a:pt x="195599" y="166338"/>
                  </a:lnTo>
                  <a:lnTo>
                    <a:pt x="204859" y="177339"/>
                  </a:lnTo>
                  <a:lnTo>
                    <a:pt x="208381" y="192531"/>
                  </a:lnTo>
                  <a:lnTo>
                    <a:pt x="206323" y="204053"/>
                  </a:lnTo>
                  <a:lnTo>
                    <a:pt x="199691" y="214979"/>
                  </a:lnTo>
                  <a:lnTo>
                    <a:pt x="187796" y="223857"/>
                  </a:lnTo>
                  <a:lnTo>
                    <a:pt x="169951" y="229234"/>
                  </a:lnTo>
                  <a:lnTo>
                    <a:pt x="169735" y="251332"/>
                  </a:lnTo>
                  <a:lnTo>
                    <a:pt x="216382" y="251332"/>
                  </a:lnTo>
                  <a:lnTo>
                    <a:pt x="324612" y="143637"/>
                  </a:lnTo>
                  <a:lnTo>
                    <a:pt x="324612" y="112902"/>
                  </a:lnTo>
                  <a:lnTo>
                    <a:pt x="199428" y="112902"/>
                  </a:lnTo>
                  <a:lnTo>
                    <a:pt x="195404" y="111313"/>
                  </a:lnTo>
                  <a:lnTo>
                    <a:pt x="188995" y="109426"/>
                  </a:lnTo>
                  <a:lnTo>
                    <a:pt x="180318" y="107848"/>
                  </a:lnTo>
                  <a:lnTo>
                    <a:pt x="169494" y="107187"/>
                  </a:lnTo>
                  <a:close/>
                </a:path>
                <a:path w="325119" h="323214">
                  <a:moveTo>
                    <a:pt x="185352" y="208152"/>
                  </a:moveTo>
                  <a:lnTo>
                    <a:pt x="120624" y="208152"/>
                  </a:lnTo>
                  <a:lnTo>
                    <a:pt x="127209" y="210970"/>
                  </a:lnTo>
                  <a:lnTo>
                    <a:pt x="135715" y="213455"/>
                  </a:lnTo>
                  <a:lnTo>
                    <a:pt x="145588" y="215225"/>
                  </a:lnTo>
                  <a:lnTo>
                    <a:pt x="156273" y="215900"/>
                  </a:lnTo>
                  <a:lnTo>
                    <a:pt x="171965" y="214284"/>
                  </a:lnTo>
                  <a:lnTo>
                    <a:pt x="183829" y="209645"/>
                  </a:lnTo>
                  <a:lnTo>
                    <a:pt x="185352" y="208152"/>
                  </a:lnTo>
                  <a:close/>
                </a:path>
                <a:path w="325119" h="323214">
                  <a:moveTo>
                    <a:pt x="306620" y="35940"/>
                  </a:moveTo>
                  <a:lnTo>
                    <a:pt x="270509" y="35940"/>
                  </a:lnTo>
                  <a:lnTo>
                    <a:pt x="277528" y="37345"/>
                  </a:lnTo>
                  <a:lnTo>
                    <a:pt x="283260" y="41179"/>
                  </a:lnTo>
                  <a:lnTo>
                    <a:pt x="287126" y="46870"/>
                  </a:lnTo>
                  <a:lnTo>
                    <a:pt x="288544" y="53847"/>
                  </a:lnTo>
                  <a:lnTo>
                    <a:pt x="287126" y="60825"/>
                  </a:lnTo>
                  <a:lnTo>
                    <a:pt x="283260" y="66516"/>
                  </a:lnTo>
                  <a:lnTo>
                    <a:pt x="277528" y="70350"/>
                  </a:lnTo>
                  <a:lnTo>
                    <a:pt x="269875" y="71881"/>
                  </a:lnTo>
                  <a:lnTo>
                    <a:pt x="171462" y="71881"/>
                  </a:lnTo>
                  <a:lnTo>
                    <a:pt x="171259" y="92837"/>
                  </a:lnTo>
                  <a:lnTo>
                    <a:pt x="184322" y="93852"/>
                  </a:lnTo>
                  <a:lnTo>
                    <a:pt x="183556" y="93852"/>
                  </a:lnTo>
                  <a:lnTo>
                    <a:pt x="192706" y="95583"/>
                  </a:lnTo>
                  <a:lnTo>
                    <a:pt x="200234" y="97819"/>
                  </a:lnTo>
                  <a:lnTo>
                    <a:pt x="205524" y="99949"/>
                  </a:lnTo>
                  <a:lnTo>
                    <a:pt x="199428" y="112902"/>
                  </a:lnTo>
                  <a:lnTo>
                    <a:pt x="324612" y="112902"/>
                  </a:lnTo>
                  <a:lnTo>
                    <a:pt x="324612" y="53847"/>
                  </a:lnTo>
                  <a:lnTo>
                    <a:pt x="306620" y="3594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Investment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Concept</a:t>
            </a:r>
            <a:r>
              <a:rPr spc="-45" dirty="0"/>
              <a:t> </a:t>
            </a:r>
            <a:r>
              <a:rPr spc="-10" dirty="0"/>
              <a:t>Funding(2/3)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3250" y="1027620"/>
            <a:ext cx="10987405" cy="5470525"/>
            <a:chOff x="603250" y="1027620"/>
            <a:chExt cx="10987405" cy="5470525"/>
          </a:xfrm>
        </p:grpSpPr>
        <p:sp>
          <p:nvSpPr>
            <p:cNvPr id="4" name="object 4"/>
            <p:cNvSpPr/>
            <p:nvPr/>
          </p:nvSpPr>
          <p:spPr>
            <a:xfrm>
              <a:off x="609600" y="1032383"/>
              <a:ext cx="4561205" cy="461645"/>
            </a:xfrm>
            <a:custGeom>
              <a:avLst/>
              <a:gdLst/>
              <a:ahLst/>
              <a:cxnLst/>
              <a:rect l="l" t="t" r="r" b="b"/>
              <a:pathLst>
                <a:path w="4561205" h="461644">
                  <a:moveTo>
                    <a:pt x="4561205" y="0"/>
                  </a:moveTo>
                  <a:lnTo>
                    <a:pt x="0" y="0"/>
                  </a:lnTo>
                  <a:lnTo>
                    <a:pt x="0" y="461137"/>
                  </a:lnTo>
                  <a:lnTo>
                    <a:pt x="4561205" y="461137"/>
                  </a:lnTo>
                  <a:lnTo>
                    <a:pt x="4561205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170805" y="1032382"/>
              <a:ext cx="6411595" cy="461645"/>
            </a:xfrm>
            <a:custGeom>
              <a:avLst/>
              <a:gdLst/>
              <a:ahLst/>
              <a:cxnLst/>
              <a:rect l="l" t="t" r="r" b="b"/>
              <a:pathLst>
                <a:path w="6411595" h="461644">
                  <a:moveTo>
                    <a:pt x="2137156" y="0"/>
                  </a:moveTo>
                  <a:lnTo>
                    <a:pt x="0" y="0"/>
                  </a:lnTo>
                  <a:lnTo>
                    <a:pt x="0" y="461137"/>
                  </a:lnTo>
                  <a:lnTo>
                    <a:pt x="2137156" y="461137"/>
                  </a:lnTo>
                  <a:lnTo>
                    <a:pt x="2137156" y="0"/>
                  </a:lnTo>
                  <a:close/>
                </a:path>
                <a:path w="6411595" h="461644">
                  <a:moveTo>
                    <a:pt x="6411595" y="0"/>
                  </a:moveTo>
                  <a:lnTo>
                    <a:pt x="4274439" y="0"/>
                  </a:lnTo>
                  <a:lnTo>
                    <a:pt x="2137283" y="0"/>
                  </a:lnTo>
                  <a:lnTo>
                    <a:pt x="2137283" y="461137"/>
                  </a:lnTo>
                  <a:lnTo>
                    <a:pt x="4274439" y="461137"/>
                  </a:lnTo>
                  <a:lnTo>
                    <a:pt x="6411595" y="461137"/>
                  </a:lnTo>
                  <a:lnTo>
                    <a:pt x="6411595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609600" y="2327262"/>
              <a:ext cx="10972800" cy="4163060"/>
            </a:xfrm>
            <a:custGeom>
              <a:avLst/>
              <a:gdLst/>
              <a:ahLst/>
              <a:cxnLst/>
              <a:rect l="l" t="t" r="r" b="b"/>
              <a:pathLst>
                <a:path w="10972800" h="4163060">
                  <a:moveTo>
                    <a:pt x="6698361" y="3329940"/>
                  </a:moveTo>
                  <a:lnTo>
                    <a:pt x="4561205" y="3329940"/>
                  </a:lnTo>
                  <a:lnTo>
                    <a:pt x="0" y="3329940"/>
                  </a:lnTo>
                  <a:lnTo>
                    <a:pt x="0" y="4162437"/>
                  </a:lnTo>
                  <a:lnTo>
                    <a:pt x="4561205" y="4162437"/>
                  </a:lnTo>
                  <a:lnTo>
                    <a:pt x="6698361" y="4162437"/>
                  </a:lnTo>
                  <a:lnTo>
                    <a:pt x="6698361" y="3329940"/>
                  </a:lnTo>
                  <a:close/>
                </a:path>
                <a:path w="10972800" h="4163060">
                  <a:moveTo>
                    <a:pt x="6698361" y="1664970"/>
                  </a:moveTo>
                  <a:lnTo>
                    <a:pt x="4561205" y="1664970"/>
                  </a:lnTo>
                  <a:lnTo>
                    <a:pt x="0" y="1664970"/>
                  </a:lnTo>
                  <a:lnTo>
                    <a:pt x="0" y="2497467"/>
                  </a:lnTo>
                  <a:lnTo>
                    <a:pt x="4561205" y="2497467"/>
                  </a:lnTo>
                  <a:lnTo>
                    <a:pt x="6698361" y="2497467"/>
                  </a:lnTo>
                  <a:lnTo>
                    <a:pt x="6698361" y="1664970"/>
                  </a:lnTo>
                  <a:close/>
                </a:path>
                <a:path w="10972800" h="4163060">
                  <a:moveTo>
                    <a:pt x="6698361" y="0"/>
                  </a:moveTo>
                  <a:lnTo>
                    <a:pt x="4561205" y="0"/>
                  </a:lnTo>
                  <a:lnTo>
                    <a:pt x="0" y="0"/>
                  </a:lnTo>
                  <a:lnTo>
                    <a:pt x="0" y="832497"/>
                  </a:lnTo>
                  <a:lnTo>
                    <a:pt x="4561205" y="832497"/>
                  </a:lnTo>
                  <a:lnTo>
                    <a:pt x="6698361" y="832497"/>
                  </a:lnTo>
                  <a:lnTo>
                    <a:pt x="6698361" y="0"/>
                  </a:lnTo>
                  <a:close/>
                </a:path>
                <a:path w="10972800" h="4163060">
                  <a:moveTo>
                    <a:pt x="10972800" y="3329940"/>
                  </a:moveTo>
                  <a:lnTo>
                    <a:pt x="8835644" y="3329940"/>
                  </a:lnTo>
                  <a:lnTo>
                    <a:pt x="6698488" y="3329940"/>
                  </a:lnTo>
                  <a:lnTo>
                    <a:pt x="6698488" y="4162437"/>
                  </a:lnTo>
                  <a:lnTo>
                    <a:pt x="8835644" y="4162437"/>
                  </a:lnTo>
                  <a:lnTo>
                    <a:pt x="10972800" y="4162437"/>
                  </a:lnTo>
                  <a:lnTo>
                    <a:pt x="10972800" y="3329940"/>
                  </a:lnTo>
                  <a:close/>
                </a:path>
                <a:path w="10972800" h="4163060">
                  <a:moveTo>
                    <a:pt x="10972800" y="1664970"/>
                  </a:moveTo>
                  <a:lnTo>
                    <a:pt x="8835644" y="1664970"/>
                  </a:lnTo>
                  <a:lnTo>
                    <a:pt x="6698488" y="1664970"/>
                  </a:lnTo>
                  <a:lnTo>
                    <a:pt x="6698488" y="2497467"/>
                  </a:lnTo>
                  <a:lnTo>
                    <a:pt x="8835644" y="2497467"/>
                  </a:lnTo>
                  <a:lnTo>
                    <a:pt x="10972800" y="2497467"/>
                  </a:lnTo>
                  <a:lnTo>
                    <a:pt x="10972800" y="1664970"/>
                  </a:lnTo>
                  <a:close/>
                </a:path>
                <a:path w="10972800" h="4163060">
                  <a:moveTo>
                    <a:pt x="10972800" y="0"/>
                  </a:moveTo>
                  <a:lnTo>
                    <a:pt x="8835644" y="0"/>
                  </a:lnTo>
                  <a:lnTo>
                    <a:pt x="6698488" y="0"/>
                  </a:lnTo>
                  <a:lnTo>
                    <a:pt x="6698488" y="832497"/>
                  </a:lnTo>
                  <a:lnTo>
                    <a:pt x="8835644" y="832497"/>
                  </a:lnTo>
                  <a:lnTo>
                    <a:pt x="10972800" y="832497"/>
                  </a:lnTo>
                  <a:lnTo>
                    <a:pt x="109728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1029208"/>
              <a:ext cx="10974705" cy="5467350"/>
            </a:xfrm>
            <a:custGeom>
              <a:avLst/>
              <a:gdLst/>
              <a:ahLst/>
              <a:cxnLst/>
              <a:rect l="l" t="t" r="r" b="b"/>
              <a:pathLst>
                <a:path w="10974705" h="5467350">
                  <a:moveTo>
                    <a:pt x="4561205" y="0"/>
                  </a:moveTo>
                  <a:lnTo>
                    <a:pt x="4561205" y="5466842"/>
                  </a:lnTo>
                </a:path>
                <a:path w="10974705" h="5467350">
                  <a:moveTo>
                    <a:pt x="6698488" y="0"/>
                  </a:moveTo>
                  <a:lnTo>
                    <a:pt x="6698488" y="5466842"/>
                  </a:lnTo>
                </a:path>
                <a:path w="10974705" h="5467350">
                  <a:moveTo>
                    <a:pt x="8835644" y="0"/>
                  </a:moveTo>
                  <a:lnTo>
                    <a:pt x="8835644" y="5466842"/>
                  </a:lnTo>
                </a:path>
                <a:path w="10974705" h="5467350">
                  <a:moveTo>
                    <a:pt x="0" y="464312"/>
                  </a:moveTo>
                  <a:lnTo>
                    <a:pt x="10974324" y="464312"/>
                  </a:lnTo>
                </a:path>
                <a:path w="10974705" h="5467350">
                  <a:moveTo>
                    <a:pt x="0" y="1298066"/>
                  </a:moveTo>
                  <a:lnTo>
                    <a:pt x="10974324" y="1298066"/>
                  </a:lnTo>
                </a:path>
                <a:path w="10974705" h="5467350">
                  <a:moveTo>
                    <a:pt x="0" y="2130552"/>
                  </a:moveTo>
                  <a:lnTo>
                    <a:pt x="10974324" y="2130552"/>
                  </a:lnTo>
                </a:path>
                <a:path w="10974705" h="5467350">
                  <a:moveTo>
                    <a:pt x="0" y="2963036"/>
                  </a:moveTo>
                  <a:lnTo>
                    <a:pt x="10974324" y="2963036"/>
                  </a:lnTo>
                </a:path>
                <a:path w="10974705" h="5467350">
                  <a:moveTo>
                    <a:pt x="0" y="3795522"/>
                  </a:moveTo>
                  <a:lnTo>
                    <a:pt x="10974324" y="3795522"/>
                  </a:lnTo>
                </a:path>
                <a:path w="10974705" h="5467350">
                  <a:moveTo>
                    <a:pt x="0" y="4627994"/>
                  </a:moveTo>
                  <a:lnTo>
                    <a:pt x="10974324" y="4627994"/>
                  </a:lnTo>
                </a:path>
                <a:path w="10974705" h="5467350">
                  <a:moveTo>
                    <a:pt x="10972800" y="0"/>
                  </a:moveTo>
                  <a:lnTo>
                    <a:pt x="10972800" y="5466842"/>
                  </a:lnTo>
                </a:path>
              </a:pathLst>
            </a:custGeom>
            <a:ln w="31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609600" y="1032383"/>
              <a:ext cx="10974705" cy="0"/>
            </a:xfrm>
            <a:custGeom>
              <a:avLst/>
              <a:gdLst/>
              <a:ahLst/>
              <a:cxnLst/>
              <a:rect l="l" t="t" r="r" b="b"/>
              <a:pathLst>
                <a:path w="10974705">
                  <a:moveTo>
                    <a:pt x="0" y="0"/>
                  </a:moveTo>
                  <a:lnTo>
                    <a:pt x="10974324" y="0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609600" y="6489699"/>
              <a:ext cx="10974705" cy="0"/>
            </a:xfrm>
            <a:custGeom>
              <a:avLst/>
              <a:gdLst/>
              <a:ahLst/>
              <a:cxnLst/>
              <a:rect l="l" t="t" r="r" b="b"/>
              <a:pathLst>
                <a:path w="10974705">
                  <a:moveTo>
                    <a:pt x="0" y="0"/>
                  </a:moveTo>
                  <a:lnTo>
                    <a:pt x="10974324" y="0"/>
                  </a:lnTo>
                </a:path>
              </a:pathLst>
            </a:custGeom>
            <a:ln w="12700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074420"/>
              <a:ext cx="1174242" cy="45491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86511" y="1125169"/>
            <a:ext cx="904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Activities</a:t>
            </a:r>
            <a:endParaRPr sz="1600" dirty="0">
              <a:latin typeface="Century Gothic"/>
              <a:cs typeface="Century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9408" y="1074419"/>
            <a:ext cx="742949" cy="45491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248402" y="1125169"/>
            <a:ext cx="476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Units</a:t>
            </a:r>
            <a:endParaRPr sz="1600" dirty="0">
              <a:latin typeface="Century Gothic"/>
              <a:cs typeface="Century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7580" y="1074419"/>
            <a:ext cx="1535430" cy="45491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86066" y="1125169"/>
            <a:ext cx="12693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entury Gothic"/>
                <a:cs typeface="Century Gothic"/>
              </a:rPr>
              <a:t>Cost</a:t>
            </a:r>
            <a:r>
              <a:rPr sz="16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entury Gothic"/>
                <a:cs typeface="Century Gothic"/>
              </a:rPr>
              <a:t>per</a:t>
            </a: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Unit</a:t>
            </a:r>
            <a:endParaRPr sz="1600" dirty="0">
              <a:latin typeface="Century Gothic"/>
              <a:cs typeface="Century Gothic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4228" y="1074419"/>
            <a:ext cx="753617" cy="45491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523221" y="1125169"/>
            <a:ext cx="484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Total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3647" y="1785366"/>
            <a:ext cx="1966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Personnel/Labor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Costs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8402" y="1802129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6066" y="1802129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23221" y="1802129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93647" y="2618613"/>
            <a:ext cx="21393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Equipment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materials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8402" y="2635377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86066" y="2635377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23221" y="2635377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93647" y="3451352"/>
            <a:ext cx="7194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Training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8402" y="3468116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86066" y="3468116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23221" y="3468116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93647" y="4283405"/>
            <a:ext cx="8566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Contracts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48402" y="4300169"/>
            <a:ext cx="1024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86066" y="4300169"/>
            <a:ext cx="1024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23221" y="4300169"/>
            <a:ext cx="10248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93647" y="5116448"/>
            <a:ext cx="10420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Other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Costs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48402" y="5133213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86066" y="5133213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23221" y="5133213"/>
            <a:ext cx="1024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93647" y="5949188"/>
            <a:ext cx="436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Total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48402" y="5949188"/>
            <a:ext cx="1261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86066" y="5949188"/>
            <a:ext cx="1261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523221" y="5949188"/>
            <a:ext cx="1261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49808" y="1589557"/>
            <a:ext cx="637540" cy="639445"/>
            <a:chOff x="749808" y="1589557"/>
            <a:chExt cx="637540" cy="639445"/>
          </a:xfrm>
        </p:grpSpPr>
        <p:sp>
          <p:nvSpPr>
            <p:cNvPr id="43" name="object 43"/>
            <p:cNvSpPr/>
            <p:nvPr/>
          </p:nvSpPr>
          <p:spPr>
            <a:xfrm>
              <a:off x="923340" y="1593850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80"/>
                  </a:lnTo>
                  <a:lnTo>
                    <a:pt x="8483" y="27304"/>
                  </a:lnTo>
                  <a:lnTo>
                    <a:pt x="0" y="31876"/>
                  </a:lnTo>
                  <a:lnTo>
                    <a:pt x="12522" y="60833"/>
                  </a:lnTo>
                  <a:lnTo>
                    <a:pt x="20904" y="56387"/>
                  </a:lnTo>
                  <a:lnTo>
                    <a:pt x="50330" y="45747"/>
                  </a:lnTo>
                  <a:lnTo>
                    <a:pt x="81029" y="37941"/>
                  </a:lnTo>
                  <a:lnTo>
                    <a:pt x="112837" y="33135"/>
                  </a:lnTo>
                  <a:lnTo>
                    <a:pt x="145592" y="31496"/>
                  </a:lnTo>
                  <a:lnTo>
                    <a:pt x="178341" y="33135"/>
                  </a:lnTo>
                  <a:lnTo>
                    <a:pt x="210146" y="37941"/>
                  </a:lnTo>
                  <a:lnTo>
                    <a:pt x="240847" y="45747"/>
                  </a:lnTo>
                  <a:lnTo>
                    <a:pt x="270281" y="56387"/>
                  </a:lnTo>
                  <a:lnTo>
                    <a:pt x="282130" y="62737"/>
                  </a:lnTo>
                  <a:lnTo>
                    <a:pt x="293268" y="33020"/>
                  </a:lnTo>
                  <a:lnTo>
                    <a:pt x="282702" y="27304"/>
                  </a:lnTo>
                  <a:lnTo>
                    <a:pt x="250334" y="15644"/>
                  </a:lnTo>
                  <a:lnTo>
                    <a:pt x="216576" y="7080"/>
                  </a:lnTo>
                  <a:lnTo>
                    <a:pt x="181603" y="180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808" y="1589557"/>
              <a:ext cx="637019" cy="63903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9785" y="166090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1"/>
                  </a:lnTo>
                  <a:lnTo>
                    <a:pt x="163022" y="15653"/>
                  </a:lnTo>
                  <a:lnTo>
                    <a:pt x="124014" y="34162"/>
                  </a:lnTo>
                  <a:lnTo>
                    <a:pt x="89067" y="58852"/>
                  </a:lnTo>
                  <a:lnTo>
                    <a:pt x="58888" y="89017"/>
                  </a:lnTo>
                  <a:lnTo>
                    <a:pt x="34185" y="123952"/>
                  </a:lnTo>
                  <a:lnTo>
                    <a:pt x="15665" y="162950"/>
                  </a:lnTo>
                  <a:lnTo>
                    <a:pt x="4034" y="205307"/>
                  </a:lnTo>
                  <a:lnTo>
                    <a:pt x="0" y="250317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7" y="496725"/>
                  </a:lnTo>
                  <a:lnTo>
                    <a:pt x="337755" y="485091"/>
                  </a:lnTo>
                  <a:lnTo>
                    <a:pt x="376760" y="466565"/>
                  </a:lnTo>
                  <a:lnTo>
                    <a:pt x="411703" y="441855"/>
                  </a:lnTo>
                  <a:lnTo>
                    <a:pt x="441878" y="411669"/>
                  </a:lnTo>
                  <a:lnTo>
                    <a:pt x="466579" y="376714"/>
                  </a:lnTo>
                  <a:lnTo>
                    <a:pt x="485097" y="337699"/>
                  </a:lnTo>
                  <a:lnTo>
                    <a:pt x="496727" y="295331"/>
                  </a:lnTo>
                  <a:lnTo>
                    <a:pt x="500761" y="250317"/>
                  </a:lnTo>
                  <a:lnTo>
                    <a:pt x="496727" y="205307"/>
                  </a:lnTo>
                  <a:lnTo>
                    <a:pt x="485097" y="162950"/>
                  </a:lnTo>
                  <a:lnTo>
                    <a:pt x="466579" y="123952"/>
                  </a:lnTo>
                  <a:lnTo>
                    <a:pt x="441878" y="89017"/>
                  </a:lnTo>
                  <a:lnTo>
                    <a:pt x="411703" y="58852"/>
                  </a:lnTo>
                  <a:lnTo>
                    <a:pt x="376760" y="34162"/>
                  </a:lnTo>
                  <a:lnTo>
                    <a:pt x="337755" y="15653"/>
                  </a:lnTo>
                  <a:lnTo>
                    <a:pt x="295397" y="4031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46"/>
            <p:cNvSpPr/>
            <p:nvPr/>
          </p:nvSpPr>
          <p:spPr>
            <a:xfrm>
              <a:off x="885164" y="1790446"/>
              <a:ext cx="369570" cy="241300"/>
            </a:xfrm>
            <a:custGeom>
              <a:avLst/>
              <a:gdLst/>
              <a:ahLst/>
              <a:cxnLst/>
              <a:rect l="l" t="t" r="r" b="b"/>
              <a:pathLst>
                <a:path w="369569" h="241300">
                  <a:moveTo>
                    <a:pt x="76085" y="139445"/>
                  </a:moveTo>
                  <a:lnTo>
                    <a:pt x="36839" y="156098"/>
                  </a:lnTo>
                  <a:lnTo>
                    <a:pt x="9575" y="206755"/>
                  </a:lnTo>
                  <a:lnTo>
                    <a:pt x="406" y="235584"/>
                  </a:lnTo>
                  <a:lnTo>
                    <a:pt x="304" y="235838"/>
                  </a:lnTo>
                  <a:lnTo>
                    <a:pt x="0" y="236854"/>
                  </a:lnTo>
                  <a:lnTo>
                    <a:pt x="2184" y="239775"/>
                  </a:lnTo>
                  <a:lnTo>
                    <a:pt x="4737" y="241045"/>
                  </a:lnTo>
                  <a:lnTo>
                    <a:pt x="83019" y="241045"/>
                  </a:lnTo>
                  <a:lnTo>
                    <a:pt x="81927" y="237108"/>
                  </a:lnTo>
                  <a:lnTo>
                    <a:pt x="82016" y="233044"/>
                  </a:lnTo>
                  <a:lnTo>
                    <a:pt x="97648" y="184868"/>
                  </a:lnTo>
                  <a:lnTo>
                    <a:pt x="112725" y="153542"/>
                  </a:lnTo>
                  <a:lnTo>
                    <a:pt x="104569" y="147321"/>
                  </a:lnTo>
                  <a:lnTo>
                    <a:pt x="95781" y="142922"/>
                  </a:lnTo>
                  <a:lnTo>
                    <a:pt x="86305" y="140309"/>
                  </a:lnTo>
                  <a:lnTo>
                    <a:pt x="76085" y="139445"/>
                  </a:lnTo>
                  <a:close/>
                </a:path>
                <a:path w="369569" h="241300">
                  <a:moveTo>
                    <a:pt x="266246" y="239775"/>
                  </a:moveTo>
                  <a:lnTo>
                    <a:pt x="103111" y="239775"/>
                  </a:lnTo>
                  <a:lnTo>
                    <a:pt x="105778" y="241045"/>
                  </a:lnTo>
                  <a:lnTo>
                    <a:pt x="263613" y="241045"/>
                  </a:lnTo>
                  <a:lnTo>
                    <a:pt x="266246" y="239775"/>
                  </a:lnTo>
                  <a:close/>
                </a:path>
                <a:path w="369569" h="241300">
                  <a:moveTo>
                    <a:pt x="293293" y="139445"/>
                  </a:moveTo>
                  <a:lnTo>
                    <a:pt x="283073" y="140309"/>
                  </a:lnTo>
                  <a:lnTo>
                    <a:pt x="273597" y="142922"/>
                  </a:lnTo>
                  <a:lnTo>
                    <a:pt x="264809" y="147321"/>
                  </a:lnTo>
                  <a:lnTo>
                    <a:pt x="256654" y="153542"/>
                  </a:lnTo>
                  <a:lnTo>
                    <a:pt x="262023" y="163064"/>
                  </a:lnTo>
                  <a:lnTo>
                    <a:pt x="267034" y="173513"/>
                  </a:lnTo>
                  <a:lnTo>
                    <a:pt x="271672" y="184868"/>
                  </a:lnTo>
                  <a:lnTo>
                    <a:pt x="275920" y="197103"/>
                  </a:lnTo>
                  <a:lnTo>
                    <a:pt x="287365" y="233044"/>
                  </a:lnTo>
                  <a:lnTo>
                    <a:pt x="287439" y="237108"/>
                  </a:lnTo>
                  <a:lnTo>
                    <a:pt x="286334" y="241045"/>
                  </a:lnTo>
                  <a:lnTo>
                    <a:pt x="364604" y="241045"/>
                  </a:lnTo>
                  <a:lnTo>
                    <a:pt x="367144" y="239775"/>
                  </a:lnTo>
                  <a:lnTo>
                    <a:pt x="368401" y="238125"/>
                  </a:lnTo>
                  <a:lnTo>
                    <a:pt x="369279" y="236854"/>
                  </a:lnTo>
                  <a:lnTo>
                    <a:pt x="369410" y="236854"/>
                  </a:lnTo>
                  <a:lnTo>
                    <a:pt x="369148" y="236092"/>
                  </a:lnTo>
                  <a:lnTo>
                    <a:pt x="359803" y="206755"/>
                  </a:lnTo>
                  <a:lnTo>
                    <a:pt x="347611" y="177111"/>
                  </a:lnTo>
                  <a:lnTo>
                    <a:pt x="332539" y="156098"/>
                  </a:lnTo>
                  <a:lnTo>
                    <a:pt x="314473" y="143587"/>
                  </a:lnTo>
                  <a:lnTo>
                    <a:pt x="293293" y="139445"/>
                  </a:lnTo>
                  <a:close/>
                </a:path>
                <a:path w="369569" h="241300">
                  <a:moveTo>
                    <a:pt x="184696" y="128142"/>
                  </a:moveTo>
                  <a:lnTo>
                    <a:pt x="141146" y="146605"/>
                  </a:lnTo>
                  <a:lnTo>
                    <a:pt x="110845" y="202691"/>
                  </a:lnTo>
                  <a:lnTo>
                    <a:pt x="100414" y="235584"/>
                  </a:lnTo>
                  <a:lnTo>
                    <a:pt x="100334" y="235838"/>
                  </a:lnTo>
                  <a:lnTo>
                    <a:pt x="100253" y="236092"/>
                  </a:lnTo>
                  <a:lnTo>
                    <a:pt x="101396" y="237616"/>
                  </a:lnTo>
                  <a:lnTo>
                    <a:pt x="102935" y="239775"/>
                  </a:lnTo>
                  <a:lnTo>
                    <a:pt x="266420" y="239775"/>
                  </a:lnTo>
                  <a:lnTo>
                    <a:pt x="267931" y="237616"/>
                  </a:lnTo>
                  <a:lnTo>
                    <a:pt x="269087" y="236092"/>
                  </a:lnTo>
                  <a:lnTo>
                    <a:pt x="258533" y="202691"/>
                  </a:lnTo>
                  <a:lnTo>
                    <a:pt x="244975" y="169880"/>
                  </a:lnTo>
                  <a:lnTo>
                    <a:pt x="228234" y="146605"/>
                  </a:lnTo>
                  <a:lnTo>
                    <a:pt x="208184" y="132736"/>
                  </a:lnTo>
                  <a:lnTo>
                    <a:pt x="184696" y="128142"/>
                  </a:lnTo>
                  <a:close/>
                </a:path>
                <a:path w="369569" h="241300">
                  <a:moveTo>
                    <a:pt x="325780" y="81152"/>
                  </a:moveTo>
                  <a:lnTo>
                    <a:pt x="260769" y="81152"/>
                  </a:lnTo>
                  <a:lnTo>
                    <a:pt x="259990" y="84200"/>
                  </a:lnTo>
                  <a:lnTo>
                    <a:pt x="259613" y="87121"/>
                  </a:lnTo>
                  <a:lnTo>
                    <a:pt x="259613" y="90042"/>
                  </a:lnTo>
                  <a:lnTo>
                    <a:pt x="262264" y="103123"/>
                  </a:lnTo>
                  <a:lnTo>
                    <a:pt x="269490" y="113823"/>
                  </a:lnTo>
                  <a:lnTo>
                    <a:pt x="280198" y="121046"/>
                  </a:lnTo>
                  <a:lnTo>
                    <a:pt x="293293" y="123698"/>
                  </a:lnTo>
                  <a:lnTo>
                    <a:pt x="306394" y="121046"/>
                  </a:lnTo>
                  <a:lnTo>
                    <a:pt x="317101" y="113823"/>
                  </a:lnTo>
                  <a:lnTo>
                    <a:pt x="324324" y="103123"/>
                  </a:lnTo>
                  <a:lnTo>
                    <a:pt x="326974" y="90042"/>
                  </a:lnTo>
                  <a:lnTo>
                    <a:pt x="326974" y="87121"/>
                  </a:lnTo>
                  <a:lnTo>
                    <a:pt x="326580" y="84200"/>
                  </a:lnTo>
                  <a:lnTo>
                    <a:pt x="325780" y="81152"/>
                  </a:lnTo>
                  <a:close/>
                </a:path>
                <a:path w="369569" h="241300">
                  <a:moveTo>
                    <a:pt x="108585" y="81152"/>
                  </a:moveTo>
                  <a:lnTo>
                    <a:pt x="43586" y="81152"/>
                  </a:lnTo>
                  <a:lnTo>
                    <a:pt x="42799" y="84074"/>
                  </a:lnTo>
                  <a:lnTo>
                    <a:pt x="42405" y="86994"/>
                  </a:lnTo>
                  <a:lnTo>
                    <a:pt x="42405" y="90042"/>
                  </a:lnTo>
                  <a:lnTo>
                    <a:pt x="45056" y="103123"/>
                  </a:lnTo>
                  <a:lnTo>
                    <a:pt x="52282" y="113823"/>
                  </a:lnTo>
                  <a:lnTo>
                    <a:pt x="62990" y="121046"/>
                  </a:lnTo>
                  <a:lnTo>
                    <a:pt x="76085" y="123698"/>
                  </a:lnTo>
                  <a:lnTo>
                    <a:pt x="89181" y="121046"/>
                  </a:lnTo>
                  <a:lnTo>
                    <a:pt x="99888" y="113823"/>
                  </a:lnTo>
                  <a:lnTo>
                    <a:pt x="107114" y="103123"/>
                  </a:lnTo>
                  <a:lnTo>
                    <a:pt x="109766" y="90042"/>
                  </a:lnTo>
                  <a:lnTo>
                    <a:pt x="109766" y="86994"/>
                  </a:lnTo>
                  <a:lnTo>
                    <a:pt x="109372" y="84074"/>
                  </a:lnTo>
                  <a:lnTo>
                    <a:pt x="108585" y="81152"/>
                  </a:lnTo>
                  <a:close/>
                </a:path>
                <a:path w="369569" h="241300">
                  <a:moveTo>
                    <a:pt x="220865" y="63753"/>
                  </a:moveTo>
                  <a:lnTo>
                    <a:pt x="148513" y="63753"/>
                  </a:lnTo>
                  <a:lnTo>
                    <a:pt x="147586" y="67055"/>
                  </a:lnTo>
                  <a:lnTo>
                    <a:pt x="147116" y="70484"/>
                  </a:lnTo>
                  <a:lnTo>
                    <a:pt x="147116" y="73913"/>
                  </a:lnTo>
                  <a:lnTo>
                    <a:pt x="150073" y="88520"/>
                  </a:lnTo>
                  <a:lnTo>
                    <a:pt x="158134" y="100472"/>
                  </a:lnTo>
                  <a:lnTo>
                    <a:pt x="170080" y="108543"/>
                  </a:lnTo>
                  <a:lnTo>
                    <a:pt x="184696" y="111505"/>
                  </a:lnTo>
                  <a:lnTo>
                    <a:pt x="199287" y="108543"/>
                  </a:lnTo>
                  <a:lnTo>
                    <a:pt x="211218" y="100472"/>
                  </a:lnTo>
                  <a:lnTo>
                    <a:pt x="219270" y="88520"/>
                  </a:lnTo>
                  <a:lnTo>
                    <a:pt x="222224" y="73913"/>
                  </a:lnTo>
                  <a:lnTo>
                    <a:pt x="222224" y="70484"/>
                  </a:lnTo>
                  <a:lnTo>
                    <a:pt x="221767" y="67055"/>
                  </a:lnTo>
                  <a:lnTo>
                    <a:pt x="220865" y="63753"/>
                  </a:lnTo>
                  <a:close/>
                </a:path>
                <a:path w="369569" h="241300">
                  <a:moveTo>
                    <a:pt x="329298" y="62356"/>
                  </a:moveTo>
                  <a:lnTo>
                    <a:pt x="257263" y="62356"/>
                  </a:lnTo>
                  <a:lnTo>
                    <a:pt x="256603" y="62991"/>
                  </a:lnTo>
                  <a:lnTo>
                    <a:pt x="256038" y="63626"/>
                  </a:lnTo>
                  <a:lnTo>
                    <a:pt x="255752" y="64388"/>
                  </a:lnTo>
                  <a:lnTo>
                    <a:pt x="255752" y="66039"/>
                  </a:lnTo>
                  <a:lnTo>
                    <a:pt x="256108" y="66928"/>
                  </a:lnTo>
                  <a:lnTo>
                    <a:pt x="256717" y="67563"/>
                  </a:lnTo>
                  <a:lnTo>
                    <a:pt x="257571" y="68325"/>
                  </a:lnTo>
                  <a:lnTo>
                    <a:pt x="257721" y="68325"/>
                  </a:lnTo>
                  <a:lnTo>
                    <a:pt x="258305" y="68579"/>
                  </a:lnTo>
                  <a:lnTo>
                    <a:pt x="328244" y="68579"/>
                  </a:lnTo>
                  <a:lnTo>
                    <a:pt x="329082" y="68325"/>
                  </a:lnTo>
                  <a:lnTo>
                    <a:pt x="330413" y="66928"/>
                  </a:lnTo>
                  <a:lnTo>
                    <a:pt x="330784" y="66039"/>
                  </a:lnTo>
                  <a:lnTo>
                    <a:pt x="330784" y="64388"/>
                  </a:lnTo>
                  <a:lnTo>
                    <a:pt x="330530" y="63626"/>
                  </a:lnTo>
                  <a:lnTo>
                    <a:pt x="329298" y="62356"/>
                  </a:lnTo>
                  <a:close/>
                </a:path>
                <a:path w="369569" h="241300">
                  <a:moveTo>
                    <a:pt x="327304" y="61721"/>
                  </a:moveTo>
                  <a:lnTo>
                    <a:pt x="259130" y="61721"/>
                  </a:lnTo>
                  <a:lnTo>
                    <a:pt x="256971" y="62356"/>
                  </a:lnTo>
                  <a:lnTo>
                    <a:pt x="329844" y="62356"/>
                  </a:lnTo>
                  <a:lnTo>
                    <a:pt x="327304" y="61721"/>
                  </a:lnTo>
                  <a:close/>
                </a:path>
                <a:path w="369569" h="241300">
                  <a:moveTo>
                    <a:pt x="273100" y="33274"/>
                  </a:moveTo>
                  <a:lnTo>
                    <a:pt x="267931" y="38423"/>
                  </a:lnTo>
                  <a:lnTo>
                    <a:pt x="264061" y="44561"/>
                  </a:lnTo>
                  <a:lnTo>
                    <a:pt x="261635" y="51436"/>
                  </a:lnTo>
                  <a:lnTo>
                    <a:pt x="260794" y="58927"/>
                  </a:lnTo>
                  <a:lnTo>
                    <a:pt x="260794" y="60325"/>
                  </a:lnTo>
                  <a:lnTo>
                    <a:pt x="259740" y="61721"/>
                  </a:lnTo>
                  <a:lnTo>
                    <a:pt x="326859" y="61721"/>
                  </a:lnTo>
                  <a:lnTo>
                    <a:pt x="325997" y="60578"/>
                  </a:lnTo>
                  <a:lnTo>
                    <a:pt x="274497" y="60578"/>
                  </a:lnTo>
                  <a:lnTo>
                    <a:pt x="273100" y="59181"/>
                  </a:lnTo>
                  <a:lnTo>
                    <a:pt x="273100" y="33274"/>
                  </a:lnTo>
                  <a:close/>
                </a:path>
                <a:path w="369569" h="241300">
                  <a:moveTo>
                    <a:pt x="297218" y="23875"/>
                  </a:moveTo>
                  <a:lnTo>
                    <a:pt x="289369" y="23875"/>
                  </a:lnTo>
                  <a:lnTo>
                    <a:pt x="287591" y="24129"/>
                  </a:lnTo>
                  <a:lnTo>
                    <a:pt x="287591" y="59181"/>
                  </a:lnTo>
                  <a:lnTo>
                    <a:pt x="286181" y="60578"/>
                  </a:lnTo>
                  <a:lnTo>
                    <a:pt x="300405" y="60578"/>
                  </a:lnTo>
                  <a:lnTo>
                    <a:pt x="299008" y="59181"/>
                  </a:lnTo>
                  <a:lnTo>
                    <a:pt x="299008" y="24129"/>
                  </a:lnTo>
                  <a:lnTo>
                    <a:pt x="297218" y="23875"/>
                  </a:lnTo>
                  <a:close/>
                </a:path>
                <a:path w="369569" h="241300">
                  <a:moveTo>
                    <a:pt x="313499" y="33274"/>
                  </a:moveTo>
                  <a:lnTo>
                    <a:pt x="313499" y="59181"/>
                  </a:lnTo>
                  <a:lnTo>
                    <a:pt x="312089" y="60578"/>
                  </a:lnTo>
                  <a:lnTo>
                    <a:pt x="325997" y="60578"/>
                  </a:lnTo>
                  <a:lnTo>
                    <a:pt x="325805" y="60325"/>
                  </a:lnTo>
                  <a:lnTo>
                    <a:pt x="325805" y="58927"/>
                  </a:lnTo>
                  <a:lnTo>
                    <a:pt x="324965" y="51436"/>
                  </a:lnTo>
                  <a:lnTo>
                    <a:pt x="322538" y="44561"/>
                  </a:lnTo>
                  <a:lnTo>
                    <a:pt x="318669" y="38423"/>
                  </a:lnTo>
                  <a:lnTo>
                    <a:pt x="313499" y="33274"/>
                  </a:lnTo>
                  <a:close/>
                </a:path>
                <a:path w="369569" h="241300">
                  <a:moveTo>
                    <a:pt x="111620" y="62102"/>
                  </a:moveTo>
                  <a:lnTo>
                    <a:pt x="40551" y="62102"/>
                  </a:lnTo>
                  <a:lnTo>
                    <a:pt x="40093" y="62356"/>
                  </a:lnTo>
                  <a:lnTo>
                    <a:pt x="39437" y="62991"/>
                  </a:lnTo>
                  <a:lnTo>
                    <a:pt x="38851" y="63626"/>
                  </a:lnTo>
                  <a:lnTo>
                    <a:pt x="38544" y="64388"/>
                  </a:lnTo>
                  <a:lnTo>
                    <a:pt x="38544" y="66039"/>
                  </a:lnTo>
                  <a:lnTo>
                    <a:pt x="38912" y="66928"/>
                  </a:lnTo>
                  <a:lnTo>
                    <a:pt x="39560" y="67563"/>
                  </a:lnTo>
                  <a:lnTo>
                    <a:pt x="39763" y="67817"/>
                  </a:lnTo>
                  <a:lnTo>
                    <a:pt x="40271" y="68199"/>
                  </a:lnTo>
                  <a:lnTo>
                    <a:pt x="41008" y="68579"/>
                  </a:lnTo>
                  <a:lnTo>
                    <a:pt x="111277" y="68579"/>
                  </a:lnTo>
                  <a:lnTo>
                    <a:pt x="112115" y="68071"/>
                  </a:lnTo>
                  <a:lnTo>
                    <a:pt x="113205" y="66928"/>
                  </a:lnTo>
                  <a:lnTo>
                    <a:pt x="113576" y="66039"/>
                  </a:lnTo>
                  <a:lnTo>
                    <a:pt x="113576" y="64388"/>
                  </a:lnTo>
                  <a:lnTo>
                    <a:pt x="113309" y="63626"/>
                  </a:lnTo>
                  <a:lnTo>
                    <a:pt x="112814" y="62991"/>
                  </a:lnTo>
                  <a:lnTo>
                    <a:pt x="112687" y="62991"/>
                  </a:lnTo>
                  <a:lnTo>
                    <a:pt x="112102" y="62356"/>
                  </a:lnTo>
                  <a:lnTo>
                    <a:pt x="111620" y="62102"/>
                  </a:lnTo>
                  <a:close/>
                </a:path>
                <a:path w="369569" h="241300">
                  <a:moveTo>
                    <a:pt x="55892" y="33400"/>
                  </a:moveTo>
                  <a:lnTo>
                    <a:pt x="55765" y="33400"/>
                  </a:lnTo>
                  <a:lnTo>
                    <a:pt x="50681" y="38477"/>
                  </a:lnTo>
                  <a:lnTo>
                    <a:pt x="46836" y="44576"/>
                  </a:lnTo>
                  <a:lnTo>
                    <a:pt x="44414" y="51438"/>
                  </a:lnTo>
                  <a:lnTo>
                    <a:pt x="43573" y="58927"/>
                  </a:lnTo>
                  <a:lnTo>
                    <a:pt x="43573" y="60325"/>
                  </a:lnTo>
                  <a:lnTo>
                    <a:pt x="42519" y="61721"/>
                  </a:lnTo>
                  <a:lnTo>
                    <a:pt x="40328" y="62102"/>
                  </a:lnTo>
                  <a:lnTo>
                    <a:pt x="111842" y="62102"/>
                  </a:lnTo>
                  <a:lnTo>
                    <a:pt x="109651" y="61721"/>
                  </a:lnTo>
                  <a:lnTo>
                    <a:pt x="108789" y="60578"/>
                  </a:lnTo>
                  <a:lnTo>
                    <a:pt x="57289" y="60578"/>
                  </a:lnTo>
                  <a:lnTo>
                    <a:pt x="55892" y="59181"/>
                  </a:lnTo>
                  <a:lnTo>
                    <a:pt x="55892" y="33400"/>
                  </a:lnTo>
                  <a:close/>
                </a:path>
                <a:path w="369569" h="241300">
                  <a:moveTo>
                    <a:pt x="80010" y="23875"/>
                  </a:moveTo>
                  <a:lnTo>
                    <a:pt x="72161" y="23875"/>
                  </a:lnTo>
                  <a:lnTo>
                    <a:pt x="70383" y="24129"/>
                  </a:lnTo>
                  <a:lnTo>
                    <a:pt x="70383" y="59181"/>
                  </a:lnTo>
                  <a:lnTo>
                    <a:pt x="68973" y="60578"/>
                  </a:lnTo>
                  <a:lnTo>
                    <a:pt x="83197" y="60578"/>
                  </a:lnTo>
                  <a:lnTo>
                    <a:pt x="81788" y="59181"/>
                  </a:lnTo>
                  <a:lnTo>
                    <a:pt x="81788" y="24129"/>
                  </a:lnTo>
                  <a:lnTo>
                    <a:pt x="80010" y="23875"/>
                  </a:lnTo>
                  <a:close/>
                </a:path>
                <a:path w="369569" h="241300">
                  <a:moveTo>
                    <a:pt x="96278" y="33400"/>
                  </a:moveTo>
                  <a:lnTo>
                    <a:pt x="96278" y="59181"/>
                  </a:lnTo>
                  <a:lnTo>
                    <a:pt x="94881" y="60578"/>
                  </a:lnTo>
                  <a:lnTo>
                    <a:pt x="108789" y="60578"/>
                  </a:lnTo>
                  <a:lnTo>
                    <a:pt x="108597" y="60325"/>
                  </a:lnTo>
                  <a:lnTo>
                    <a:pt x="108597" y="58927"/>
                  </a:lnTo>
                  <a:lnTo>
                    <a:pt x="107756" y="51438"/>
                  </a:lnTo>
                  <a:lnTo>
                    <a:pt x="105329" y="44576"/>
                  </a:lnTo>
                  <a:lnTo>
                    <a:pt x="101455" y="38477"/>
                  </a:lnTo>
                  <a:lnTo>
                    <a:pt x="96278" y="33400"/>
                  </a:lnTo>
                  <a:close/>
                </a:path>
                <a:path w="369569" h="241300">
                  <a:moveTo>
                    <a:pt x="162661" y="10540"/>
                  </a:moveTo>
                  <a:lnTo>
                    <a:pt x="148327" y="41020"/>
                  </a:lnTo>
                  <a:lnTo>
                    <a:pt x="147447" y="42163"/>
                  </a:lnTo>
                  <a:lnTo>
                    <a:pt x="142875" y="45465"/>
                  </a:lnTo>
                  <a:lnTo>
                    <a:pt x="142927" y="47625"/>
                  </a:lnTo>
                  <a:lnTo>
                    <a:pt x="143294" y="48513"/>
                  </a:lnTo>
                  <a:lnTo>
                    <a:pt x="144894" y="50164"/>
                  </a:lnTo>
                  <a:lnTo>
                    <a:pt x="145872" y="50545"/>
                  </a:lnTo>
                  <a:lnTo>
                    <a:pt x="223469" y="50545"/>
                  </a:lnTo>
                  <a:lnTo>
                    <a:pt x="224447" y="50164"/>
                  </a:lnTo>
                  <a:lnTo>
                    <a:pt x="225971" y="48513"/>
                  </a:lnTo>
                  <a:lnTo>
                    <a:pt x="226466" y="47625"/>
                  </a:lnTo>
                  <a:lnTo>
                    <a:pt x="226466" y="45465"/>
                  </a:lnTo>
                  <a:lnTo>
                    <a:pt x="221881" y="42163"/>
                  </a:lnTo>
                  <a:lnTo>
                    <a:pt x="221013" y="41020"/>
                  </a:lnTo>
                  <a:lnTo>
                    <a:pt x="164058" y="41020"/>
                  </a:lnTo>
                  <a:lnTo>
                    <a:pt x="162661" y="39624"/>
                  </a:lnTo>
                  <a:lnTo>
                    <a:pt x="162661" y="10540"/>
                  </a:lnTo>
                  <a:close/>
                </a:path>
                <a:path w="369569" h="241300">
                  <a:moveTo>
                    <a:pt x="186944" y="0"/>
                  </a:moveTo>
                  <a:lnTo>
                    <a:pt x="182346" y="0"/>
                  </a:lnTo>
                  <a:lnTo>
                    <a:pt x="178041" y="888"/>
                  </a:lnTo>
                  <a:lnTo>
                    <a:pt x="178041" y="39624"/>
                  </a:lnTo>
                  <a:lnTo>
                    <a:pt x="176644" y="41020"/>
                  </a:lnTo>
                  <a:lnTo>
                    <a:pt x="192697" y="41020"/>
                  </a:lnTo>
                  <a:lnTo>
                    <a:pt x="191287" y="39624"/>
                  </a:lnTo>
                  <a:lnTo>
                    <a:pt x="191287" y="888"/>
                  </a:lnTo>
                  <a:lnTo>
                    <a:pt x="186944" y="0"/>
                  </a:lnTo>
                  <a:close/>
                </a:path>
                <a:path w="369569" h="241300">
                  <a:moveTo>
                    <a:pt x="206679" y="10540"/>
                  </a:moveTo>
                  <a:lnTo>
                    <a:pt x="206679" y="39624"/>
                  </a:lnTo>
                  <a:lnTo>
                    <a:pt x="205270" y="41020"/>
                  </a:lnTo>
                  <a:lnTo>
                    <a:pt x="220916" y="41020"/>
                  </a:lnTo>
                  <a:lnTo>
                    <a:pt x="220916" y="39369"/>
                  </a:lnTo>
                  <a:lnTo>
                    <a:pt x="219948" y="31061"/>
                  </a:lnTo>
                  <a:lnTo>
                    <a:pt x="217149" y="23288"/>
                  </a:lnTo>
                  <a:lnTo>
                    <a:pt x="212666" y="16349"/>
                  </a:lnTo>
                  <a:lnTo>
                    <a:pt x="206679" y="1054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749808" y="2420137"/>
            <a:ext cx="637540" cy="639445"/>
            <a:chOff x="749808" y="2420137"/>
            <a:chExt cx="637540" cy="639445"/>
          </a:xfrm>
        </p:grpSpPr>
        <p:sp>
          <p:nvSpPr>
            <p:cNvPr id="48" name="object 48"/>
            <p:cNvSpPr/>
            <p:nvPr/>
          </p:nvSpPr>
          <p:spPr>
            <a:xfrm>
              <a:off x="923340" y="2424429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16"/>
                  </a:lnTo>
                  <a:lnTo>
                    <a:pt x="8483" y="27178"/>
                  </a:lnTo>
                  <a:lnTo>
                    <a:pt x="0" y="31750"/>
                  </a:lnTo>
                  <a:lnTo>
                    <a:pt x="12522" y="60706"/>
                  </a:lnTo>
                  <a:lnTo>
                    <a:pt x="20904" y="56261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9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3"/>
                  </a:lnTo>
                  <a:lnTo>
                    <a:pt x="282702" y="27178"/>
                  </a:lnTo>
                  <a:lnTo>
                    <a:pt x="250334" y="15537"/>
                  </a:lnTo>
                  <a:lnTo>
                    <a:pt x="216576" y="7016"/>
                  </a:lnTo>
                  <a:lnTo>
                    <a:pt x="181603" y="178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9808" y="2420137"/>
              <a:ext cx="637019" cy="63891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9785" y="2491358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1"/>
                  </a:lnTo>
                  <a:lnTo>
                    <a:pt x="163022" y="15653"/>
                  </a:lnTo>
                  <a:lnTo>
                    <a:pt x="124014" y="34162"/>
                  </a:lnTo>
                  <a:lnTo>
                    <a:pt x="89067" y="58852"/>
                  </a:lnTo>
                  <a:lnTo>
                    <a:pt x="58888" y="89017"/>
                  </a:lnTo>
                  <a:lnTo>
                    <a:pt x="34185" y="123951"/>
                  </a:lnTo>
                  <a:lnTo>
                    <a:pt x="15665" y="162950"/>
                  </a:lnTo>
                  <a:lnTo>
                    <a:pt x="4034" y="205307"/>
                  </a:lnTo>
                  <a:lnTo>
                    <a:pt x="0" y="250316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7" y="496725"/>
                  </a:lnTo>
                  <a:lnTo>
                    <a:pt x="337755" y="485091"/>
                  </a:lnTo>
                  <a:lnTo>
                    <a:pt x="376760" y="466565"/>
                  </a:lnTo>
                  <a:lnTo>
                    <a:pt x="411703" y="441855"/>
                  </a:lnTo>
                  <a:lnTo>
                    <a:pt x="441878" y="411669"/>
                  </a:lnTo>
                  <a:lnTo>
                    <a:pt x="466579" y="376714"/>
                  </a:lnTo>
                  <a:lnTo>
                    <a:pt x="485097" y="337699"/>
                  </a:lnTo>
                  <a:lnTo>
                    <a:pt x="496727" y="295331"/>
                  </a:lnTo>
                  <a:lnTo>
                    <a:pt x="500761" y="250316"/>
                  </a:lnTo>
                  <a:lnTo>
                    <a:pt x="496727" y="205307"/>
                  </a:lnTo>
                  <a:lnTo>
                    <a:pt x="485097" y="162950"/>
                  </a:lnTo>
                  <a:lnTo>
                    <a:pt x="466579" y="123951"/>
                  </a:lnTo>
                  <a:lnTo>
                    <a:pt x="441878" y="89017"/>
                  </a:lnTo>
                  <a:lnTo>
                    <a:pt x="411703" y="58852"/>
                  </a:lnTo>
                  <a:lnTo>
                    <a:pt x="376760" y="34162"/>
                  </a:lnTo>
                  <a:lnTo>
                    <a:pt x="337755" y="15653"/>
                  </a:lnTo>
                  <a:lnTo>
                    <a:pt x="295397" y="4031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51"/>
            <p:cNvSpPr/>
            <p:nvPr/>
          </p:nvSpPr>
          <p:spPr>
            <a:xfrm>
              <a:off x="903736" y="2584703"/>
              <a:ext cx="332740" cy="314325"/>
            </a:xfrm>
            <a:custGeom>
              <a:avLst/>
              <a:gdLst/>
              <a:ahLst/>
              <a:cxnLst/>
              <a:rect l="l" t="t" r="r" b="b"/>
              <a:pathLst>
                <a:path w="332740" h="314325">
                  <a:moveTo>
                    <a:pt x="80424" y="186690"/>
                  </a:moveTo>
                  <a:lnTo>
                    <a:pt x="6459" y="260731"/>
                  </a:lnTo>
                  <a:lnTo>
                    <a:pt x="1615" y="268039"/>
                  </a:lnTo>
                  <a:lnTo>
                    <a:pt x="0" y="276336"/>
                  </a:lnTo>
                  <a:lnTo>
                    <a:pt x="1536" y="284225"/>
                  </a:lnTo>
                  <a:lnTo>
                    <a:pt x="29324" y="312324"/>
                  </a:lnTo>
                  <a:lnTo>
                    <a:pt x="37622" y="313944"/>
                  </a:lnTo>
                  <a:lnTo>
                    <a:pt x="45914" y="312324"/>
                  </a:lnTo>
                  <a:lnTo>
                    <a:pt x="53208" y="307467"/>
                  </a:lnTo>
                  <a:lnTo>
                    <a:pt x="72144" y="288544"/>
                  </a:lnTo>
                  <a:lnTo>
                    <a:pt x="34158" y="288544"/>
                  </a:lnTo>
                  <a:lnTo>
                    <a:pt x="25446" y="279781"/>
                  </a:lnTo>
                  <a:lnTo>
                    <a:pt x="25446" y="272923"/>
                  </a:lnTo>
                  <a:lnTo>
                    <a:pt x="72740" y="225551"/>
                  </a:lnTo>
                  <a:lnTo>
                    <a:pt x="77008" y="221361"/>
                  </a:lnTo>
                  <a:lnTo>
                    <a:pt x="115010" y="221361"/>
                  </a:lnTo>
                  <a:lnTo>
                    <a:pt x="80424" y="186690"/>
                  </a:lnTo>
                  <a:close/>
                </a:path>
                <a:path w="332740" h="314325">
                  <a:moveTo>
                    <a:pt x="229230" y="193421"/>
                  </a:moveTo>
                  <a:lnTo>
                    <a:pt x="205443" y="217170"/>
                  </a:lnTo>
                  <a:lnTo>
                    <a:pt x="252636" y="264541"/>
                  </a:lnTo>
                  <a:lnTo>
                    <a:pt x="261430" y="277225"/>
                  </a:lnTo>
                  <a:lnTo>
                    <a:pt x="267908" y="291433"/>
                  </a:lnTo>
                  <a:lnTo>
                    <a:pt x="275299" y="304260"/>
                  </a:lnTo>
                  <a:lnTo>
                    <a:pt x="286837" y="312800"/>
                  </a:lnTo>
                  <a:lnTo>
                    <a:pt x="300376" y="312800"/>
                  </a:lnTo>
                  <a:lnTo>
                    <a:pt x="315433" y="306863"/>
                  </a:lnTo>
                  <a:lnTo>
                    <a:pt x="327347" y="299906"/>
                  </a:lnTo>
                  <a:lnTo>
                    <a:pt x="330383" y="297815"/>
                  </a:lnTo>
                  <a:lnTo>
                    <a:pt x="294597" y="297815"/>
                  </a:lnTo>
                  <a:lnTo>
                    <a:pt x="292412" y="295529"/>
                  </a:lnTo>
                  <a:lnTo>
                    <a:pt x="290228" y="293370"/>
                  </a:lnTo>
                  <a:lnTo>
                    <a:pt x="290228" y="289813"/>
                  </a:lnTo>
                  <a:lnTo>
                    <a:pt x="294597" y="285496"/>
                  </a:lnTo>
                  <a:lnTo>
                    <a:pt x="321191" y="285496"/>
                  </a:lnTo>
                  <a:lnTo>
                    <a:pt x="229230" y="193421"/>
                  </a:lnTo>
                  <a:close/>
                </a:path>
                <a:path w="332740" h="314325">
                  <a:moveTo>
                    <a:pt x="321191" y="285496"/>
                  </a:moveTo>
                  <a:lnTo>
                    <a:pt x="298165" y="285496"/>
                  </a:lnTo>
                  <a:lnTo>
                    <a:pt x="302534" y="289813"/>
                  </a:lnTo>
                  <a:lnTo>
                    <a:pt x="302534" y="293370"/>
                  </a:lnTo>
                  <a:lnTo>
                    <a:pt x="300350" y="295529"/>
                  </a:lnTo>
                  <a:lnTo>
                    <a:pt x="298165" y="297815"/>
                  </a:lnTo>
                  <a:lnTo>
                    <a:pt x="330383" y="297815"/>
                  </a:lnTo>
                  <a:lnTo>
                    <a:pt x="332227" y="296545"/>
                  </a:lnTo>
                  <a:lnTo>
                    <a:pt x="321191" y="285496"/>
                  </a:lnTo>
                  <a:close/>
                </a:path>
                <a:path w="332740" h="314325">
                  <a:moveTo>
                    <a:pt x="115010" y="221361"/>
                  </a:moveTo>
                  <a:lnTo>
                    <a:pt x="83878" y="221361"/>
                  </a:lnTo>
                  <a:lnTo>
                    <a:pt x="88158" y="225551"/>
                  </a:lnTo>
                  <a:lnTo>
                    <a:pt x="88311" y="225806"/>
                  </a:lnTo>
                  <a:lnTo>
                    <a:pt x="92590" y="229997"/>
                  </a:lnTo>
                  <a:lnTo>
                    <a:pt x="92603" y="236855"/>
                  </a:lnTo>
                  <a:lnTo>
                    <a:pt x="41028" y="288544"/>
                  </a:lnTo>
                  <a:lnTo>
                    <a:pt x="72144" y="288544"/>
                  </a:lnTo>
                  <a:lnTo>
                    <a:pt x="127173" y="233553"/>
                  </a:lnTo>
                  <a:lnTo>
                    <a:pt x="115010" y="221361"/>
                  </a:lnTo>
                  <a:close/>
                </a:path>
                <a:path w="332740" h="314325">
                  <a:moveTo>
                    <a:pt x="99956" y="167259"/>
                  </a:moveTo>
                  <a:lnTo>
                    <a:pt x="88323" y="178816"/>
                  </a:lnTo>
                  <a:lnTo>
                    <a:pt x="135072" y="225551"/>
                  </a:lnTo>
                  <a:lnTo>
                    <a:pt x="146705" y="213995"/>
                  </a:lnTo>
                  <a:lnTo>
                    <a:pt x="99956" y="167259"/>
                  </a:lnTo>
                  <a:close/>
                </a:path>
                <a:path w="332740" h="314325">
                  <a:moveTo>
                    <a:pt x="125255" y="89281"/>
                  </a:moveTo>
                  <a:lnTo>
                    <a:pt x="101442" y="113030"/>
                  </a:lnTo>
                  <a:lnTo>
                    <a:pt x="197543" y="209296"/>
                  </a:lnTo>
                  <a:lnTo>
                    <a:pt x="221330" y="185547"/>
                  </a:lnTo>
                  <a:lnTo>
                    <a:pt x="125255" y="89281"/>
                  </a:lnTo>
                  <a:close/>
                </a:path>
                <a:path w="332740" h="314325">
                  <a:moveTo>
                    <a:pt x="105849" y="0"/>
                  </a:moveTo>
                  <a:lnTo>
                    <a:pt x="8148" y="97790"/>
                  </a:lnTo>
                  <a:lnTo>
                    <a:pt x="22105" y="176911"/>
                  </a:lnTo>
                  <a:lnTo>
                    <a:pt x="152369" y="46609"/>
                  </a:lnTo>
                  <a:lnTo>
                    <a:pt x="105849" y="0"/>
                  </a:lnTo>
                  <a:close/>
                </a:path>
                <a:path w="332740" h="314325">
                  <a:moveTo>
                    <a:pt x="130487" y="166624"/>
                  </a:moveTo>
                  <a:lnTo>
                    <a:pt x="127312" y="169799"/>
                  </a:lnTo>
                  <a:lnTo>
                    <a:pt x="129395" y="171831"/>
                  </a:lnTo>
                  <a:lnTo>
                    <a:pt x="132570" y="168656"/>
                  </a:lnTo>
                  <a:lnTo>
                    <a:pt x="130487" y="166624"/>
                  </a:lnTo>
                  <a:close/>
                </a:path>
                <a:path w="332740" h="314325">
                  <a:moveTo>
                    <a:pt x="237536" y="67056"/>
                  </a:moveTo>
                  <a:lnTo>
                    <a:pt x="178239" y="126365"/>
                  </a:lnTo>
                  <a:lnTo>
                    <a:pt x="186139" y="134366"/>
                  </a:lnTo>
                  <a:lnTo>
                    <a:pt x="245435" y="75057"/>
                  </a:lnTo>
                  <a:lnTo>
                    <a:pt x="237536" y="67056"/>
                  </a:lnTo>
                  <a:close/>
                </a:path>
                <a:path w="332740" h="314325">
                  <a:moveTo>
                    <a:pt x="272969" y="24003"/>
                  </a:moveTo>
                  <a:lnTo>
                    <a:pt x="244368" y="52578"/>
                  </a:lnTo>
                  <a:lnTo>
                    <a:pt x="244406" y="57785"/>
                  </a:lnTo>
                  <a:lnTo>
                    <a:pt x="247645" y="60960"/>
                  </a:lnTo>
                  <a:lnTo>
                    <a:pt x="251531" y="64897"/>
                  </a:lnTo>
                  <a:lnTo>
                    <a:pt x="254899" y="68199"/>
                  </a:lnTo>
                  <a:lnTo>
                    <a:pt x="259951" y="68199"/>
                  </a:lnTo>
                  <a:lnTo>
                    <a:pt x="288551" y="39624"/>
                  </a:lnTo>
                  <a:lnTo>
                    <a:pt x="272969" y="24003"/>
                  </a:lnTo>
                  <a:close/>
                </a:path>
                <a:path w="332740" h="314325">
                  <a:moveTo>
                    <a:pt x="31707" y="20955"/>
                  </a:moveTo>
                  <a:lnTo>
                    <a:pt x="30614" y="20955"/>
                  </a:lnTo>
                  <a:lnTo>
                    <a:pt x="29941" y="21590"/>
                  </a:lnTo>
                  <a:lnTo>
                    <a:pt x="25065" y="26543"/>
                  </a:lnTo>
                  <a:lnTo>
                    <a:pt x="24391" y="27178"/>
                  </a:lnTo>
                  <a:lnTo>
                    <a:pt x="24379" y="28321"/>
                  </a:lnTo>
                  <a:lnTo>
                    <a:pt x="25065" y="28956"/>
                  </a:lnTo>
                  <a:lnTo>
                    <a:pt x="26284" y="30225"/>
                  </a:lnTo>
                  <a:lnTo>
                    <a:pt x="33612" y="22860"/>
                  </a:lnTo>
                  <a:lnTo>
                    <a:pt x="32392" y="21590"/>
                  </a:lnTo>
                  <a:lnTo>
                    <a:pt x="31707" y="20955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49808" y="3250704"/>
            <a:ext cx="637540" cy="638810"/>
            <a:chOff x="749808" y="3250704"/>
            <a:chExt cx="637540" cy="638810"/>
          </a:xfrm>
        </p:grpSpPr>
        <p:sp>
          <p:nvSpPr>
            <p:cNvPr id="53" name="object 53"/>
            <p:cNvSpPr/>
            <p:nvPr/>
          </p:nvSpPr>
          <p:spPr>
            <a:xfrm>
              <a:off x="923340" y="3254882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4"/>
                  </a:lnTo>
                  <a:lnTo>
                    <a:pt x="0" y="31750"/>
                  </a:lnTo>
                  <a:lnTo>
                    <a:pt x="12522" y="60705"/>
                  </a:lnTo>
                  <a:lnTo>
                    <a:pt x="20904" y="56261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8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2"/>
                  </a:lnTo>
                  <a:lnTo>
                    <a:pt x="282702" y="27304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808" y="3250704"/>
              <a:ext cx="637019" cy="63879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19785" y="3321811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1"/>
                  </a:lnTo>
                  <a:lnTo>
                    <a:pt x="163022" y="15653"/>
                  </a:lnTo>
                  <a:lnTo>
                    <a:pt x="124014" y="34162"/>
                  </a:lnTo>
                  <a:lnTo>
                    <a:pt x="89067" y="58852"/>
                  </a:lnTo>
                  <a:lnTo>
                    <a:pt x="58888" y="89017"/>
                  </a:lnTo>
                  <a:lnTo>
                    <a:pt x="34185" y="123951"/>
                  </a:lnTo>
                  <a:lnTo>
                    <a:pt x="15665" y="162950"/>
                  </a:lnTo>
                  <a:lnTo>
                    <a:pt x="4034" y="205307"/>
                  </a:lnTo>
                  <a:lnTo>
                    <a:pt x="0" y="250316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7" y="496725"/>
                  </a:lnTo>
                  <a:lnTo>
                    <a:pt x="337755" y="485091"/>
                  </a:lnTo>
                  <a:lnTo>
                    <a:pt x="376760" y="466565"/>
                  </a:lnTo>
                  <a:lnTo>
                    <a:pt x="411703" y="441855"/>
                  </a:lnTo>
                  <a:lnTo>
                    <a:pt x="441878" y="411669"/>
                  </a:lnTo>
                  <a:lnTo>
                    <a:pt x="466579" y="376714"/>
                  </a:lnTo>
                  <a:lnTo>
                    <a:pt x="485097" y="337699"/>
                  </a:lnTo>
                  <a:lnTo>
                    <a:pt x="496727" y="295331"/>
                  </a:lnTo>
                  <a:lnTo>
                    <a:pt x="500761" y="250316"/>
                  </a:lnTo>
                  <a:lnTo>
                    <a:pt x="496727" y="205307"/>
                  </a:lnTo>
                  <a:lnTo>
                    <a:pt x="485097" y="162950"/>
                  </a:lnTo>
                  <a:lnTo>
                    <a:pt x="466579" y="123951"/>
                  </a:lnTo>
                  <a:lnTo>
                    <a:pt x="441878" y="89017"/>
                  </a:lnTo>
                  <a:lnTo>
                    <a:pt x="411703" y="58852"/>
                  </a:lnTo>
                  <a:lnTo>
                    <a:pt x="376760" y="34162"/>
                  </a:lnTo>
                  <a:lnTo>
                    <a:pt x="337755" y="15653"/>
                  </a:lnTo>
                  <a:lnTo>
                    <a:pt x="295397" y="4031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56"/>
            <p:cNvSpPr/>
            <p:nvPr/>
          </p:nvSpPr>
          <p:spPr>
            <a:xfrm>
              <a:off x="900684" y="3415410"/>
              <a:ext cx="338455" cy="312420"/>
            </a:xfrm>
            <a:custGeom>
              <a:avLst/>
              <a:gdLst/>
              <a:ahLst/>
              <a:cxnLst/>
              <a:rect l="l" t="t" r="r" b="b"/>
              <a:pathLst>
                <a:path w="338455" h="312420">
                  <a:moveTo>
                    <a:pt x="311137" y="263778"/>
                  </a:moveTo>
                  <a:lnTo>
                    <a:pt x="296240" y="263778"/>
                  </a:lnTo>
                  <a:lnTo>
                    <a:pt x="285660" y="265918"/>
                  </a:lnTo>
                  <a:lnTo>
                    <a:pt x="277021" y="271748"/>
                  </a:lnTo>
                  <a:lnTo>
                    <a:pt x="271197" y="280388"/>
                  </a:lnTo>
                  <a:lnTo>
                    <a:pt x="269062" y="290956"/>
                  </a:lnTo>
                  <a:lnTo>
                    <a:pt x="269062" y="309244"/>
                  </a:lnTo>
                  <a:lnTo>
                    <a:pt x="272148" y="312293"/>
                  </a:lnTo>
                  <a:lnTo>
                    <a:pt x="335241" y="312293"/>
                  </a:lnTo>
                  <a:lnTo>
                    <a:pt x="338328" y="309244"/>
                  </a:lnTo>
                  <a:lnTo>
                    <a:pt x="338328" y="290956"/>
                  </a:lnTo>
                  <a:lnTo>
                    <a:pt x="336192" y="280388"/>
                  </a:lnTo>
                  <a:lnTo>
                    <a:pt x="330366" y="271748"/>
                  </a:lnTo>
                  <a:lnTo>
                    <a:pt x="321724" y="265918"/>
                  </a:lnTo>
                  <a:lnTo>
                    <a:pt x="311137" y="263778"/>
                  </a:lnTo>
                  <a:close/>
                </a:path>
                <a:path w="338455" h="312420">
                  <a:moveTo>
                    <a:pt x="233349" y="262763"/>
                  </a:moveTo>
                  <a:lnTo>
                    <a:pt x="218465" y="262763"/>
                  </a:lnTo>
                  <a:lnTo>
                    <a:pt x="207878" y="264904"/>
                  </a:lnTo>
                  <a:lnTo>
                    <a:pt x="199236" y="270748"/>
                  </a:lnTo>
                  <a:lnTo>
                    <a:pt x="193410" y="279425"/>
                  </a:lnTo>
                  <a:lnTo>
                    <a:pt x="191274" y="290068"/>
                  </a:lnTo>
                  <a:lnTo>
                    <a:pt x="191274" y="308228"/>
                  </a:lnTo>
                  <a:lnTo>
                    <a:pt x="194360" y="311403"/>
                  </a:lnTo>
                  <a:lnTo>
                    <a:pt x="257467" y="311403"/>
                  </a:lnTo>
                  <a:lnTo>
                    <a:pt x="260553" y="308228"/>
                  </a:lnTo>
                  <a:lnTo>
                    <a:pt x="260540" y="290068"/>
                  </a:lnTo>
                  <a:lnTo>
                    <a:pt x="258404" y="279425"/>
                  </a:lnTo>
                  <a:lnTo>
                    <a:pt x="252579" y="270748"/>
                  </a:lnTo>
                  <a:lnTo>
                    <a:pt x="243936" y="264904"/>
                  </a:lnTo>
                  <a:lnTo>
                    <a:pt x="233349" y="262763"/>
                  </a:lnTo>
                  <a:close/>
                </a:path>
                <a:path w="338455" h="312420">
                  <a:moveTo>
                    <a:pt x="155575" y="261874"/>
                  </a:moveTo>
                  <a:lnTo>
                    <a:pt x="140677" y="261874"/>
                  </a:lnTo>
                  <a:lnTo>
                    <a:pt x="130098" y="264015"/>
                  </a:lnTo>
                  <a:lnTo>
                    <a:pt x="121459" y="269859"/>
                  </a:lnTo>
                  <a:lnTo>
                    <a:pt x="115635" y="278536"/>
                  </a:lnTo>
                  <a:lnTo>
                    <a:pt x="113499" y="289178"/>
                  </a:lnTo>
                  <a:lnTo>
                    <a:pt x="113499" y="307339"/>
                  </a:lnTo>
                  <a:lnTo>
                    <a:pt x="116573" y="310388"/>
                  </a:lnTo>
                  <a:lnTo>
                    <a:pt x="179679" y="310388"/>
                  </a:lnTo>
                  <a:lnTo>
                    <a:pt x="182765" y="307339"/>
                  </a:lnTo>
                  <a:lnTo>
                    <a:pt x="182765" y="289178"/>
                  </a:lnTo>
                  <a:lnTo>
                    <a:pt x="180629" y="278536"/>
                  </a:lnTo>
                  <a:lnTo>
                    <a:pt x="174804" y="269859"/>
                  </a:lnTo>
                  <a:lnTo>
                    <a:pt x="166161" y="264015"/>
                  </a:lnTo>
                  <a:lnTo>
                    <a:pt x="155575" y="261874"/>
                  </a:lnTo>
                  <a:close/>
                </a:path>
                <a:path w="338455" h="312420">
                  <a:moveTo>
                    <a:pt x="316890" y="213232"/>
                  </a:moveTo>
                  <a:lnTo>
                    <a:pt x="290499" y="213232"/>
                  </a:lnTo>
                  <a:lnTo>
                    <a:pt x="284327" y="219456"/>
                  </a:lnTo>
                  <a:lnTo>
                    <a:pt x="284327" y="237997"/>
                  </a:lnTo>
                  <a:lnTo>
                    <a:pt x="285850" y="245534"/>
                  </a:lnTo>
                  <a:lnTo>
                    <a:pt x="290001" y="251713"/>
                  </a:lnTo>
                  <a:lnTo>
                    <a:pt x="296157" y="255893"/>
                  </a:lnTo>
                  <a:lnTo>
                    <a:pt x="303695" y="257428"/>
                  </a:lnTo>
                  <a:lnTo>
                    <a:pt x="311232" y="255893"/>
                  </a:lnTo>
                  <a:lnTo>
                    <a:pt x="317388" y="251713"/>
                  </a:lnTo>
                  <a:lnTo>
                    <a:pt x="321540" y="245534"/>
                  </a:lnTo>
                  <a:lnTo>
                    <a:pt x="323062" y="237997"/>
                  </a:lnTo>
                  <a:lnTo>
                    <a:pt x="323062" y="219456"/>
                  </a:lnTo>
                  <a:lnTo>
                    <a:pt x="316890" y="213232"/>
                  </a:lnTo>
                  <a:close/>
                </a:path>
                <a:path w="338455" h="312420">
                  <a:moveTo>
                    <a:pt x="239115" y="212344"/>
                  </a:moveTo>
                  <a:lnTo>
                    <a:pt x="212712" y="212344"/>
                  </a:lnTo>
                  <a:lnTo>
                    <a:pt x="206540" y="218566"/>
                  </a:lnTo>
                  <a:lnTo>
                    <a:pt x="218370" y="254894"/>
                  </a:lnTo>
                  <a:lnTo>
                    <a:pt x="225907" y="256412"/>
                  </a:lnTo>
                  <a:lnTo>
                    <a:pt x="233450" y="254894"/>
                  </a:lnTo>
                  <a:lnTo>
                    <a:pt x="239606" y="250745"/>
                  </a:lnTo>
                  <a:lnTo>
                    <a:pt x="243754" y="244572"/>
                  </a:lnTo>
                  <a:lnTo>
                    <a:pt x="245198" y="237362"/>
                  </a:lnTo>
                  <a:lnTo>
                    <a:pt x="245275" y="218566"/>
                  </a:lnTo>
                  <a:lnTo>
                    <a:pt x="239115" y="212344"/>
                  </a:lnTo>
                  <a:close/>
                </a:path>
                <a:path w="338455" h="312420">
                  <a:moveTo>
                    <a:pt x="161328" y="211455"/>
                  </a:moveTo>
                  <a:lnTo>
                    <a:pt x="134937" y="211455"/>
                  </a:lnTo>
                  <a:lnTo>
                    <a:pt x="128765" y="217550"/>
                  </a:lnTo>
                  <a:lnTo>
                    <a:pt x="128765" y="236093"/>
                  </a:lnTo>
                  <a:lnTo>
                    <a:pt x="130287" y="243629"/>
                  </a:lnTo>
                  <a:lnTo>
                    <a:pt x="134439" y="249809"/>
                  </a:lnTo>
                  <a:lnTo>
                    <a:pt x="140595" y="253988"/>
                  </a:lnTo>
                  <a:lnTo>
                    <a:pt x="148132" y="255524"/>
                  </a:lnTo>
                  <a:lnTo>
                    <a:pt x="155670" y="253988"/>
                  </a:lnTo>
                  <a:lnTo>
                    <a:pt x="161826" y="249809"/>
                  </a:lnTo>
                  <a:lnTo>
                    <a:pt x="165977" y="243629"/>
                  </a:lnTo>
                  <a:lnTo>
                    <a:pt x="167500" y="236093"/>
                  </a:lnTo>
                  <a:lnTo>
                    <a:pt x="167500" y="217550"/>
                  </a:lnTo>
                  <a:lnTo>
                    <a:pt x="161328" y="211455"/>
                  </a:lnTo>
                  <a:close/>
                </a:path>
                <a:path w="338455" h="312420">
                  <a:moveTo>
                    <a:pt x="63919" y="160019"/>
                  </a:moveTo>
                  <a:lnTo>
                    <a:pt x="36956" y="160019"/>
                  </a:lnTo>
                  <a:lnTo>
                    <a:pt x="38544" y="161416"/>
                  </a:lnTo>
                  <a:lnTo>
                    <a:pt x="38544" y="162940"/>
                  </a:lnTo>
                  <a:lnTo>
                    <a:pt x="44754" y="232028"/>
                  </a:lnTo>
                  <a:lnTo>
                    <a:pt x="45306" y="236093"/>
                  </a:lnTo>
                  <a:lnTo>
                    <a:pt x="45392" y="236727"/>
                  </a:lnTo>
                  <a:lnTo>
                    <a:pt x="45478" y="237362"/>
                  </a:lnTo>
                  <a:lnTo>
                    <a:pt x="50431" y="241172"/>
                  </a:lnTo>
                  <a:lnTo>
                    <a:pt x="60642" y="239521"/>
                  </a:lnTo>
                  <a:lnTo>
                    <a:pt x="63919" y="235076"/>
                  </a:lnTo>
                  <a:lnTo>
                    <a:pt x="63919" y="160019"/>
                  </a:lnTo>
                  <a:close/>
                </a:path>
                <a:path w="338455" h="312420">
                  <a:moveTo>
                    <a:pt x="21488" y="54228"/>
                  </a:moveTo>
                  <a:lnTo>
                    <a:pt x="16128" y="54228"/>
                  </a:lnTo>
                  <a:lnTo>
                    <a:pt x="9029" y="55372"/>
                  </a:lnTo>
                  <a:lnTo>
                    <a:pt x="6337" y="56768"/>
                  </a:lnTo>
                  <a:lnTo>
                    <a:pt x="2374" y="58927"/>
                  </a:lnTo>
                  <a:lnTo>
                    <a:pt x="0" y="63246"/>
                  </a:lnTo>
                  <a:lnTo>
                    <a:pt x="0" y="124713"/>
                  </a:lnTo>
                  <a:lnTo>
                    <a:pt x="2387" y="128650"/>
                  </a:lnTo>
                  <a:lnTo>
                    <a:pt x="6426" y="130683"/>
                  </a:lnTo>
                  <a:lnTo>
                    <a:pt x="6578" y="130937"/>
                  </a:lnTo>
                  <a:lnTo>
                    <a:pt x="6578" y="236093"/>
                  </a:lnTo>
                  <a:lnTo>
                    <a:pt x="10883" y="240411"/>
                  </a:lnTo>
                  <a:lnTo>
                    <a:pt x="22478" y="240411"/>
                  </a:lnTo>
                  <a:lnTo>
                    <a:pt x="26593" y="236727"/>
                  </a:lnTo>
                  <a:lnTo>
                    <a:pt x="27125" y="232028"/>
                  </a:lnTo>
                  <a:lnTo>
                    <a:pt x="32232" y="162940"/>
                  </a:lnTo>
                  <a:lnTo>
                    <a:pt x="32423" y="161798"/>
                  </a:lnTo>
                  <a:lnTo>
                    <a:pt x="32486" y="161416"/>
                  </a:lnTo>
                  <a:lnTo>
                    <a:pt x="33807" y="160019"/>
                  </a:lnTo>
                  <a:lnTo>
                    <a:pt x="63919" y="160019"/>
                  </a:lnTo>
                  <a:lnTo>
                    <a:pt x="63919" y="82803"/>
                  </a:lnTo>
                  <a:lnTo>
                    <a:pt x="103668" y="82803"/>
                  </a:lnTo>
                  <a:lnTo>
                    <a:pt x="112979" y="77215"/>
                  </a:lnTo>
                  <a:lnTo>
                    <a:pt x="117551" y="74422"/>
                  </a:lnTo>
                  <a:lnTo>
                    <a:pt x="117578" y="74294"/>
                  </a:lnTo>
                  <a:lnTo>
                    <a:pt x="82384" y="74294"/>
                  </a:lnTo>
                  <a:lnTo>
                    <a:pt x="75131" y="67055"/>
                  </a:lnTo>
                  <a:lnTo>
                    <a:pt x="35280" y="67055"/>
                  </a:lnTo>
                  <a:lnTo>
                    <a:pt x="21488" y="54228"/>
                  </a:lnTo>
                  <a:close/>
                </a:path>
                <a:path w="338455" h="312420">
                  <a:moveTo>
                    <a:pt x="116128" y="165608"/>
                  </a:moveTo>
                  <a:lnTo>
                    <a:pt x="94030" y="165608"/>
                  </a:lnTo>
                  <a:lnTo>
                    <a:pt x="86421" y="233171"/>
                  </a:lnTo>
                  <a:lnTo>
                    <a:pt x="80278" y="233171"/>
                  </a:lnTo>
                  <a:lnTo>
                    <a:pt x="78778" y="234695"/>
                  </a:lnTo>
                  <a:lnTo>
                    <a:pt x="78778" y="238759"/>
                  </a:lnTo>
                  <a:lnTo>
                    <a:pt x="80403" y="240411"/>
                  </a:lnTo>
                  <a:lnTo>
                    <a:pt x="110070" y="240411"/>
                  </a:lnTo>
                  <a:lnTo>
                    <a:pt x="111709" y="238759"/>
                  </a:lnTo>
                  <a:lnTo>
                    <a:pt x="111709" y="235076"/>
                  </a:lnTo>
                  <a:lnTo>
                    <a:pt x="111496" y="234695"/>
                  </a:lnTo>
                  <a:lnTo>
                    <a:pt x="110324" y="233299"/>
                  </a:lnTo>
                  <a:lnTo>
                    <a:pt x="108521" y="233171"/>
                  </a:lnTo>
                  <a:lnTo>
                    <a:pt x="113068" y="192658"/>
                  </a:lnTo>
                  <a:lnTo>
                    <a:pt x="227543" y="192658"/>
                  </a:lnTo>
                  <a:lnTo>
                    <a:pt x="226714" y="185292"/>
                  </a:lnTo>
                  <a:lnTo>
                    <a:pt x="113906" y="185292"/>
                  </a:lnTo>
                  <a:lnTo>
                    <a:pt x="116128" y="165608"/>
                  </a:lnTo>
                  <a:close/>
                </a:path>
                <a:path w="338455" h="312420">
                  <a:moveTo>
                    <a:pt x="227543" y="192658"/>
                  </a:moveTo>
                  <a:lnTo>
                    <a:pt x="205447" y="192658"/>
                  </a:lnTo>
                  <a:lnTo>
                    <a:pt x="206679" y="203707"/>
                  </a:lnTo>
                  <a:lnTo>
                    <a:pt x="210667" y="201294"/>
                  </a:lnTo>
                  <a:lnTo>
                    <a:pt x="215315" y="199897"/>
                  </a:lnTo>
                  <a:lnTo>
                    <a:pt x="228358" y="199897"/>
                  </a:lnTo>
                  <a:lnTo>
                    <a:pt x="227543" y="192658"/>
                  </a:lnTo>
                  <a:close/>
                </a:path>
                <a:path w="338455" h="312420">
                  <a:moveTo>
                    <a:pt x="224497" y="165608"/>
                  </a:moveTo>
                  <a:lnTo>
                    <a:pt x="202399" y="165608"/>
                  </a:lnTo>
                  <a:lnTo>
                    <a:pt x="204622" y="185292"/>
                  </a:lnTo>
                  <a:lnTo>
                    <a:pt x="226714" y="185292"/>
                  </a:lnTo>
                  <a:lnTo>
                    <a:pt x="224497" y="165608"/>
                  </a:lnTo>
                  <a:close/>
                </a:path>
                <a:path w="338455" h="312420">
                  <a:moveTo>
                    <a:pt x="272491" y="151764"/>
                  </a:moveTo>
                  <a:lnTo>
                    <a:pt x="78447" y="151764"/>
                  </a:lnTo>
                  <a:lnTo>
                    <a:pt x="78447" y="165608"/>
                  </a:lnTo>
                  <a:lnTo>
                    <a:pt x="273596" y="165608"/>
                  </a:lnTo>
                  <a:lnTo>
                    <a:pt x="276898" y="161798"/>
                  </a:lnTo>
                  <a:lnTo>
                    <a:pt x="275653" y="154177"/>
                  </a:lnTo>
                  <a:lnTo>
                    <a:pt x="272491" y="151764"/>
                  </a:lnTo>
                  <a:close/>
                </a:path>
                <a:path w="338455" h="312420">
                  <a:moveTo>
                    <a:pt x="241985" y="27431"/>
                  </a:moveTo>
                  <a:lnTo>
                    <a:pt x="71361" y="27431"/>
                  </a:lnTo>
                  <a:lnTo>
                    <a:pt x="69316" y="29463"/>
                  </a:lnTo>
                  <a:lnTo>
                    <a:pt x="69316" y="34416"/>
                  </a:lnTo>
                  <a:lnTo>
                    <a:pt x="71107" y="36322"/>
                  </a:lnTo>
                  <a:lnTo>
                    <a:pt x="74650" y="36702"/>
                  </a:lnTo>
                  <a:lnTo>
                    <a:pt x="246151" y="36702"/>
                  </a:lnTo>
                  <a:lnTo>
                    <a:pt x="253022" y="43561"/>
                  </a:lnTo>
                  <a:lnTo>
                    <a:pt x="253022" y="151764"/>
                  </a:lnTo>
                  <a:lnTo>
                    <a:pt x="262572" y="151764"/>
                  </a:lnTo>
                  <a:lnTo>
                    <a:pt x="262572" y="48005"/>
                  </a:lnTo>
                  <a:lnTo>
                    <a:pt x="260954" y="40022"/>
                  </a:lnTo>
                  <a:lnTo>
                    <a:pt x="256541" y="33480"/>
                  </a:lnTo>
                  <a:lnTo>
                    <a:pt x="249997" y="29057"/>
                  </a:lnTo>
                  <a:lnTo>
                    <a:pt x="241985" y="27431"/>
                  </a:lnTo>
                  <a:close/>
                </a:path>
                <a:path w="338455" h="312420">
                  <a:moveTo>
                    <a:pt x="229654" y="123698"/>
                  </a:moveTo>
                  <a:lnTo>
                    <a:pt x="141300" y="123698"/>
                  </a:lnTo>
                  <a:lnTo>
                    <a:pt x="138874" y="126364"/>
                  </a:lnTo>
                  <a:lnTo>
                    <a:pt x="139565" y="130683"/>
                  </a:lnTo>
                  <a:lnTo>
                    <a:pt x="139606" y="130937"/>
                  </a:lnTo>
                  <a:lnTo>
                    <a:pt x="139707" y="131572"/>
                  </a:lnTo>
                  <a:lnTo>
                    <a:pt x="139788" y="132079"/>
                  </a:lnTo>
                  <a:lnTo>
                    <a:pt x="142112" y="133730"/>
                  </a:lnTo>
                  <a:lnTo>
                    <a:pt x="229654" y="133730"/>
                  </a:lnTo>
                  <a:lnTo>
                    <a:pt x="231914" y="131572"/>
                  </a:lnTo>
                  <a:lnTo>
                    <a:pt x="231914" y="125984"/>
                  </a:lnTo>
                  <a:lnTo>
                    <a:pt x="229654" y="123698"/>
                  </a:lnTo>
                  <a:close/>
                </a:path>
                <a:path w="338455" h="312420">
                  <a:moveTo>
                    <a:pt x="171716" y="101600"/>
                  </a:moveTo>
                  <a:lnTo>
                    <a:pt x="141579" y="101600"/>
                  </a:lnTo>
                  <a:lnTo>
                    <a:pt x="139331" y="103759"/>
                  </a:lnTo>
                  <a:lnTo>
                    <a:pt x="139331" y="109474"/>
                  </a:lnTo>
                  <a:lnTo>
                    <a:pt x="141579" y="111633"/>
                  </a:lnTo>
                  <a:lnTo>
                    <a:pt x="171716" y="111633"/>
                  </a:lnTo>
                  <a:lnTo>
                    <a:pt x="173964" y="109474"/>
                  </a:lnTo>
                  <a:lnTo>
                    <a:pt x="173964" y="103759"/>
                  </a:lnTo>
                  <a:lnTo>
                    <a:pt x="171716" y="101600"/>
                  </a:lnTo>
                  <a:close/>
                </a:path>
                <a:path w="338455" h="312420">
                  <a:moveTo>
                    <a:pt x="229666" y="101600"/>
                  </a:moveTo>
                  <a:lnTo>
                    <a:pt x="189445" y="101600"/>
                  </a:lnTo>
                  <a:lnTo>
                    <a:pt x="187197" y="103759"/>
                  </a:lnTo>
                  <a:lnTo>
                    <a:pt x="187197" y="109474"/>
                  </a:lnTo>
                  <a:lnTo>
                    <a:pt x="189458" y="111633"/>
                  </a:lnTo>
                  <a:lnTo>
                    <a:pt x="229654" y="111633"/>
                  </a:lnTo>
                  <a:lnTo>
                    <a:pt x="231914" y="109474"/>
                  </a:lnTo>
                  <a:lnTo>
                    <a:pt x="231914" y="103759"/>
                  </a:lnTo>
                  <a:lnTo>
                    <a:pt x="229666" y="101600"/>
                  </a:lnTo>
                  <a:close/>
                </a:path>
                <a:path w="338455" h="312420">
                  <a:moveTo>
                    <a:pt x="103668" y="82803"/>
                  </a:moveTo>
                  <a:lnTo>
                    <a:pt x="63919" y="82803"/>
                  </a:lnTo>
                  <a:lnTo>
                    <a:pt x="74536" y="92201"/>
                  </a:lnTo>
                  <a:lnTo>
                    <a:pt x="76288" y="93979"/>
                  </a:lnTo>
                  <a:lnTo>
                    <a:pt x="78612" y="94868"/>
                  </a:lnTo>
                  <a:lnTo>
                    <a:pt x="82588" y="94868"/>
                  </a:lnTo>
                  <a:lnTo>
                    <a:pt x="84200" y="94487"/>
                  </a:lnTo>
                  <a:lnTo>
                    <a:pt x="103668" y="82803"/>
                  </a:lnTo>
                  <a:close/>
                </a:path>
                <a:path w="338455" h="312420">
                  <a:moveTo>
                    <a:pt x="229654" y="79501"/>
                  </a:moveTo>
                  <a:lnTo>
                    <a:pt x="141300" y="79501"/>
                  </a:lnTo>
                  <a:lnTo>
                    <a:pt x="138874" y="82168"/>
                  </a:lnTo>
                  <a:lnTo>
                    <a:pt x="139687" y="87249"/>
                  </a:lnTo>
                  <a:lnTo>
                    <a:pt x="139788" y="87884"/>
                  </a:lnTo>
                  <a:lnTo>
                    <a:pt x="142112" y="89535"/>
                  </a:lnTo>
                  <a:lnTo>
                    <a:pt x="229654" y="89535"/>
                  </a:lnTo>
                  <a:lnTo>
                    <a:pt x="231914" y="87249"/>
                  </a:lnTo>
                  <a:lnTo>
                    <a:pt x="231914" y="81661"/>
                  </a:lnTo>
                  <a:lnTo>
                    <a:pt x="229654" y="79501"/>
                  </a:lnTo>
                  <a:close/>
                </a:path>
                <a:path w="338455" h="312420">
                  <a:moveTo>
                    <a:pt x="107238" y="59309"/>
                  </a:moveTo>
                  <a:lnTo>
                    <a:pt x="103162" y="61849"/>
                  </a:lnTo>
                  <a:lnTo>
                    <a:pt x="82384" y="74294"/>
                  </a:lnTo>
                  <a:lnTo>
                    <a:pt x="117578" y="74294"/>
                  </a:lnTo>
                  <a:lnTo>
                    <a:pt x="118846" y="68325"/>
                  </a:lnTo>
                  <a:lnTo>
                    <a:pt x="115569" y="63880"/>
                  </a:lnTo>
                  <a:lnTo>
                    <a:pt x="112725" y="60071"/>
                  </a:lnTo>
                  <a:lnTo>
                    <a:pt x="107238" y="59309"/>
                  </a:lnTo>
                  <a:close/>
                </a:path>
                <a:path w="338455" h="312420">
                  <a:moveTo>
                    <a:pt x="171716" y="57276"/>
                  </a:moveTo>
                  <a:lnTo>
                    <a:pt x="141579" y="57276"/>
                  </a:lnTo>
                  <a:lnTo>
                    <a:pt x="139331" y="59562"/>
                  </a:lnTo>
                  <a:lnTo>
                    <a:pt x="139331" y="65150"/>
                  </a:lnTo>
                  <a:lnTo>
                    <a:pt x="141579" y="67437"/>
                  </a:lnTo>
                  <a:lnTo>
                    <a:pt x="171716" y="67437"/>
                  </a:lnTo>
                  <a:lnTo>
                    <a:pt x="173964" y="65150"/>
                  </a:lnTo>
                  <a:lnTo>
                    <a:pt x="173964" y="59562"/>
                  </a:lnTo>
                  <a:lnTo>
                    <a:pt x="171716" y="57276"/>
                  </a:lnTo>
                  <a:close/>
                </a:path>
                <a:path w="338455" h="312420">
                  <a:moveTo>
                    <a:pt x="229666" y="57276"/>
                  </a:moveTo>
                  <a:lnTo>
                    <a:pt x="189445" y="57276"/>
                  </a:lnTo>
                  <a:lnTo>
                    <a:pt x="187197" y="59562"/>
                  </a:lnTo>
                  <a:lnTo>
                    <a:pt x="187197" y="65150"/>
                  </a:lnTo>
                  <a:lnTo>
                    <a:pt x="189458" y="67437"/>
                  </a:lnTo>
                  <a:lnTo>
                    <a:pt x="229654" y="67437"/>
                  </a:lnTo>
                  <a:lnTo>
                    <a:pt x="231914" y="65150"/>
                  </a:lnTo>
                  <a:lnTo>
                    <a:pt x="231914" y="59562"/>
                  </a:lnTo>
                  <a:lnTo>
                    <a:pt x="229666" y="57276"/>
                  </a:lnTo>
                  <a:close/>
                </a:path>
                <a:path w="338455" h="312420">
                  <a:moveTo>
                    <a:pt x="55321" y="53848"/>
                  </a:moveTo>
                  <a:lnTo>
                    <a:pt x="49263" y="53848"/>
                  </a:lnTo>
                  <a:lnTo>
                    <a:pt x="35280" y="67055"/>
                  </a:lnTo>
                  <a:lnTo>
                    <a:pt x="75131" y="67055"/>
                  </a:lnTo>
                  <a:lnTo>
                    <a:pt x="69913" y="61849"/>
                  </a:lnTo>
                  <a:lnTo>
                    <a:pt x="68948" y="60833"/>
                  </a:lnTo>
                  <a:lnTo>
                    <a:pt x="66776" y="58419"/>
                  </a:lnTo>
                  <a:lnTo>
                    <a:pt x="66103" y="57785"/>
                  </a:lnTo>
                  <a:lnTo>
                    <a:pt x="62674" y="55372"/>
                  </a:lnTo>
                  <a:lnTo>
                    <a:pt x="55321" y="53848"/>
                  </a:lnTo>
                  <a:close/>
                </a:path>
                <a:path w="338455" h="312420">
                  <a:moveTo>
                    <a:pt x="42658" y="43561"/>
                  </a:moveTo>
                  <a:lnTo>
                    <a:pt x="28121" y="43561"/>
                  </a:lnTo>
                  <a:lnTo>
                    <a:pt x="35293" y="45465"/>
                  </a:lnTo>
                  <a:lnTo>
                    <a:pt x="42658" y="43561"/>
                  </a:lnTo>
                  <a:close/>
                </a:path>
                <a:path w="338455" h="312420">
                  <a:moveTo>
                    <a:pt x="35293" y="1015"/>
                  </a:moveTo>
                  <a:lnTo>
                    <a:pt x="27613" y="2045"/>
                  </a:lnTo>
                  <a:lnTo>
                    <a:pt x="21353" y="5349"/>
                  </a:lnTo>
                  <a:lnTo>
                    <a:pt x="17139" y="11249"/>
                  </a:lnTo>
                  <a:lnTo>
                    <a:pt x="15595" y="20065"/>
                  </a:lnTo>
                  <a:lnTo>
                    <a:pt x="17018" y="29057"/>
                  </a:lnTo>
                  <a:lnTo>
                    <a:pt x="17139" y="29821"/>
                  </a:lnTo>
                  <a:lnTo>
                    <a:pt x="21353" y="37909"/>
                  </a:lnTo>
                  <a:lnTo>
                    <a:pt x="27766" y="43561"/>
                  </a:lnTo>
                  <a:lnTo>
                    <a:pt x="42879" y="43561"/>
                  </a:lnTo>
                  <a:lnTo>
                    <a:pt x="49233" y="38052"/>
                  </a:lnTo>
                  <a:lnTo>
                    <a:pt x="53447" y="29981"/>
                  </a:lnTo>
                  <a:lnTo>
                    <a:pt x="54911" y="20574"/>
                  </a:lnTo>
                  <a:lnTo>
                    <a:pt x="54990" y="20065"/>
                  </a:lnTo>
                  <a:lnTo>
                    <a:pt x="53465" y="11249"/>
                  </a:lnTo>
                  <a:lnTo>
                    <a:pt x="51198" y="8000"/>
                  </a:lnTo>
                  <a:lnTo>
                    <a:pt x="49301" y="5349"/>
                  </a:lnTo>
                  <a:lnTo>
                    <a:pt x="43042" y="2045"/>
                  </a:lnTo>
                  <a:lnTo>
                    <a:pt x="43249" y="2045"/>
                  </a:lnTo>
                  <a:lnTo>
                    <a:pt x="35293" y="1015"/>
                  </a:lnTo>
                  <a:close/>
                </a:path>
                <a:path w="338455" h="312420">
                  <a:moveTo>
                    <a:pt x="161226" y="0"/>
                  </a:moveTo>
                  <a:lnTo>
                    <a:pt x="152213" y="1015"/>
                  </a:lnTo>
                  <a:lnTo>
                    <a:pt x="152456" y="1015"/>
                  </a:lnTo>
                  <a:lnTo>
                    <a:pt x="145258" y="5349"/>
                  </a:lnTo>
                  <a:lnTo>
                    <a:pt x="140395" y="12090"/>
                  </a:lnTo>
                  <a:lnTo>
                    <a:pt x="138690" y="20065"/>
                  </a:lnTo>
                  <a:lnTo>
                    <a:pt x="138582" y="27431"/>
                  </a:lnTo>
                  <a:lnTo>
                    <a:pt x="147637" y="27431"/>
                  </a:lnTo>
                  <a:lnTo>
                    <a:pt x="147637" y="13208"/>
                  </a:lnTo>
                  <a:lnTo>
                    <a:pt x="152806" y="8000"/>
                  </a:lnTo>
                  <a:lnTo>
                    <a:pt x="175053" y="8000"/>
                  </a:lnTo>
                  <a:lnTo>
                    <a:pt x="174507" y="7064"/>
                  </a:lnTo>
                  <a:lnTo>
                    <a:pt x="168634" y="2264"/>
                  </a:lnTo>
                  <a:lnTo>
                    <a:pt x="161226" y="0"/>
                  </a:lnTo>
                  <a:close/>
                </a:path>
                <a:path w="338455" h="312420">
                  <a:moveTo>
                    <a:pt x="175053" y="8000"/>
                  </a:moveTo>
                  <a:lnTo>
                    <a:pt x="165531" y="8000"/>
                  </a:lnTo>
                  <a:lnTo>
                    <a:pt x="170713" y="13208"/>
                  </a:lnTo>
                  <a:lnTo>
                    <a:pt x="170700" y="27431"/>
                  </a:lnTo>
                  <a:lnTo>
                    <a:pt x="179768" y="27431"/>
                  </a:lnTo>
                  <a:lnTo>
                    <a:pt x="179768" y="21462"/>
                  </a:lnTo>
                  <a:lnTo>
                    <a:pt x="178375" y="13698"/>
                  </a:lnTo>
                  <a:lnTo>
                    <a:pt x="175053" y="800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749808" y="4081284"/>
            <a:ext cx="637540" cy="638810"/>
            <a:chOff x="749808" y="4081284"/>
            <a:chExt cx="637540" cy="638810"/>
          </a:xfrm>
        </p:grpSpPr>
        <p:sp>
          <p:nvSpPr>
            <p:cNvPr id="58" name="object 58"/>
            <p:cNvSpPr/>
            <p:nvPr/>
          </p:nvSpPr>
          <p:spPr>
            <a:xfrm>
              <a:off x="923340" y="4085335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5"/>
                  </a:lnTo>
                  <a:lnTo>
                    <a:pt x="0" y="31750"/>
                  </a:lnTo>
                  <a:lnTo>
                    <a:pt x="12522" y="60706"/>
                  </a:lnTo>
                  <a:lnTo>
                    <a:pt x="20904" y="56261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8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3"/>
                  </a:lnTo>
                  <a:lnTo>
                    <a:pt x="282702" y="27305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9808" y="4081284"/>
              <a:ext cx="637019" cy="63867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19785" y="4152264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5"/>
                  </a:lnTo>
                  <a:lnTo>
                    <a:pt x="163022" y="15668"/>
                  </a:lnTo>
                  <a:lnTo>
                    <a:pt x="124014" y="34191"/>
                  </a:lnTo>
                  <a:lnTo>
                    <a:pt x="89067" y="58894"/>
                  </a:lnTo>
                  <a:lnTo>
                    <a:pt x="58888" y="89069"/>
                  </a:lnTo>
                  <a:lnTo>
                    <a:pt x="34185" y="124008"/>
                  </a:lnTo>
                  <a:lnTo>
                    <a:pt x="15665" y="163001"/>
                  </a:lnTo>
                  <a:lnTo>
                    <a:pt x="4034" y="205340"/>
                  </a:lnTo>
                  <a:lnTo>
                    <a:pt x="0" y="250317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7" y="496725"/>
                  </a:lnTo>
                  <a:lnTo>
                    <a:pt x="337755" y="485091"/>
                  </a:lnTo>
                  <a:lnTo>
                    <a:pt x="376760" y="466565"/>
                  </a:lnTo>
                  <a:lnTo>
                    <a:pt x="411703" y="441855"/>
                  </a:lnTo>
                  <a:lnTo>
                    <a:pt x="441878" y="411669"/>
                  </a:lnTo>
                  <a:lnTo>
                    <a:pt x="466579" y="376714"/>
                  </a:lnTo>
                  <a:lnTo>
                    <a:pt x="485097" y="337699"/>
                  </a:lnTo>
                  <a:lnTo>
                    <a:pt x="496727" y="295331"/>
                  </a:lnTo>
                  <a:lnTo>
                    <a:pt x="500761" y="250317"/>
                  </a:lnTo>
                  <a:lnTo>
                    <a:pt x="496727" y="205340"/>
                  </a:lnTo>
                  <a:lnTo>
                    <a:pt x="485097" y="163001"/>
                  </a:lnTo>
                  <a:lnTo>
                    <a:pt x="466579" y="124008"/>
                  </a:lnTo>
                  <a:lnTo>
                    <a:pt x="441878" y="89069"/>
                  </a:lnTo>
                  <a:lnTo>
                    <a:pt x="411703" y="58894"/>
                  </a:lnTo>
                  <a:lnTo>
                    <a:pt x="376760" y="34191"/>
                  </a:lnTo>
                  <a:lnTo>
                    <a:pt x="337755" y="15668"/>
                  </a:lnTo>
                  <a:lnTo>
                    <a:pt x="295397" y="4035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1" name="object 61"/>
            <p:cNvSpPr/>
            <p:nvPr/>
          </p:nvSpPr>
          <p:spPr>
            <a:xfrm>
              <a:off x="947928" y="4245863"/>
              <a:ext cx="243840" cy="316230"/>
            </a:xfrm>
            <a:custGeom>
              <a:avLst/>
              <a:gdLst/>
              <a:ahLst/>
              <a:cxnLst/>
              <a:rect l="l" t="t" r="r" b="b"/>
              <a:pathLst>
                <a:path w="243840" h="316229">
                  <a:moveTo>
                    <a:pt x="243840" y="0"/>
                  </a:moveTo>
                  <a:lnTo>
                    <a:pt x="0" y="0"/>
                  </a:lnTo>
                  <a:lnTo>
                    <a:pt x="0" y="316103"/>
                  </a:lnTo>
                  <a:lnTo>
                    <a:pt x="184721" y="316103"/>
                  </a:lnTo>
                  <a:lnTo>
                    <a:pt x="184746" y="279400"/>
                  </a:lnTo>
                  <a:lnTo>
                    <a:pt x="40259" y="279400"/>
                  </a:lnTo>
                  <a:lnTo>
                    <a:pt x="36944" y="276225"/>
                  </a:lnTo>
                  <a:lnTo>
                    <a:pt x="36944" y="268097"/>
                  </a:lnTo>
                  <a:lnTo>
                    <a:pt x="40259" y="264794"/>
                  </a:lnTo>
                  <a:lnTo>
                    <a:pt x="184757" y="264794"/>
                  </a:lnTo>
                  <a:lnTo>
                    <a:pt x="184759" y="261112"/>
                  </a:lnTo>
                  <a:lnTo>
                    <a:pt x="188112" y="257302"/>
                  </a:lnTo>
                  <a:lnTo>
                    <a:pt x="243840" y="257302"/>
                  </a:lnTo>
                  <a:lnTo>
                    <a:pt x="243840" y="220599"/>
                  </a:lnTo>
                  <a:lnTo>
                    <a:pt x="40259" y="220599"/>
                  </a:lnTo>
                  <a:lnTo>
                    <a:pt x="36944" y="217424"/>
                  </a:lnTo>
                  <a:lnTo>
                    <a:pt x="36944" y="209296"/>
                  </a:lnTo>
                  <a:lnTo>
                    <a:pt x="40259" y="205994"/>
                  </a:lnTo>
                  <a:lnTo>
                    <a:pt x="243840" y="205994"/>
                  </a:lnTo>
                  <a:lnTo>
                    <a:pt x="243840" y="161798"/>
                  </a:lnTo>
                  <a:lnTo>
                    <a:pt x="40259" y="161798"/>
                  </a:lnTo>
                  <a:lnTo>
                    <a:pt x="36944" y="158496"/>
                  </a:lnTo>
                  <a:lnTo>
                    <a:pt x="36944" y="150494"/>
                  </a:lnTo>
                  <a:lnTo>
                    <a:pt x="40259" y="147193"/>
                  </a:lnTo>
                  <a:lnTo>
                    <a:pt x="243840" y="147193"/>
                  </a:lnTo>
                  <a:lnTo>
                    <a:pt x="243840" y="110998"/>
                  </a:lnTo>
                  <a:lnTo>
                    <a:pt x="109385" y="110998"/>
                  </a:lnTo>
                  <a:lnTo>
                    <a:pt x="76898" y="86868"/>
                  </a:lnTo>
                  <a:lnTo>
                    <a:pt x="73723" y="84581"/>
                  </a:lnTo>
                  <a:lnTo>
                    <a:pt x="72961" y="79629"/>
                  </a:lnTo>
                  <a:lnTo>
                    <a:pt x="75272" y="76454"/>
                  </a:lnTo>
                  <a:lnTo>
                    <a:pt x="77597" y="73406"/>
                  </a:lnTo>
                  <a:lnTo>
                    <a:pt x="82562" y="72643"/>
                  </a:lnTo>
                  <a:lnTo>
                    <a:pt x="127726" y="72643"/>
                  </a:lnTo>
                  <a:lnTo>
                    <a:pt x="158119" y="37973"/>
                  </a:lnTo>
                  <a:lnTo>
                    <a:pt x="157975" y="37973"/>
                  </a:lnTo>
                  <a:lnTo>
                    <a:pt x="160007" y="36956"/>
                  </a:lnTo>
                  <a:lnTo>
                    <a:pt x="161861" y="36703"/>
                  </a:lnTo>
                  <a:lnTo>
                    <a:pt x="164833" y="36449"/>
                  </a:lnTo>
                  <a:lnTo>
                    <a:pt x="243840" y="36449"/>
                  </a:lnTo>
                  <a:lnTo>
                    <a:pt x="243840" y="0"/>
                  </a:lnTo>
                  <a:close/>
                </a:path>
                <a:path w="243840" h="316229">
                  <a:moveTo>
                    <a:pt x="236448" y="272034"/>
                  </a:moveTo>
                  <a:lnTo>
                    <a:pt x="199504" y="272034"/>
                  </a:lnTo>
                  <a:lnTo>
                    <a:pt x="199504" y="308737"/>
                  </a:lnTo>
                  <a:lnTo>
                    <a:pt x="236448" y="272034"/>
                  </a:lnTo>
                  <a:close/>
                </a:path>
                <a:path w="243840" h="316229">
                  <a:moveTo>
                    <a:pt x="184757" y="264794"/>
                  </a:moveTo>
                  <a:lnTo>
                    <a:pt x="166636" y="264794"/>
                  </a:lnTo>
                  <a:lnTo>
                    <a:pt x="169951" y="268097"/>
                  </a:lnTo>
                  <a:lnTo>
                    <a:pt x="169951" y="276225"/>
                  </a:lnTo>
                  <a:lnTo>
                    <a:pt x="166636" y="279400"/>
                  </a:lnTo>
                  <a:lnTo>
                    <a:pt x="184746" y="279400"/>
                  </a:lnTo>
                  <a:lnTo>
                    <a:pt x="184757" y="264794"/>
                  </a:lnTo>
                  <a:close/>
                </a:path>
                <a:path w="243840" h="316229">
                  <a:moveTo>
                    <a:pt x="243840" y="205994"/>
                  </a:moveTo>
                  <a:lnTo>
                    <a:pt x="203581" y="205994"/>
                  </a:lnTo>
                  <a:lnTo>
                    <a:pt x="206895" y="209296"/>
                  </a:lnTo>
                  <a:lnTo>
                    <a:pt x="206895" y="217424"/>
                  </a:lnTo>
                  <a:lnTo>
                    <a:pt x="203581" y="220599"/>
                  </a:lnTo>
                  <a:lnTo>
                    <a:pt x="243840" y="220599"/>
                  </a:lnTo>
                  <a:lnTo>
                    <a:pt x="243840" y="205994"/>
                  </a:lnTo>
                  <a:close/>
                </a:path>
                <a:path w="243840" h="316229">
                  <a:moveTo>
                    <a:pt x="243840" y="147193"/>
                  </a:moveTo>
                  <a:lnTo>
                    <a:pt x="203581" y="147193"/>
                  </a:lnTo>
                  <a:lnTo>
                    <a:pt x="206895" y="150494"/>
                  </a:lnTo>
                  <a:lnTo>
                    <a:pt x="206895" y="158496"/>
                  </a:lnTo>
                  <a:lnTo>
                    <a:pt x="203581" y="161798"/>
                  </a:lnTo>
                  <a:lnTo>
                    <a:pt x="243840" y="161798"/>
                  </a:lnTo>
                  <a:lnTo>
                    <a:pt x="243840" y="147193"/>
                  </a:lnTo>
                  <a:close/>
                </a:path>
                <a:path w="243840" h="316229">
                  <a:moveTo>
                    <a:pt x="243840" y="36449"/>
                  </a:moveTo>
                  <a:lnTo>
                    <a:pt x="164833" y="36449"/>
                  </a:lnTo>
                  <a:lnTo>
                    <a:pt x="167906" y="37973"/>
                  </a:lnTo>
                  <a:lnTo>
                    <a:pt x="170599" y="43306"/>
                  </a:lnTo>
                  <a:lnTo>
                    <a:pt x="170129" y="46862"/>
                  </a:lnTo>
                  <a:lnTo>
                    <a:pt x="168097" y="49022"/>
                  </a:lnTo>
                  <a:lnTo>
                    <a:pt x="116382" y="107823"/>
                  </a:lnTo>
                  <a:lnTo>
                    <a:pt x="113957" y="110617"/>
                  </a:lnTo>
                  <a:lnTo>
                    <a:pt x="109385" y="110998"/>
                  </a:lnTo>
                  <a:lnTo>
                    <a:pt x="243840" y="110998"/>
                  </a:lnTo>
                  <a:lnTo>
                    <a:pt x="243840" y="36449"/>
                  </a:lnTo>
                  <a:close/>
                </a:path>
                <a:path w="243840" h="316229">
                  <a:moveTo>
                    <a:pt x="127726" y="72643"/>
                  </a:moveTo>
                  <a:lnTo>
                    <a:pt x="82562" y="72643"/>
                  </a:lnTo>
                  <a:lnTo>
                    <a:pt x="85661" y="75056"/>
                  </a:lnTo>
                  <a:lnTo>
                    <a:pt x="109791" y="93091"/>
                  </a:lnTo>
                  <a:lnTo>
                    <a:pt x="127726" y="7264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749808" y="4911864"/>
            <a:ext cx="637540" cy="638810"/>
            <a:chOff x="749808" y="4911864"/>
            <a:chExt cx="637540" cy="638810"/>
          </a:xfrm>
        </p:grpSpPr>
        <p:sp>
          <p:nvSpPr>
            <p:cNvPr id="63" name="object 63"/>
            <p:cNvSpPr/>
            <p:nvPr/>
          </p:nvSpPr>
          <p:spPr>
            <a:xfrm>
              <a:off x="923340" y="4915788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5"/>
                  </a:lnTo>
                  <a:lnTo>
                    <a:pt x="0" y="31750"/>
                  </a:lnTo>
                  <a:lnTo>
                    <a:pt x="12522" y="60706"/>
                  </a:lnTo>
                  <a:lnTo>
                    <a:pt x="20904" y="56261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8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3"/>
                  </a:lnTo>
                  <a:lnTo>
                    <a:pt x="282702" y="27305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9808" y="4911864"/>
              <a:ext cx="637019" cy="63854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19785" y="4982717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5"/>
                  </a:lnTo>
                  <a:lnTo>
                    <a:pt x="163022" y="15668"/>
                  </a:lnTo>
                  <a:lnTo>
                    <a:pt x="124014" y="34191"/>
                  </a:lnTo>
                  <a:lnTo>
                    <a:pt x="89067" y="58894"/>
                  </a:lnTo>
                  <a:lnTo>
                    <a:pt x="58888" y="89069"/>
                  </a:lnTo>
                  <a:lnTo>
                    <a:pt x="34185" y="124008"/>
                  </a:lnTo>
                  <a:lnTo>
                    <a:pt x="15665" y="163001"/>
                  </a:lnTo>
                  <a:lnTo>
                    <a:pt x="4034" y="205340"/>
                  </a:lnTo>
                  <a:lnTo>
                    <a:pt x="0" y="250316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0"/>
                  </a:lnTo>
                  <a:lnTo>
                    <a:pt x="295397" y="496725"/>
                  </a:lnTo>
                  <a:lnTo>
                    <a:pt x="337755" y="485091"/>
                  </a:lnTo>
                  <a:lnTo>
                    <a:pt x="376760" y="466565"/>
                  </a:lnTo>
                  <a:lnTo>
                    <a:pt x="411703" y="441855"/>
                  </a:lnTo>
                  <a:lnTo>
                    <a:pt x="441878" y="411669"/>
                  </a:lnTo>
                  <a:lnTo>
                    <a:pt x="466579" y="376714"/>
                  </a:lnTo>
                  <a:lnTo>
                    <a:pt x="485097" y="337699"/>
                  </a:lnTo>
                  <a:lnTo>
                    <a:pt x="496727" y="295331"/>
                  </a:lnTo>
                  <a:lnTo>
                    <a:pt x="500761" y="250316"/>
                  </a:lnTo>
                  <a:lnTo>
                    <a:pt x="496727" y="205340"/>
                  </a:lnTo>
                  <a:lnTo>
                    <a:pt x="485097" y="163001"/>
                  </a:lnTo>
                  <a:lnTo>
                    <a:pt x="466579" y="124008"/>
                  </a:lnTo>
                  <a:lnTo>
                    <a:pt x="441878" y="89069"/>
                  </a:lnTo>
                  <a:lnTo>
                    <a:pt x="411703" y="58894"/>
                  </a:lnTo>
                  <a:lnTo>
                    <a:pt x="376760" y="34191"/>
                  </a:lnTo>
                  <a:lnTo>
                    <a:pt x="337755" y="15668"/>
                  </a:lnTo>
                  <a:lnTo>
                    <a:pt x="295397" y="4035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6" name="object 66"/>
            <p:cNvSpPr/>
            <p:nvPr/>
          </p:nvSpPr>
          <p:spPr>
            <a:xfrm>
              <a:off x="876300" y="5089778"/>
              <a:ext cx="387985" cy="285750"/>
            </a:xfrm>
            <a:custGeom>
              <a:avLst/>
              <a:gdLst/>
              <a:ahLst/>
              <a:cxnLst/>
              <a:rect l="l" t="t" r="r" b="b"/>
              <a:pathLst>
                <a:path w="387984" h="285750">
                  <a:moveTo>
                    <a:pt x="326166" y="235585"/>
                  </a:moveTo>
                  <a:lnTo>
                    <a:pt x="129425" y="235585"/>
                  </a:lnTo>
                  <a:lnTo>
                    <a:pt x="148811" y="255847"/>
                  </a:lnTo>
                  <a:lnTo>
                    <a:pt x="172099" y="271478"/>
                  </a:lnTo>
                  <a:lnTo>
                    <a:pt x="198446" y="281608"/>
                  </a:lnTo>
                  <a:lnTo>
                    <a:pt x="227012" y="285369"/>
                  </a:lnTo>
                  <a:lnTo>
                    <a:pt x="274353" y="276830"/>
                  </a:lnTo>
                  <a:lnTo>
                    <a:pt x="313577" y="252396"/>
                  </a:lnTo>
                  <a:lnTo>
                    <a:pt x="326166" y="235585"/>
                  </a:lnTo>
                  <a:close/>
                </a:path>
                <a:path w="387984" h="285750">
                  <a:moveTo>
                    <a:pt x="86969" y="73025"/>
                  </a:moveTo>
                  <a:lnTo>
                    <a:pt x="25415" y="98615"/>
                  </a:lnTo>
                  <a:lnTo>
                    <a:pt x="76" y="159639"/>
                  </a:lnTo>
                  <a:lnTo>
                    <a:pt x="0" y="160020"/>
                  </a:lnTo>
                  <a:lnTo>
                    <a:pt x="6870" y="193758"/>
                  </a:lnTo>
                  <a:lnTo>
                    <a:pt x="25568" y="221424"/>
                  </a:lnTo>
                  <a:lnTo>
                    <a:pt x="53412" y="240264"/>
                  </a:lnTo>
                  <a:lnTo>
                    <a:pt x="53847" y="240264"/>
                  </a:lnTo>
                  <a:lnTo>
                    <a:pt x="86969" y="247015"/>
                  </a:lnTo>
                  <a:lnTo>
                    <a:pt x="98371" y="246193"/>
                  </a:lnTo>
                  <a:lnTo>
                    <a:pt x="109273" y="243871"/>
                  </a:lnTo>
                  <a:lnTo>
                    <a:pt x="119637" y="240264"/>
                  </a:lnTo>
                  <a:lnTo>
                    <a:pt x="129425" y="235585"/>
                  </a:lnTo>
                  <a:lnTo>
                    <a:pt x="326166" y="235585"/>
                  </a:lnTo>
                  <a:lnTo>
                    <a:pt x="334154" y="224917"/>
                  </a:lnTo>
                  <a:lnTo>
                    <a:pt x="86563" y="224917"/>
                  </a:lnTo>
                  <a:lnTo>
                    <a:pt x="61525" y="219831"/>
                  </a:lnTo>
                  <a:lnTo>
                    <a:pt x="61340" y="219831"/>
                  </a:lnTo>
                  <a:lnTo>
                    <a:pt x="40628" y="205803"/>
                  </a:lnTo>
                  <a:lnTo>
                    <a:pt x="26840" y="185322"/>
                  </a:lnTo>
                  <a:lnTo>
                    <a:pt x="26732" y="185162"/>
                  </a:lnTo>
                  <a:lnTo>
                    <a:pt x="21640" y="160020"/>
                  </a:lnTo>
                  <a:lnTo>
                    <a:pt x="26732" y="134717"/>
                  </a:lnTo>
                  <a:lnTo>
                    <a:pt x="40628" y="114093"/>
                  </a:lnTo>
                  <a:lnTo>
                    <a:pt x="61261" y="100208"/>
                  </a:lnTo>
                  <a:lnTo>
                    <a:pt x="86563" y="95123"/>
                  </a:lnTo>
                  <a:lnTo>
                    <a:pt x="228244" y="95123"/>
                  </a:lnTo>
                  <a:lnTo>
                    <a:pt x="228244" y="84074"/>
                  </a:lnTo>
                  <a:lnTo>
                    <a:pt x="128612" y="84074"/>
                  </a:lnTo>
                  <a:lnTo>
                    <a:pt x="119064" y="79454"/>
                  </a:lnTo>
                  <a:lnTo>
                    <a:pt x="108862" y="75977"/>
                  </a:lnTo>
                  <a:lnTo>
                    <a:pt x="98125" y="73787"/>
                  </a:lnTo>
                  <a:lnTo>
                    <a:pt x="86969" y="73025"/>
                  </a:lnTo>
                  <a:close/>
                </a:path>
                <a:path w="387984" h="285750">
                  <a:moveTo>
                    <a:pt x="228244" y="95123"/>
                  </a:moveTo>
                  <a:lnTo>
                    <a:pt x="86563" y="95123"/>
                  </a:lnTo>
                  <a:lnTo>
                    <a:pt x="111864" y="100208"/>
                  </a:lnTo>
                  <a:lnTo>
                    <a:pt x="132497" y="114093"/>
                  </a:lnTo>
                  <a:lnTo>
                    <a:pt x="146393" y="134717"/>
                  </a:lnTo>
                  <a:lnTo>
                    <a:pt x="151408" y="159639"/>
                  </a:lnTo>
                  <a:lnTo>
                    <a:pt x="151485" y="160020"/>
                  </a:lnTo>
                  <a:lnTo>
                    <a:pt x="146426" y="185162"/>
                  </a:lnTo>
                  <a:lnTo>
                    <a:pt x="146393" y="185322"/>
                  </a:lnTo>
                  <a:lnTo>
                    <a:pt x="132593" y="205803"/>
                  </a:lnTo>
                  <a:lnTo>
                    <a:pt x="132497" y="205946"/>
                  </a:lnTo>
                  <a:lnTo>
                    <a:pt x="111864" y="219831"/>
                  </a:lnTo>
                  <a:lnTo>
                    <a:pt x="86563" y="224917"/>
                  </a:lnTo>
                  <a:lnTo>
                    <a:pt x="334154" y="224917"/>
                  </a:lnTo>
                  <a:lnTo>
                    <a:pt x="341164" y="215556"/>
                  </a:lnTo>
                  <a:lnTo>
                    <a:pt x="353593" y="169799"/>
                  </a:lnTo>
                  <a:lnTo>
                    <a:pt x="353972" y="164465"/>
                  </a:lnTo>
                  <a:lnTo>
                    <a:pt x="353999" y="164084"/>
                  </a:lnTo>
                  <a:lnTo>
                    <a:pt x="349503" y="159639"/>
                  </a:lnTo>
                  <a:lnTo>
                    <a:pt x="232321" y="159639"/>
                  </a:lnTo>
                  <a:lnTo>
                    <a:pt x="228280" y="155610"/>
                  </a:lnTo>
                  <a:lnTo>
                    <a:pt x="228244" y="95123"/>
                  </a:lnTo>
                  <a:close/>
                </a:path>
                <a:path w="387984" h="285750">
                  <a:moveTo>
                    <a:pt x="75539" y="175895"/>
                  </a:moveTo>
                  <a:lnTo>
                    <a:pt x="63284" y="175895"/>
                  </a:lnTo>
                  <a:lnTo>
                    <a:pt x="62471" y="176403"/>
                  </a:lnTo>
                  <a:lnTo>
                    <a:pt x="61658" y="177165"/>
                  </a:lnTo>
                  <a:lnTo>
                    <a:pt x="60833" y="178054"/>
                  </a:lnTo>
                  <a:lnTo>
                    <a:pt x="60899" y="180848"/>
                  </a:lnTo>
                  <a:lnTo>
                    <a:pt x="61658" y="189484"/>
                  </a:lnTo>
                  <a:lnTo>
                    <a:pt x="68999" y="196723"/>
                  </a:lnTo>
                  <a:lnTo>
                    <a:pt x="77990" y="197993"/>
                  </a:lnTo>
                  <a:lnTo>
                    <a:pt x="77990" y="207391"/>
                  </a:lnTo>
                  <a:lnTo>
                    <a:pt x="79616" y="209042"/>
                  </a:lnTo>
                  <a:lnTo>
                    <a:pt x="92684" y="209042"/>
                  </a:lnTo>
                  <a:lnTo>
                    <a:pt x="94322" y="207391"/>
                  </a:lnTo>
                  <a:lnTo>
                    <a:pt x="94322" y="197612"/>
                  </a:lnTo>
                  <a:lnTo>
                    <a:pt x="101151" y="194833"/>
                  </a:lnTo>
                  <a:lnTo>
                    <a:pt x="106719" y="190341"/>
                  </a:lnTo>
                  <a:lnTo>
                    <a:pt x="110680" y="184467"/>
                  </a:lnTo>
                  <a:lnTo>
                    <a:pt x="111361" y="182118"/>
                  </a:lnTo>
                  <a:lnTo>
                    <a:pt x="79209" y="182118"/>
                  </a:lnTo>
                  <a:lnTo>
                    <a:pt x="77571" y="180848"/>
                  </a:lnTo>
                  <a:lnTo>
                    <a:pt x="77165" y="178816"/>
                  </a:lnTo>
                  <a:lnTo>
                    <a:pt x="76977" y="178054"/>
                  </a:lnTo>
                  <a:lnTo>
                    <a:pt x="76852" y="177546"/>
                  </a:lnTo>
                  <a:lnTo>
                    <a:pt x="76758" y="177165"/>
                  </a:lnTo>
                  <a:lnTo>
                    <a:pt x="75539" y="175895"/>
                  </a:lnTo>
                  <a:close/>
                </a:path>
                <a:path w="387984" h="285750">
                  <a:moveTo>
                    <a:pt x="93090" y="110998"/>
                  </a:moveTo>
                  <a:lnTo>
                    <a:pt x="80022" y="110998"/>
                  </a:lnTo>
                  <a:lnTo>
                    <a:pt x="78397" y="112649"/>
                  </a:lnTo>
                  <a:lnTo>
                    <a:pt x="78397" y="122428"/>
                  </a:lnTo>
                  <a:lnTo>
                    <a:pt x="70526" y="125728"/>
                  </a:lnTo>
                  <a:lnTo>
                    <a:pt x="64460" y="131397"/>
                  </a:lnTo>
                  <a:lnTo>
                    <a:pt x="60768" y="138805"/>
                  </a:lnTo>
                  <a:lnTo>
                    <a:pt x="60120" y="146177"/>
                  </a:lnTo>
                  <a:lnTo>
                    <a:pt x="60020" y="147320"/>
                  </a:lnTo>
                  <a:lnTo>
                    <a:pt x="62511" y="155610"/>
                  </a:lnTo>
                  <a:lnTo>
                    <a:pt x="67724" y="162210"/>
                  </a:lnTo>
                  <a:lnTo>
                    <a:pt x="75006" y="166572"/>
                  </a:lnTo>
                  <a:lnTo>
                    <a:pt x="83705" y="168148"/>
                  </a:lnTo>
                  <a:lnTo>
                    <a:pt x="91465" y="168148"/>
                  </a:lnTo>
                  <a:lnTo>
                    <a:pt x="93090" y="169037"/>
                  </a:lnTo>
                  <a:lnTo>
                    <a:pt x="94729" y="170688"/>
                  </a:lnTo>
                  <a:lnTo>
                    <a:pt x="95948" y="172339"/>
                  </a:lnTo>
                  <a:lnTo>
                    <a:pt x="96774" y="173863"/>
                  </a:lnTo>
                  <a:lnTo>
                    <a:pt x="96354" y="175895"/>
                  </a:lnTo>
                  <a:lnTo>
                    <a:pt x="96298" y="176403"/>
                  </a:lnTo>
                  <a:lnTo>
                    <a:pt x="96214" y="177165"/>
                  </a:lnTo>
                  <a:lnTo>
                    <a:pt x="96116" y="178054"/>
                  </a:lnTo>
                  <a:lnTo>
                    <a:pt x="96032" y="178816"/>
                  </a:lnTo>
                  <a:lnTo>
                    <a:pt x="95948" y="179578"/>
                  </a:lnTo>
                  <a:lnTo>
                    <a:pt x="92684" y="182118"/>
                  </a:lnTo>
                  <a:lnTo>
                    <a:pt x="111361" y="182118"/>
                  </a:lnTo>
                  <a:lnTo>
                    <a:pt x="112687" y="177546"/>
                  </a:lnTo>
                  <a:lnTo>
                    <a:pt x="113512" y="171069"/>
                  </a:lnTo>
                  <a:lnTo>
                    <a:pt x="111061" y="164465"/>
                  </a:lnTo>
                  <a:lnTo>
                    <a:pt x="106972" y="159639"/>
                  </a:lnTo>
                  <a:lnTo>
                    <a:pt x="102895" y="154686"/>
                  </a:lnTo>
                  <a:lnTo>
                    <a:pt x="96774" y="151892"/>
                  </a:lnTo>
                  <a:lnTo>
                    <a:pt x="81254" y="151892"/>
                  </a:lnTo>
                  <a:lnTo>
                    <a:pt x="79616" y="151003"/>
                  </a:lnTo>
                  <a:lnTo>
                    <a:pt x="77990" y="149479"/>
                  </a:lnTo>
                  <a:lnTo>
                    <a:pt x="76758" y="147828"/>
                  </a:lnTo>
                  <a:lnTo>
                    <a:pt x="75946" y="146177"/>
                  </a:lnTo>
                  <a:lnTo>
                    <a:pt x="76352" y="144145"/>
                  </a:lnTo>
                  <a:lnTo>
                    <a:pt x="76408" y="143637"/>
                  </a:lnTo>
                  <a:lnTo>
                    <a:pt x="76492" y="142875"/>
                  </a:lnTo>
                  <a:lnTo>
                    <a:pt x="76576" y="142113"/>
                  </a:lnTo>
                  <a:lnTo>
                    <a:pt x="76674" y="141224"/>
                  </a:lnTo>
                  <a:lnTo>
                    <a:pt x="76758" y="140462"/>
                  </a:lnTo>
                  <a:lnTo>
                    <a:pt x="80022" y="137922"/>
                  </a:lnTo>
                  <a:lnTo>
                    <a:pt x="111687" y="137922"/>
                  </a:lnTo>
                  <a:lnTo>
                    <a:pt x="111123" y="131397"/>
                  </a:lnTo>
                  <a:lnTo>
                    <a:pt x="111061" y="130683"/>
                  </a:lnTo>
                  <a:lnTo>
                    <a:pt x="103708" y="123317"/>
                  </a:lnTo>
                  <a:lnTo>
                    <a:pt x="94729" y="122047"/>
                  </a:lnTo>
                  <a:lnTo>
                    <a:pt x="94729" y="112649"/>
                  </a:lnTo>
                  <a:lnTo>
                    <a:pt x="93090" y="110998"/>
                  </a:lnTo>
                  <a:close/>
                </a:path>
                <a:path w="387984" h="285750">
                  <a:moveTo>
                    <a:pt x="111687" y="137922"/>
                  </a:moveTo>
                  <a:lnTo>
                    <a:pt x="93497" y="137922"/>
                  </a:lnTo>
                  <a:lnTo>
                    <a:pt x="95135" y="139192"/>
                  </a:lnTo>
                  <a:lnTo>
                    <a:pt x="95542" y="141224"/>
                  </a:lnTo>
                  <a:lnTo>
                    <a:pt x="95948" y="142875"/>
                  </a:lnTo>
                  <a:lnTo>
                    <a:pt x="97180" y="144145"/>
                  </a:lnTo>
                  <a:lnTo>
                    <a:pt x="109423" y="144145"/>
                  </a:lnTo>
                  <a:lnTo>
                    <a:pt x="110236" y="143637"/>
                  </a:lnTo>
                  <a:lnTo>
                    <a:pt x="111874" y="142113"/>
                  </a:lnTo>
                  <a:lnTo>
                    <a:pt x="111763" y="138805"/>
                  </a:lnTo>
                  <a:lnTo>
                    <a:pt x="111687" y="137922"/>
                  </a:lnTo>
                  <a:close/>
                </a:path>
                <a:path w="387984" h="285750">
                  <a:moveTo>
                    <a:pt x="266623" y="0"/>
                  </a:moveTo>
                  <a:lnTo>
                    <a:pt x="262128" y="4445"/>
                  </a:lnTo>
                  <a:lnTo>
                    <a:pt x="262128" y="121285"/>
                  </a:lnTo>
                  <a:lnTo>
                    <a:pt x="266217" y="125349"/>
                  </a:lnTo>
                  <a:lnTo>
                    <a:pt x="382993" y="125349"/>
                  </a:lnTo>
                  <a:lnTo>
                    <a:pt x="387477" y="120777"/>
                  </a:lnTo>
                  <a:lnTo>
                    <a:pt x="387070" y="115570"/>
                  </a:lnTo>
                  <a:lnTo>
                    <a:pt x="375852" y="72443"/>
                  </a:lnTo>
                  <a:lnTo>
                    <a:pt x="350932" y="36877"/>
                  </a:lnTo>
                  <a:lnTo>
                    <a:pt x="315297" y="11860"/>
                  </a:lnTo>
                  <a:lnTo>
                    <a:pt x="271932" y="381"/>
                  </a:lnTo>
                  <a:lnTo>
                    <a:pt x="266623" y="0"/>
                  </a:lnTo>
                  <a:close/>
                </a:path>
                <a:path w="387984" h="285750">
                  <a:moveTo>
                    <a:pt x="223748" y="34290"/>
                  </a:moveTo>
                  <a:lnTo>
                    <a:pt x="167711" y="50085"/>
                  </a:lnTo>
                  <a:lnTo>
                    <a:pt x="128612" y="84074"/>
                  </a:lnTo>
                  <a:lnTo>
                    <a:pt x="228244" y="84074"/>
                  </a:lnTo>
                  <a:lnTo>
                    <a:pt x="228244" y="38735"/>
                  </a:lnTo>
                  <a:lnTo>
                    <a:pt x="223748" y="3429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Investment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Concept</a:t>
            </a:r>
            <a:r>
              <a:rPr spc="-45" dirty="0"/>
              <a:t> </a:t>
            </a:r>
            <a:r>
              <a:rPr spc="-10" dirty="0"/>
              <a:t>Funding(3/3)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8744" y="914425"/>
            <a:ext cx="4768215" cy="574040"/>
            <a:chOff x="618744" y="914425"/>
            <a:chExt cx="4768215" cy="574040"/>
          </a:xfrm>
        </p:grpSpPr>
        <p:sp>
          <p:nvSpPr>
            <p:cNvPr id="4" name="object 4"/>
            <p:cNvSpPr/>
            <p:nvPr/>
          </p:nvSpPr>
          <p:spPr>
            <a:xfrm>
              <a:off x="619734" y="914425"/>
              <a:ext cx="3810635" cy="548005"/>
            </a:xfrm>
            <a:custGeom>
              <a:avLst/>
              <a:gdLst/>
              <a:ahLst/>
              <a:cxnLst/>
              <a:rect l="l" t="t" r="r" b="b"/>
              <a:pathLst>
                <a:path w="3810635" h="548005">
                  <a:moveTo>
                    <a:pt x="3810635" y="0"/>
                  </a:moveTo>
                  <a:lnTo>
                    <a:pt x="0" y="0"/>
                  </a:lnTo>
                  <a:lnTo>
                    <a:pt x="0" y="547979"/>
                  </a:lnTo>
                  <a:lnTo>
                    <a:pt x="3810635" y="547979"/>
                  </a:lnTo>
                  <a:lnTo>
                    <a:pt x="3810635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744" y="976896"/>
              <a:ext cx="1311402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0267" y="976896"/>
              <a:ext cx="956310" cy="51128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19734" y="2301252"/>
            <a:ext cx="3810635" cy="838200"/>
          </a:xfrm>
          <a:custGeom>
            <a:avLst/>
            <a:gdLst/>
            <a:ahLst/>
            <a:cxnLst/>
            <a:rect l="l" t="t" r="r" b="b"/>
            <a:pathLst>
              <a:path w="3810635" h="838200">
                <a:moveTo>
                  <a:pt x="3810635" y="0"/>
                </a:moveTo>
                <a:lnTo>
                  <a:pt x="0" y="0"/>
                </a:lnTo>
                <a:lnTo>
                  <a:pt x="0" y="837679"/>
                </a:lnTo>
                <a:lnTo>
                  <a:pt x="3810635" y="837679"/>
                </a:lnTo>
                <a:lnTo>
                  <a:pt x="3810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619734" y="3976636"/>
            <a:ext cx="3810635" cy="838200"/>
          </a:xfrm>
          <a:custGeom>
            <a:avLst/>
            <a:gdLst/>
            <a:ahLst/>
            <a:cxnLst/>
            <a:rect l="l" t="t" r="r" b="b"/>
            <a:pathLst>
              <a:path w="3810635" h="838200">
                <a:moveTo>
                  <a:pt x="3810635" y="0"/>
                </a:moveTo>
                <a:lnTo>
                  <a:pt x="0" y="0"/>
                </a:lnTo>
                <a:lnTo>
                  <a:pt x="0" y="837679"/>
                </a:lnTo>
                <a:lnTo>
                  <a:pt x="3810635" y="837679"/>
                </a:lnTo>
                <a:lnTo>
                  <a:pt x="3810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871" y="976896"/>
            <a:ext cx="956310" cy="51128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01000" y="976896"/>
            <a:ext cx="956309" cy="51128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85604" y="976896"/>
            <a:ext cx="834390" cy="511289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19734" y="908050"/>
          <a:ext cx="10953114" cy="5574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Activities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3271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1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3271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Year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2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3271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Year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3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3271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Total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3271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Personnel/Labor</a:t>
                      </a:r>
                      <a:r>
                        <a:rPr sz="1200" b="1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Costs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Equipment</a:t>
                      </a:r>
                      <a:r>
                        <a:rPr sz="12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materials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Training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795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Contracts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Other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Costs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4859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Total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10287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742187" y="4904257"/>
            <a:ext cx="637540" cy="639445"/>
            <a:chOff x="742187" y="4904257"/>
            <a:chExt cx="637540" cy="639445"/>
          </a:xfrm>
        </p:grpSpPr>
        <p:sp>
          <p:nvSpPr>
            <p:cNvPr id="14" name="object 14"/>
            <p:cNvSpPr/>
            <p:nvPr/>
          </p:nvSpPr>
          <p:spPr>
            <a:xfrm>
              <a:off x="916254" y="4908422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604" y="7080"/>
                  </a:lnTo>
                  <a:lnTo>
                    <a:pt x="8483" y="27304"/>
                  </a:lnTo>
                  <a:lnTo>
                    <a:pt x="0" y="31876"/>
                  </a:lnTo>
                  <a:lnTo>
                    <a:pt x="12534" y="60832"/>
                  </a:lnTo>
                  <a:lnTo>
                    <a:pt x="20904" y="56260"/>
                  </a:lnTo>
                  <a:lnTo>
                    <a:pt x="50338" y="45694"/>
                  </a:lnTo>
                  <a:lnTo>
                    <a:pt x="81038" y="37925"/>
                  </a:lnTo>
                  <a:lnTo>
                    <a:pt x="112844" y="33133"/>
                  </a:lnTo>
                  <a:lnTo>
                    <a:pt x="145592" y="31495"/>
                  </a:lnTo>
                  <a:lnTo>
                    <a:pt x="178348" y="33133"/>
                  </a:lnTo>
                  <a:lnTo>
                    <a:pt x="210156" y="37925"/>
                  </a:lnTo>
                  <a:lnTo>
                    <a:pt x="240854" y="45694"/>
                  </a:lnTo>
                  <a:lnTo>
                    <a:pt x="270281" y="56260"/>
                  </a:lnTo>
                  <a:lnTo>
                    <a:pt x="282130" y="62610"/>
                  </a:lnTo>
                  <a:lnTo>
                    <a:pt x="293281" y="33019"/>
                  </a:lnTo>
                  <a:lnTo>
                    <a:pt x="282702" y="27304"/>
                  </a:lnTo>
                  <a:lnTo>
                    <a:pt x="250341" y="15644"/>
                  </a:lnTo>
                  <a:lnTo>
                    <a:pt x="216585" y="7080"/>
                  </a:lnTo>
                  <a:lnTo>
                    <a:pt x="181610" y="180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187" y="4904257"/>
              <a:ext cx="637019" cy="63891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12711" y="4975351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0" y="0"/>
                  </a:moveTo>
                  <a:lnTo>
                    <a:pt x="205371" y="4035"/>
                  </a:lnTo>
                  <a:lnTo>
                    <a:pt x="163011" y="15669"/>
                  </a:lnTo>
                  <a:lnTo>
                    <a:pt x="124004" y="34195"/>
                  </a:lnTo>
                  <a:lnTo>
                    <a:pt x="89059" y="58905"/>
                  </a:lnTo>
                  <a:lnTo>
                    <a:pt x="58883" y="89091"/>
                  </a:lnTo>
                  <a:lnTo>
                    <a:pt x="34182" y="124046"/>
                  </a:lnTo>
                  <a:lnTo>
                    <a:pt x="15663" y="163061"/>
                  </a:lnTo>
                  <a:lnTo>
                    <a:pt x="4033" y="205429"/>
                  </a:lnTo>
                  <a:lnTo>
                    <a:pt x="0" y="250444"/>
                  </a:lnTo>
                  <a:lnTo>
                    <a:pt x="4033" y="295458"/>
                  </a:lnTo>
                  <a:lnTo>
                    <a:pt x="15663" y="337826"/>
                  </a:lnTo>
                  <a:lnTo>
                    <a:pt x="34182" y="376841"/>
                  </a:lnTo>
                  <a:lnTo>
                    <a:pt x="58883" y="411796"/>
                  </a:lnTo>
                  <a:lnTo>
                    <a:pt x="89059" y="441982"/>
                  </a:lnTo>
                  <a:lnTo>
                    <a:pt x="124004" y="466692"/>
                  </a:lnTo>
                  <a:lnTo>
                    <a:pt x="163011" y="485218"/>
                  </a:lnTo>
                  <a:lnTo>
                    <a:pt x="205371" y="496852"/>
                  </a:lnTo>
                  <a:lnTo>
                    <a:pt x="250380" y="500888"/>
                  </a:lnTo>
                  <a:lnTo>
                    <a:pt x="295387" y="496852"/>
                  </a:lnTo>
                  <a:lnTo>
                    <a:pt x="337745" y="485218"/>
                  </a:lnTo>
                  <a:lnTo>
                    <a:pt x="376746" y="466692"/>
                  </a:lnTo>
                  <a:lnTo>
                    <a:pt x="411685" y="441982"/>
                  </a:lnTo>
                  <a:lnTo>
                    <a:pt x="441855" y="411796"/>
                  </a:lnTo>
                  <a:lnTo>
                    <a:pt x="466550" y="376841"/>
                  </a:lnTo>
                  <a:lnTo>
                    <a:pt x="485064" y="337826"/>
                  </a:lnTo>
                  <a:lnTo>
                    <a:pt x="496690" y="295458"/>
                  </a:lnTo>
                  <a:lnTo>
                    <a:pt x="500722" y="250444"/>
                  </a:lnTo>
                  <a:lnTo>
                    <a:pt x="496690" y="205429"/>
                  </a:lnTo>
                  <a:lnTo>
                    <a:pt x="485064" y="163061"/>
                  </a:lnTo>
                  <a:lnTo>
                    <a:pt x="466550" y="124046"/>
                  </a:lnTo>
                  <a:lnTo>
                    <a:pt x="441855" y="89091"/>
                  </a:lnTo>
                  <a:lnTo>
                    <a:pt x="411685" y="58905"/>
                  </a:lnTo>
                  <a:lnTo>
                    <a:pt x="376746" y="34195"/>
                  </a:lnTo>
                  <a:lnTo>
                    <a:pt x="337745" y="15669"/>
                  </a:lnTo>
                  <a:lnTo>
                    <a:pt x="295387" y="4035"/>
                  </a:lnTo>
                  <a:lnTo>
                    <a:pt x="250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78700" y="5058282"/>
              <a:ext cx="368935" cy="335280"/>
            </a:xfrm>
            <a:custGeom>
              <a:avLst/>
              <a:gdLst/>
              <a:ahLst/>
              <a:cxnLst/>
              <a:rect l="l" t="t" r="r" b="b"/>
              <a:pathLst>
                <a:path w="368934" h="335279">
                  <a:moveTo>
                    <a:pt x="122035" y="283718"/>
                  </a:moveTo>
                  <a:lnTo>
                    <a:pt x="35852" y="283718"/>
                  </a:lnTo>
                  <a:lnTo>
                    <a:pt x="38938" y="284480"/>
                  </a:lnTo>
                  <a:lnTo>
                    <a:pt x="41249" y="287147"/>
                  </a:lnTo>
                  <a:lnTo>
                    <a:pt x="75730" y="317007"/>
                  </a:lnTo>
                  <a:lnTo>
                    <a:pt x="112256" y="332009"/>
                  </a:lnTo>
                  <a:lnTo>
                    <a:pt x="146553" y="334994"/>
                  </a:lnTo>
                  <a:lnTo>
                    <a:pt x="179766" y="334597"/>
                  </a:lnTo>
                  <a:lnTo>
                    <a:pt x="203187" y="332867"/>
                  </a:lnTo>
                  <a:lnTo>
                    <a:pt x="214961" y="327076"/>
                  </a:lnTo>
                  <a:lnTo>
                    <a:pt x="218930" y="317007"/>
                  </a:lnTo>
                  <a:lnTo>
                    <a:pt x="219036" y="316738"/>
                  </a:lnTo>
                  <a:lnTo>
                    <a:pt x="215378" y="306399"/>
                  </a:lnTo>
                  <a:lnTo>
                    <a:pt x="203949" y="300609"/>
                  </a:lnTo>
                  <a:lnTo>
                    <a:pt x="198067" y="299704"/>
                  </a:lnTo>
                  <a:lnTo>
                    <a:pt x="191370" y="298307"/>
                  </a:lnTo>
                  <a:lnTo>
                    <a:pt x="190389" y="298084"/>
                  </a:lnTo>
                  <a:lnTo>
                    <a:pt x="161926" y="298084"/>
                  </a:lnTo>
                  <a:lnTo>
                    <a:pt x="154422" y="297936"/>
                  </a:lnTo>
                  <a:lnTo>
                    <a:pt x="125444" y="285829"/>
                  </a:lnTo>
                  <a:lnTo>
                    <a:pt x="122035" y="283718"/>
                  </a:lnTo>
                  <a:close/>
                </a:path>
                <a:path w="368934" h="335279">
                  <a:moveTo>
                    <a:pt x="174269" y="294132"/>
                  </a:moveTo>
                  <a:lnTo>
                    <a:pt x="168566" y="296733"/>
                  </a:lnTo>
                  <a:lnTo>
                    <a:pt x="161926" y="298084"/>
                  </a:lnTo>
                  <a:lnTo>
                    <a:pt x="190389" y="298084"/>
                  </a:lnTo>
                  <a:lnTo>
                    <a:pt x="182973" y="296322"/>
                  </a:lnTo>
                  <a:lnTo>
                    <a:pt x="174269" y="294132"/>
                  </a:lnTo>
                  <a:close/>
                </a:path>
                <a:path w="368934" h="335279">
                  <a:moveTo>
                    <a:pt x="176864" y="265303"/>
                  </a:moveTo>
                  <a:lnTo>
                    <a:pt x="112966" y="265303"/>
                  </a:lnTo>
                  <a:lnTo>
                    <a:pt x="115658" y="267208"/>
                  </a:lnTo>
                  <a:lnTo>
                    <a:pt x="117208" y="267970"/>
                  </a:lnTo>
                  <a:lnTo>
                    <a:pt x="117970" y="268732"/>
                  </a:lnTo>
                  <a:lnTo>
                    <a:pt x="149312" y="286432"/>
                  </a:lnTo>
                  <a:lnTo>
                    <a:pt x="149494" y="286432"/>
                  </a:lnTo>
                  <a:lnTo>
                    <a:pt x="159260" y="288010"/>
                  </a:lnTo>
                  <a:lnTo>
                    <a:pt x="166936" y="286432"/>
                  </a:lnTo>
                  <a:lnTo>
                    <a:pt x="172300" y="282545"/>
                  </a:lnTo>
                  <a:lnTo>
                    <a:pt x="175425" y="277241"/>
                  </a:lnTo>
                  <a:lnTo>
                    <a:pt x="177736" y="271145"/>
                  </a:lnTo>
                  <a:lnTo>
                    <a:pt x="176864" y="265303"/>
                  </a:lnTo>
                  <a:close/>
                </a:path>
                <a:path w="368934" h="335279">
                  <a:moveTo>
                    <a:pt x="60591" y="217979"/>
                  </a:moveTo>
                  <a:lnTo>
                    <a:pt x="50545" y="218215"/>
                  </a:lnTo>
                  <a:lnTo>
                    <a:pt x="51143" y="218215"/>
                  </a:lnTo>
                  <a:lnTo>
                    <a:pt x="42024" y="218948"/>
                  </a:lnTo>
                  <a:lnTo>
                    <a:pt x="3086" y="224282"/>
                  </a:lnTo>
                  <a:lnTo>
                    <a:pt x="0" y="228092"/>
                  </a:lnTo>
                  <a:lnTo>
                    <a:pt x="686" y="231870"/>
                  </a:lnTo>
                  <a:lnTo>
                    <a:pt x="9245" y="281051"/>
                  </a:lnTo>
                  <a:lnTo>
                    <a:pt x="10401" y="284480"/>
                  </a:lnTo>
                  <a:lnTo>
                    <a:pt x="14262" y="287147"/>
                  </a:lnTo>
                  <a:lnTo>
                    <a:pt x="18238" y="286432"/>
                  </a:lnTo>
                  <a:lnTo>
                    <a:pt x="32385" y="284099"/>
                  </a:lnTo>
                  <a:lnTo>
                    <a:pt x="35852" y="283718"/>
                  </a:lnTo>
                  <a:lnTo>
                    <a:pt x="122035" y="283718"/>
                  </a:lnTo>
                  <a:lnTo>
                    <a:pt x="112191" y="277622"/>
                  </a:lnTo>
                  <a:lnTo>
                    <a:pt x="111417" y="277241"/>
                  </a:lnTo>
                  <a:lnTo>
                    <a:pt x="111036" y="276860"/>
                  </a:lnTo>
                  <a:lnTo>
                    <a:pt x="110261" y="276479"/>
                  </a:lnTo>
                  <a:lnTo>
                    <a:pt x="107950" y="274955"/>
                  </a:lnTo>
                  <a:lnTo>
                    <a:pt x="106794" y="272288"/>
                  </a:lnTo>
                  <a:lnTo>
                    <a:pt x="107950" y="269621"/>
                  </a:lnTo>
                  <a:lnTo>
                    <a:pt x="109105" y="266446"/>
                  </a:lnTo>
                  <a:lnTo>
                    <a:pt x="112966" y="265303"/>
                  </a:lnTo>
                  <a:lnTo>
                    <a:pt x="176864" y="265303"/>
                  </a:lnTo>
                  <a:lnTo>
                    <a:pt x="176580" y="263398"/>
                  </a:lnTo>
                  <a:lnTo>
                    <a:pt x="128367" y="237081"/>
                  </a:lnTo>
                  <a:lnTo>
                    <a:pt x="119273" y="231870"/>
                  </a:lnTo>
                  <a:lnTo>
                    <a:pt x="77825" y="218821"/>
                  </a:lnTo>
                  <a:lnTo>
                    <a:pt x="69459" y="218215"/>
                  </a:lnTo>
                  <a:lnTo>
                    <a:pt x="60591" y="217979"/>
                  </a:lnTo>
                  <a:close/>
                </a:path>
                <a:path w="368934" h="335279">
                  <a:moveTo>
                    <a:pt x="184289" y="101092"/>
                  </a:moveTo>
                  <a:lnTo>
                    <a:pt x="137204" y="120634"/>
                  </a:lnTo>
                  <a:lnTo>
                    <a:pt x="117589" y="167513"/>
                  </a:lnTo>
                  <a:lnTo>
                    <a:pt x="122860" y="193268"/>
                  </a:lnTo>
                  <a:lnTo>
                    <a:pt x="137204" y="214391"/>
                  </a:lnTo>
                  <a:lnTo>
                    <a:pt x="158415" y="228681"/>
                  </a:lnTo>
                  <a:lnTo>
                    <a:pt x="184289" y="233934"/>
                  </a:lnTo>
                  <a:lnTo>
                    <a:pt x="210163" y="228681"/>
                  </a:lnTo>
                  <a:lnTo>
                    <a:pt x="231374" y="214391"/>
                  </a:lnTo>
                  <a:lnTo>
                    <a:pt x="234059" y="210439"/>
                  </a:lnTo>
                  <a:lnTo>
                    <a:pt x="179666" y="210439"/>
                  </a:lnTo>
                  <a:lnTo>
                    <a:pt x="178892" y="209677"/>
                  </a:lnTo>
                  <a:lnTo>
                    <a:pt x="178892" y="200914"/>
                  </a:lnTo>
                  <a:lnTo>
                    <a:pt x="170408" y="200533"/>
                  </a:lnTo>
                  <a:lnTo>
                    <a:pt x="163855" y="193929"/>
                  </a:lnTo>
                  <a:lnTo>
                    <a:pt x="163291" y="187833"/>
                  </a:lnTo>
                  <a:lnTo>
                    <a:pt x="163186" y="186690"/>
                  </a:lnTo>
                  <a:lnTo>
                    <a:pt x="163080" y="184785"/>
                  </a:lnTo>
                  <a:lnTo>
                    <a:pt x="163855" y="184023"/>
                  </a:lnTo>
                  <a:lnTo>
                    <a:pt x="195327" y="184023"/>
                  </a:lnTo>
                  <a:lnTo>
                    <a:pt x="195859" y="177546"/>
                  </a:lnTo>
                  <a:lnTo>
                    <a:pt x="191998" y="173609"/>
                  </a:lnTo>
                  <a:lnTo>
                    <a:pt x="181978" y="173609"/>
                  </a:lnTo>
                  <a:lnTo>
                    <a:pt x="174720" y="172315"/>
                  </a:lnTo>
                  <a:lnTo>
                    <a:pt x="168436" y="168687"/>
                  </a:lnTo>
                  <a:lnTo>
                    <a:pt x="163815" y="163107"/>
                  </a:lnTo>
                  <a:lnTo>
                    <a:pt x="161544" y="155956"/>
                  </a:lnTo>
                  <a:lnTo>
                    <a:pt x="161927" y="151765"/>
                  </a:lnTo>
                  <a:lnTo>
                    <a:pt x="162032" y="150622"/>
                  </a:lnTo>
                  <a:lnTo>
                    <a:pt x="162067" y="150241"/>
                  </a:lnTo>
                  <a:lnTo>
                    <a:pt x="178511" y="134874"/>
                  </a:lnTo>
                  <a:lnTo>
                    <a:pt x="178511" y="126111"/>
                  </a:lnTo>
                  <a:lnTo>
                    <a:pt x="179273" y="125349"/>
                  </a:lnTo>
                  <a:lnTo>
                    <a:pt x="234576" y="125349"/>
                  </a:lnTo>
                  <a:lnTo>
                    <a:pt x="231374" y="120634"/>
                  </a:lnTo>
                  <a:lnTo>
                    <a:pt x="210163" y="106344"/>
                  </a:lnTo>
                  <a:lnTo>
                    <a:pt x="184289" y="101092"/>
                  </a:lnTo>
                  <a:close/>
                </a:path>
                <a:path w="368934" h="335279">
                  <a:moveTo>
                    <a:pt x="191617" y="146050"/>
                  </a:moveTo>
                  <a:lnTo>
                    <a:pt x="177355" y="146050"/>
                  </a:lnTo>
                  <a:lnTo>
                    <a:pt x="173494" y="149098"/>
                  </a:lnTo>
                  <a:lnTo>
                    <a:pt x="173113" y="153289"/>
                  </a:lnTo>
                  <a:lnTo>
                    <a:pt x="172720" y="158242"/>
                  </a:lnTo>
                  <a:lnTo>
                    <a:pt x="176580" y="162179"/>
                  </a:lnTo>
                  <a:lnTo>
                    <a:pt x="187375" y="162179"/>
                  </a:lnTo>
                  <a:lnTo>
                    <a:pt x="195431" y="163907"/>
                  </a:lnTo>
                  <a:lnTo>
                    <a:pt x="200339" y="167513"/>
                  </a:lnTo>
                  <a:lnTo>
                    <a:pt x="201851" y="168687"/>
                  </a:lnTo>
                  <a:lnTo>
                    <a:pt x="205756" y="175412"/>
                  </a:lnTo>
                  <a:lnTo>
                    <a:pt x="206529" y="182499"/>
                  </a:lnTo>
                  <a:lnTo>
                    <a:pt x="206478" y="185547"/>
                  </a:lnTo>
                  <a:lnTo>
                    <a:pt x="205879" y="192024"/>
                  </a:lnTo>
                  <a:lnTo>
                    <a:pt x="198551" y="199009"/>
                  </a:lnTo>
                  <a:lnTo>
                    <a:pt x="190068" y="200533"/>
                  </a:lnTo>
                  <a:lnTo>
                    <a:pt x="190068" y="209677"/>
                  </a:lnTo>
                  <a:lnTo>
                    <a:pt x="189306" y="210439"/>
                  </a:lnTo>
                  <a:lnTo>
                    <a:pt x="234059" y="210439"/>
                  </a:lnTo>
                  <a:lnTo>
                    <a:pt x="245718" y="193268"/>
                  </a:lnTo>
                  <a:lnTo>
                    <a:pt x="250990" y="167513"/>
                  </a:lnTo>
                  <a:lnTo>
                    <a:pt x="247766" y="151765"/>
                  </a:lnTo>
                  <a:lnTo>
                    <a:pt x="195084" y="151765"/>
                  </a:lnTo>
                  <a:lnTo>
                    <a:pt x="194310" y="151384"/>
                  </a:lnTo>
                  <a:lnTo>
                    <a:pt x="194255" y="150241"/>
                  </a:lnTo>
                  <a:lnTo>
                    <a:pt x="194092" y="149098"/>
                  </a:lnTo>
                  <a:lnTo>
                    <a:pt x="193981" y="148322"/>
                  </a:lnTo>
                  <a:lnTo>
                    <a:pt x="193929" y="147955"/>
                  </a:lnTo>
                  <a:lnTo>
                    <a:pt x="191617" y="146050"/>
                  </a:lnTo>
                  <a:close/>
                </a:path>
                <a:path w="368934" h="335279">
                  <a:moveTo>
                    <a:pt x="195327" y="184023"/>
                  </a:moveTo>
                  <a:lnTo>
                    <a:pt x="173494" y="184023"/>
                  </a:lnTo>
                  <a:lnTo>
                    <a:pt x="174269" y="184404"/>
                  </a:lnTo>
                  <a:lnTo>
                    <a:pt x="174323" y="185547"/>
                  </a:lnTo>
                  <a:lnTo>
                    <a:pt x="174650" y="187833"/>
                  </a:lnTo>
                  <a:lnTo>
                    <a:pt x="176961" y="189738"/>
                  </a:lnTo>
                  <a:lnTo>
                    <a:pt x="191223" y="189738"/>
                  </a:lnTo>
                  <a:lnTo>
                    <a:pt x="195084" y="186690"/>
                  </a:lnTo>
                  <a:lnTo>
                    <a:pt x="195188" y="185547"/>
                  </a:lnTo>
                  <a:lnTo>
                    <a:pt x="195292" y="184404"/>
                  </a:lnTo>
                  <a:lnTo>
                    <a:pt x="195327" y="184023"/>
                  </a:lnTo>
                  <a:close/>
                </a:path>
                <a:path w="368934" h="335279">
                  <a:moveTo>
                    <a:pt x="234576" y="125349"/>
                  </a:moveTo>
                  <a:lnTo>
                    <a:pt x="188912" y="125349"/>
                  </a:lnTo>
                  <a:lnTo>
                    <a:pt x="189687" y="126111"/>
                  </a:lnTo>
                  <a:lnTo>
                    <a:pt x="189687" y="134874"/>
                  </a:lnTo>
                  <a:lnTo>
                    <a:pt x="205498" y="151003"/>
                  </a:lnTo>
                  <a:lnTo>
                    <a:pt x="204724" y="151765"/>
                  </a:lnTo>
                  <a:lnTo>
                    <a:pt x="247766" y="151765"/>
                  </a:lnTo>
                  <a:lnTo>
                    <a:pt x="245739" y="141859"/>
                  </a:lnTo>
                  <a:lnTo>
                    <a:pt x="242589" y="137150"/>
                  </a:lnTo>
                  <a:lnTo>
                    <a:pt x="234576" y="125349"/>
                  </a:lnTo>
                  <a:close/>
                </a:path>
                <a:path w="368934" h="335279">
                  <a:moveTo>
                    <a:pt x="209318" y="46634"/>
                  </a:moveTo>
                  <a:lnTo>
                    <a:pt x="201410" y="48260"/>
                  </a:lnTo>
                  <a:lnTo>
                    <a:pt x="201576" y="48260"/>
                  </a:lnTo>
                  <a:lnTo>
                    <a:pt x="196278" y="52099"/>
                  </a:lnTo>
                  <a:lnTo>
                    <a:pt x="193154" y="57404"/>
                  </a:lnTo>
                  <a:lnTo>
                    <a:pt x="190842" y="63500"/>
                  </a:lnTo>
                  <a:lnTo>
                    <a:pt x="191998" y="71247"/>
                  </a:lnTo>
                  <a:lnTo>
                    <a:pt x="199326" y="74295"/>
                  </a:lnTo>
                  <a:lnTo>
                    <a:pt x="207030" y="78071"/>
                  </a:lnTo>
                  <a:lnTo>
                    <a:pt x="214988" y="82407"/>
                  </a:lnTo>
                  <a:lnTo>
                    <a:pt x="223018" y="87100"/>
                  </a:lnTo>
                  <a:lnTo>
                    <a:pt x="240212" y="97563"/>
                  </a:lnTo>
                  <a:lnTo>
                    <a:pt x="249305" y="102774"/>
                  </a:lnTo>
                  <a:lnTo>
                    <a:pt x="290752" y="115792"/>
                  </a:lnTo>
                  <a:lnTo>
                    <a:pt x="307985" y="116637"/>
                  </a:lnTo>
                  <a:lnTo>
                    <a:pt x="324674" y="115792"/>
                  </a:lnTo>
                  <a:lnTo>
                    <a:pt x="325687" y="115792"/>
                  </a:lnTo>
                  <a:lnTo>
                    <a:pt x="365506" y="110363"/>
                  </a:lnTo>
                  <a:lnTo>
                    <a:pt x="368579" y="106553"/>
                  </a:lnTo>
                  <a:lnTo>
                    <a:pt x="367912" y="102774"/>
                  </a:lnTo>
                  <a:lnTo>
                    <a:pt x="361669" y="69342"/>
                  </a:lnTo>
                  <a:lnTo>
                    <a:pt x="255612" y="69342"/>
                  </a:lnTo>
                  <a:lnTo>
                    <a:pt x="252920" y="67437"/>
                  </a:lnTo>
                  <a:lnTo>
                    <a:pt x="251371" y="66675"/>
                  </a:lnTo>
                  <a:lnTo>
                    <a:pt x="250609" y="65913"/>
                  </a:lnTo>
                  <a:lnTo>
                    <a:pt x="241825" y="60261"/>
                  </a:lnTo>
                  <a:lnTo>
                    <a:pt x="233546" y="55181"/>
                  </a:lnTo>
                  <a:lnTo>
                    <a:pt x="225991" y="51054"/>
                  </a:lnTo>
                  <a:lnTo>
                    <a:pt x="219379" y="48260"/>
                  </a:lnTo>
                  <a:lnTo>
                    <a:pt x="209318" y="46634"/>
                  </a:lnTo>
                  <a:close/>
                </a:path>
                <a:path w="368934" h="335279">
                  <a:moveTo>
                    <a:pt x="315555" y="36560"/>
                  </a:moveTo>
                  <a:lnTo>
                    <a:pt x="206654" y="36560"/>
                  </a:lnTo>
                  <a:lnTo>
                    <a:pt x="214663" y="36718"/>
                  </a:lnTo>
                  <a:lnTo>
                    <a:pt x="214205" y="36718"/>
                  </a:lnTo>
                  <a:lnTo>
                    <a:pt x="256387" y="57023"/>
                  </a:lnTo>
                  <a:lnTo>
                    <a:pt x="257162" y="57404"/>
                  </a:lnTo>
                  <a:lnTo>
                    <a:pt x="257543" y="57785"/>
                  </a:lnTo>
                  <a:lnTo>
                    <a:pt x="258318" y="58166"/>
                  </a:lnTo>
                  <a:lnTo>
                    <a:pt x="260629" y="59690"/>
                  </a:lnTo>
                  <a:lnTo>
                    <a:pt x="261785" y="62357"/>
                  </a:lnTo>
                  <a:lnTo>
                    <a:pt x="260629" y="65024"/>
                  </a:lnTo>
                  <a:lnTo>
                    <a:pt x="259473" y="68199"/>
                  </a:lnTo>
                  <a:lnTo>
                    <a:pt x="255612" y="69342"/>
                  </a:lnTo>
                  <a:lnTo>
                    <a:pt x="361669" y="69342"/>
                  </a:lnTo>
                  <a:lnTo>
                    <a:pt x="359023" y="55181"/>
                  </a:lnTo>
                  <a:lnTo>
                    <a:pt x="358316" y="51308"/>
                  </a:lnTo>
                  <a:lnTo>
                    <a:pt x="332727" y="51308"/>
                  </a:lnTo>
                  <a:lnTo>
                    <a:pt x="329641" y="50546"/>
                  </a:lnTo>
                  <a:lnTo>
                    <a:pt x="327329" y="47879"/>
                  </a:lnTo>
                  <a:lnTo>
                    <a:pt x="315739" y="36718"/>
                  </a:lnTo>
                  <a:lnTo>
                    <a:pt x="315555" y="36560"/>
                  </a:lnTo>
                  <a:close/>
                </a:path>
                <a:path w="368934" h="335279">
                  <a:moveTo>
                    <a:pt x="354317" y="47879"/>
                  </a:moveTo>
                  <a:lnTo>
                    <a:pt x="350075" y="48641"/>
                  </a:lnTo>
                  <a:lnTo>
                    <a:pt x="335423" y="51054"/>
                  </a:lnTo>
                  <a:lnTo>
                    <a:pt x="335038" y="51054"/>
                  </a:lnTo>
                  <a:lnTo>
                    <a:pt x="332727" y="51308"/>
                  </a:lnTo>
                  <a:lnTo>
                    <a:pt x="358316" y="51308"/>
                  </a:lnTo>
                  <a:lnTo>
                    <a:pt x="358270" y="51054"/>
                  </a:lnTo>
                  <a:lnTo>
                    <a:pt x="358178" y="50546"/>
                  </a:lnTo>
                  <a:lnTo>
                    <a:pt x="354317" y="47879"/>
                  </a:lnTo>
                  <a:close/>
                </a:path>
                <a:path w="368934" h="335279">
                  <a:moveTo>
                    <a:pt x="222021" y="0"/>
                  </a:moveTo>
                  <a:lnTo>
                    <a:pt x="201852" y="0"/>
                  </a:lnTo>
                  <a:lnTo>
                    <a:pt x="188810" y="412"/>
                  </a:lnTo>
                  <a:lnTo>
                    <a:pt x="152228" y="11430"/>
                  </a:lnTo>
                  <a:lnTo>
                    <a:pt x="149708" y="18018"/>
                  </a:lnTo>
                  <a:lnTo>
                    <a:pt x="153362" y="28251"/>
                  </a:lnTo>
                  <a:lnTo>
                    <a:pt x="164630" y="34036"/>
                  </a:lnTo>
                  <a:lnTo>
                    <a:pt x="170512" y="34940"/>
                  </a:lnTo>
                  <a:lnTo>
                    <a:pt x="177588" y="36417"/>
                  </a:lnTo>
                  <a:lnTo>
                    <a:pt x="185605" y="38322"/>
                  </a:lnTo>
                  <a:lnTo>
                    <a:pt x="194310" y="40513"/>
                  </a:lnTo>
                  <a:lnTo>
                    <a:pt x="200013" y="37911"/>
                  </a:lnTo>
                  <a:lnTo>
                    <a:pt x="206654" y="36560"/>
                  </a:lnTo>
                  <a:lnTo>
                    <a:pt x="315555" y="36560"/>
                  </a:lnTo>
                  <a:lnTo>
                    <a:pt x="304004" y="26606"/>
                  </a:lnTo>
                  <a:lnTo>
                    <a:pt x="271154" y="6411"/>
                  </a:lnTo>
                  <a:lnTo>
                    <a:pt x="239583" y="946"/>
                  </a:lnTo>
                  <a:lnTo>
                    <a:pt x="222021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42187" y="4067568"/>
            <a:ext cx="637540" cy="638810"/>
            <a:chOff x="742187" y="4067568"/>
            <a:chExt cx="637540" cy="638810"/>
          </a:xfrm>
        </p:grpSpPr>
        <p:sp>
          <p:nvSpPr>
            <p:cNvPr id="19" name="object 19"/>
            <p:cNvSpPr/>
            <p:nvPr/>
          </p:nvSpPr>
          <p:spPr>
            <a:xfrm>
              <a:off x="916254" y="4071747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604" y="7032"/>
                  </a:lnTo>
                  <a:lnTo>
                    <a:pt x="8483" y="27304"/>
                  </a:lnTo>
                  <a:lnTo>
                    <a:pt x="0" y="31750"/>
                  </a:lnTo>
                  <a:lnTo>
                    <a:pt x="12534" y="60705"/>
                  </a:lnTo>
                  <a:lnTo>
                    <a:pt x="20904" y="56260"/>
                  </a:lnTo>
                  <a:lnTo>
                    <a:pt x="50338" y="45640"/>
                  </a:lnTo>
                  <a:lnTo>
                    <a:pt x="81038" y="37877"/>
                  </a:lnTo>
                  <a:lnTo>
                    <a:pt x="112844" y="33115"/>
                  </a:lnTo>
                  <a:lnTo>
                    <a:pt x="145592" y="31495"/>
                  </a:lnTo>
                  <a:lnTo>
                    <a:pt x="178348" y="33115"/>
                  </a:lnTo>
                  <a:lnTo>
                    <a:pt x="210156" y="37877"/>
                  </a:lnTo>
                  <a:lnTo>
                    <a:pt x="240854" y="45640"/>
                  </a:lnTo>
                  <a:lnTo>
                    <a:pt x="270281" y="56260"/>
                  </a:lnTo>
                  <a:lnTo>
                    <a:pt x="282130" y="62610"/>
                  </a:lnTo>
                  <a:lnTo>
                    <a:pt x="293281" y="32892"/>
                  </a:lnTo>
                  <a:lnTo>
                    <a:pt x="282702" y="27304"/>
                  </a:lnTo>
                  <a:lnTo>
                    <a:pt x="250341" y="15591"/>
                  </a:lnTo>
                  <a:lnTo>
                    <a:pt x="216585" y="7032"/>
                  </a:lnTo>
                  <a:lnTo>
                    <a:pt x="181610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187" y="4067568"/>
              <a:ext cx="637019" cy="6387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2711" y="413867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0" y="0"/>
                  </a:moveTo>
                  <a:lnTo>
                    <a:pt x="205371" y="4035"/>
                  </a:lnTo>
                  <a:lnTo>
                    <a:pt x="163011" y="15669"/>
                  </a:lnTo>
                  <a:lnTo>
                    <a:pt x="124004" y="34195"/>
                  </a:lnTo>
                  <a:lnTo>
                    <a:pt x="89059" y="58905"/>
                  </a:lnTo>
                  <a:lnTo>
                    <a:pt x="58883" y="89091"/>
                  </a:lnTo>
                  <a:lnTo>
                    <a:pt x="34182" y="124046"/>
                  </a:lnTo>
                  <a:lnTo>
                    <a:pt x="15663" y="163061"/>
                  </a:lnTo>
                  <a:lnTo>
                    <a:pt x="4033" y="205429"/>
                  </a:lnTo>
                  <a:lnTo>
                    <a:pt x="0" y="250444"/>
                  </a:lnTo>
                  <a:lnTo>
                    <a:pt x="4033" y="295420"/>
                  </a:lnTo>
                  <a:lnTo>
                    <a:pt x="15663" y="337759"/>
                  </a:lnTo>
                  <a:lnTo>
                    <a:pt x="34182" y="376752"/>
                  </a:lnTo>
                  <a:lnTo>
                    <a:pt x="58883" y="411691"/>
                  </a:lnTo>
                  <a:lnTo>
                    <a:pt x="89059" y="441866"/>
                  </a:lnTo>
                  <a:lnTo>
                    <a:pt x="124004" y="466569"/>
                  </a:lnTo>
                  <a:lnTo>
                    <a:pt x="163011" y="485092"/>
                  </a:lnTo>
                  <a:lnTo>
                    <a:pt x="205371" y="496725"/>
                  </a:lnTo>
                  <a:lnTo>
                    <a:pt x="250380" y="500761"/>
                  </a:lnTo>
                  <a:lnTo>
                    <a:pt x="295387" y="496725"/>
                  </a:lnTo>
                  <a:lnTo>
                    <a:pt x="337745" y="485092"/>
                  </a:lnTo>
                  <a:lnTo>
                    <a:pt x="376746" y="466569"/>
                  </a:lnTo>
                  <a:lnTo>
                    <a:pt x="411685" y="441866"/>
                  </a:lnTo>
                  <a:lnTo>
                    <a:pt x="441855" y="411691"/>
                  </a:lnTo>
                  <a:lnTo>
                    <a:pt x="466550" y="376752"/>
                  </a:lnTo>
                  <a:lnTo>
                    <a:pt x="485064" y="337759"/>
                  </a:lnTo>
                  <a:lnTo>
                    <a:pt x="496690" y="295420"/>
                  </a:lnTo>
                  <a:lnTo>
                    <a:pt x="500722" y="250444"/>
                  </a:lnTo>
                  <a:lnTo>
                    <a:pt x="496690" y="205429"/>
                  </a:lnTo>
                  <a:lnTo>
                    <a:pt x="485064" y="163061"/>
                  </a:lnTo>
                  <a:lnTo>
                    <a:pt x="466550" y="124046"/>
                  </a:lnTo>
                  <a:lnTo>
                    <a:pt x="441855" y="89091"/>
                  </a:lnTo>
                  <a:lnTo>
                    <a:pt x="411685" y="58905"/>
                  </a:lnTo>
                  <a:lnTo>
                    <a:pt x="376746" y="34195"/>
                  </a:lnTo>
                  <a:lnTo>
                    <a:pt x="337745" y="15669"/>
                  </a:lnTo>
                  <a:lnTo>
                    <a:pt x="295387" y="4035"/>
                  </a:lnTo>
                  <a:lnTo>
                    <a:pt x="250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890247" y="4235196"/>
              <a:ext cx="347345" cy="309880"/>
            </a:xfrm>
            <a:custGeom>
              <a:avLst/>
              <a:gdLst/>
              <a:ahLst/>
              <a:cxnLst/>
              <a:rect l="l" t="t" r="r" b="b"/>
              <a:pathLst>
                <a:path w="347344" h="309879">
                  <a:moveTo>
                    <a:pt x="80222" y="107187"/>
                  </a:moveTo>
                  <a:lnTo>
                    <a:pt x="37690" y="127253"/>
                  </a:lnTo>
                  <a:lnTo>
                    <a:pt x="107095" y="277113"/>
                  </a:lnTo>
                  <a:lnTo>
                    <a:pt x="144891" y="309752"/>
                  </a:lnTo>
                  <a:lnTo>
                    <a:pt x="147710" y="309371"/>
                  </a:lnTo>
                  <a:lnTo>
                    <a:pt x="149894" y="306704"/>
                  </a:lnTo>
                  <a:lnTo>
                    <a:pt x="150237" y="305688"/>
                  </a:lnTo>
                  <a:lnTo>
                    <a:pt x="150250" y="304672"/>
                  </a:lnTo>
                  <a:lnTo>
                    <a:pt x="149513" y="257301"/>
                  </a:lnTo>
                  <a:lnTo>
                    <a:pt x="80222" y="107187"/>
                  </a:lnTo>
                  <a:close/>
                </a:path>
                <a:path w="347344" h="309879">
                  <a:moveTo>
                    <a:pt x="249224" y="200987"/>
                  </a:moveTo>
                  <a:lnTo>
                    <a:pt x="242922" y="202691"/>
                  </a:lnTo>
                  <a:lnTo>
                    <a:pt x="166455" y="240664"/>
                  </a:lnTo>
                  <a:lnTo>
                    <a:pt x="171103" y="250697"/>
                  </a:lnTo>
                  <a:lnTo>
                    <a:pt x="171802" y="253872"/>
                  </a:lnTo>
                  <a:lnTo>
                    <a:pt x="172386" y="294385"/>
                  </a:lnTo>
                  <a:lnTo>
                    <a:pt x="300897" y="273303"/>
                  </a:lnTo>
                  <a:lnTo>
                    <a:pt x="319435" y="266289"/>
                  </a:lnTo>
                  <a:lnTo>
                    <a:pt x="333953" y="253872"/>
                  </a:lnTo>
                  <a:lnTo>
                    <a:pt x="335849" y="250697"/>
                  </a:lnTo>
                  <a:lnTo>
                    <a:pt x="341342" y="241172"/>
                  </a:lnTo>
                  <a:lnTo>
                    <a:pt x="290471" y="241172"/>
                  </a:lnTo>
                  <a:lnTo>
                    <a:pt x="281190" y="239299"/>
                  </a:lnTo>
                  <a:lnTo>
                    <a:pt x="273613" y="234187"/>
                  </a:lnTo>
                  <a:lnTo>
                    <a:pt x="268505" y="226599"/>
                  </a:lnTo>
                  <a:lnTo>
                    <a:pt x="266684" y="217550"/>
                  </a:lnTo>
                  <a:lnTo>
                    <a:pt x="266607" y="214756"/>
                  </a:lnTo>
                  <a:lnTo>
                    <a:pt x="266023" y="212343"/>
                  </a:lnTo>
                  <a:lnTo>
                    <a:pt x="264931" y="210184"/>
                  </a:lnTo>
                  <a:lnTo>
                    <a:pt x="260937" y="204960"/>
                  </a:lnTo>
                  <a:lnTo>
                    <a:pt x="255465" y="201818"/>
                  </a:lnTo>
                  <a:lnTo>
                    <a:pt x="249224" y="200987"/>
                  </a:lnTo>
                  <a:close/>
                </a:path>
                <a:path w="347344" h="309879">
                  <a:moveTo>
                    <a:pt x="347189" y="32892"/>
                  </a:moveTo>
                  <a:lnTo>
                    <a:pt x="314296" y="32892"/>
                  </a:lnTo>
                  <a:lnTo>
                    <a:pt x="314245" y="217550"/>
                  </a:lnTo>
                  <a:lnTo>
                    <a:pt x="312481" y="226313"/>
                  </a:lnTo>
                  <a:lnTo>
                    <a:pt x="312423" y="226599"/>
                  </a:lnTo>
                  <a:lnTo>
                    <a:pt x="307317" y="234187"/>
                  </a:lnTo>
                  <a:lnTo>
                    <a:pt x="299744" y="239299"/>
                  </a:lnTo>
                  <a:lnTo>
                    <a:pt x="290471" y="241172"/>
                  </a:lnTo>
                  <a:lnTo>
                    <a:pt x="341342" y="241172"/>
                  </a:lnTo>
                  <a:lnTo>
                    <a:pt x="343710" y="237067"/>
                  </a:lnTo>
                  <a:lnTo>
                    <a:pt x="347189" y="217550"/>
                  </a:lnTo>
                  <a:lnTo>
                    <a:pt x="347189" y="32892"/>
                  </a:lnTo>
                  <a:close/>
                </a:path>
                <a:path w="347344" h="309879">
                  <a:moveTo>
                    <a:pt x="43363" y="52784"/>
                  </a:moveTo>
                  <a:lnTo>
                    <a:pt x="14833" y="75715"/>
                  </a:lnTo>
                  <a:lnTo>
                    <a:pt x="16379" y="82168"/>
                  </a:lnTo>
                  <a:lnTo>
                    <a:pt x="23707" y="97916"/>
                  </a:lnTo>
                  <a:lnTo>
                    <a:pt x="17726" y="100710"/>
                  </a:lnTo>
                  <a:lnTo>
                    <a:pt x="0" y="125031"/>
                  </a:lnTo>
                  <a:lnTo>
                    <a:pt x="11" y="125729"/>
                  </a:lnTo>
                  <a:lnTo>
                    <a:pt x="136" y="133615"/>
                  </a:lnTo>
                  <a:lnTo>
                    <a:pt x="2651" y="141985"/>
                  </a:lnTo>
                  <a:lnTo>
                    <a:pt x="44459" y="233044"/>
                  </a:lnTo>
                  <a:lnTo>
                    <a:pt x="49299" y="237408"/>
                  </a:lnTo>
                  <a:lnTo>
                    <a:pt x="54247" y="237067"/>
                  </a:lnTo>
                  <a:lnTo>
                    <a:pt x="55179" y="237067"/>
                  </a:lnTo>
                  <a:lnTo>
                    <a:pt x="59503" y="233044"/>
                  </a:lnTo>
                  <a:lnTo>
                    <a:pt x="59458" y="226599"/>
                  </a:lnTo>
                  <a:lnTo>
                    <a:pt x="59356" y="226313"/>
                  </a:lnTo>
                  <a:lnTo>
                    <a:pt x="17662" y="135762"/>
                  </a:lnTo>
                  <a:lnTo>
                    <a:pt x="16138" y="132714"/>
                  </a:lnTo>
                  <a:lnTo>
                    <a:pt x="15681" y="129158"/>
                  </a:lnTo>
                  <a:lnTo>
                    <a:pt x="16379" y="125729"/>
                  </a:lnTo>
                  <a:lnTo>
                    <a:pt x="17395" y="121284"/>
                  </a:lnTo>
                  <a:lnTo>
                    <a:pt x="20431" y="117474"/>
                  </a:lnTo>
                  <a:lnTo>
                    <a:pt x="73186" y="92963"/>
                  </a:lnTo>
                  <a:lnTo>
                    <a:pt x="58988" y="62356"/>
                  </a:lnTo>
                  <a:lnTo>
                    <a:pt x="55086" y="57070"/>
                  </a:lnTo>
                  <a:lnTo>
                    <a:pt x="49642" y="53784"/>
                  </a:lnTo>
                  <a:lnTo>
                    <a:pt x="43363" y="52784"/>
                  </a:lnTo>
                  <a:close/>
                </a:path>
                <a:path w="347344" h="309879">
                  <a:moveTo>
                    <a:pt x="215731" y="184403"/>
                  </a:moveTo>
                  <a:lnTo>
                    <a:pt x="151761" y="184403"/>
                  </a:lnTo>
                  <a:lnTo>
                    <a:pt x="148066" y="188086"/>
                  </a:lnTo>
                  <a:lnTo>
                    <a:pt x="148066" y="197230"/>
                  </a:lnTo>
                  <a:lnTo>
                    <a:pt x="151835" y="200987"/>
                  </a:lnTo>
                  <a:lnTo>
                    <a:pt x="215451" y="200987"/>
                  </a:lnTo>
                  <a:lnTo>
                    <a:pt x="219148" y="197484"/>
                  </a:lnTo>
                  <a:lnTo>
                    <a:pt x="219440" y="193166"/>
                  </a:lnTo>
                  <a:lnTo>
                    <a:pt x="219440" y="188086"/>
                  </a:lnTo>
                  <a:lnTo>
                    <a:pt x="215731" y="184403"/>
                  </a:lnTo>
                  <a:close/>
                </a:path>
                <a:path w="347344" h="309879">
                  <a:moveTo>
                    <a:pt x="285797" y="151383"/>
                  </a:moveTo>
                  <a:lnTo>
                    <a:pt x="151761" y="151383"/>
                  </a:lnTo>
                  <a:lnTo>
                    <a:pt x="148066" y="155066"/>
                  </a:lnTo>
                  <a:lnTo>
                    <a:pt x="148066" y="164210"/>
                  </a:lnTo>
                  <a:lnTo>
                    <a:pt x="151761" y="167893"/>
                  </a:lnTo>
                  <a:lnTo>
                    <a:pt x="285797" y="167893"/>
                  </a:lnTo>
                  <a:lnTo>
                    <a:pt x="289506" y="164210"/>
                  </a:lnTo>
                  <a:lnTo>
                    <a:pt x="289506" y="155066"/>
                  </a:lnTo>
                  <a:lnTo>
                    <a:pt x="285797" y="151383"/>
                  </a:lnTo>
                  <a:close/>
                </a:path>
                <a:path w="347344" h="309879">
                  <a:moveTo>
                    <a:pt x="339836" y="0"/>
                  </a:moveTo>
                  <a:lnTo>
                    <a:pt x="97736" y="0"/>
                  </a:lnTo>
                  <a:lnTo>
                    <a:pt x="90382" y="7365"/>
                  </a:lnTo>
                  <a:lnTo>
                    <a:pt x="90382" y="77088"/>
                  </a:lnTo>
                  <a:lnTo>
                    <a:pt x="108327" y="115950"/>
                  </a:lnTo>
                  <a:lnTo>
                    <a:pt x="123224" y="147827"/>
                  </a:lnTo>
                  <a:lnTo>
                    <a:pt x="123224" y="32892"/>
                  </a:lnTo>
                  <a:lnTo>
                    <a:pt x="347189" y="32892"/>
                  </a:lnTo>
                  <a:lnTo>
                    <a:pt x="347189" y="7365"/>
                  </a:lnTo>
                  <a:lnTo>
                    <a:pt x="339836" y="0"/>
                  </a:lnTo>
                  <a:close/>
                </a:path>
                <a:path w="347344" h="309879">
                  <a:moveTo>
                    <a:pt x="285797" y="118490"/>
                  </a:moveTo>
                  <a:lnTo>
                    <a:pt x="151761" y="118490"/>
                  </a:lnTo>
                  <a:lnTo>
                    <a:pt x="148066" y="122300"/>
                  </a:lnTo>
                  <a:lnTo>
                    <a:pt x="148066" y="131444"/>
                  </a:lnTo>
                  <a:lnTo>
                    <a:pt x="151761" y="135127"/>
                  </a:lnTo>
                  <a:lnTo>
                    <a:pt x="285797" y="135127"/>
                  </a:lnTo>
                  <a:lnTo>
                    <a:pt x="289506" y="131444"/>
                  </a:lnTo>
                  <a:lnTo>
                    <a:pt x="289506" y="122300"/>
                  </a:lnTo>
                  <a:lnTo>
                    <a:pt x="285797" y="118490"/>
                  </a:lnTo>
                  <a:close/>
                </a:path>
                <a:path w="347344" h="309879">
                  <a:moveTo>
                    <a:pt x="285797" y="85724"/>
                  </a:moveTo>
                  <a:lnTo>
                    <a:pt x="151761" y="85724"/>
                  </a:lnTo>
                  <a:lnTo>
                    <a:pt x="148066" y="89407"/>
                  </a:lnTo>
                  <a:lnTo>
                    <a:pt x="148066" y="98551"/>
                  </a:lnTo>
                  <a:lnTo>
                    <a:pt x="151761" y="102234"/>
                  </a:lnTo>
                  <a:lnTo>
                    <a:pt x="285797" y="102234"/>
                  </a:lnTo>
                  <a:lnTo>
                    <a:pt x="289506" y="98551"/>
                  </a:lnTo>
                  <a:lnTo>
                    <a:pt x="289506" y="89407"/>
                  </a:lnTo>
                  <a:lnTo>
                    <a:pt x="285797" y="85724"/>
                  </a:lnTo>
                  <a:close/>
                </a:path>
                <a:path w="347344" h="309879">
                  <a:moveTo>
                    <a:pt x="285797" y="52958"/>
                  </a:moveTo>
                  <a:lnTo>
                    <a:pt x="151761" y="52958"/>
                  </a:lnTo>
                  <a:lnTo>
                    <a:pt x="148066" y="56641"/>
                  </a:lnTo>
                  <a:lnTo>
                    <a:pt x="148066" y="65785"/>
                  </a:lnTo>
                  <a:lnTo>
                    <a:pt x="151761" y="69468"/>
                  </a:lnTo>
                  <a:lnTo>
                    <a:pt x="285797" y="69468"/>
                  </a:lnTo>
                  <a:lnTo>
                    <a:pt x="289506" y="65785"/>
                  </a:lnTo>
                  <a:lnTo>
                    <a:pt x="289506" y="56641"/>
                  </a:lnTo>
                  <a:lnTo>
                    <a:pt x="285797" y="52958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42187" y="3230892"/>
            <a:ext cx="637540" cy="638810"/>
            <a:chOff x="742187" y="3230892"/>
            <a:chExt cx="637540" cy="638810"/>
          </a:xfrm>
        </p:grpSpPr>
        <p:sp>
          <p:nvSpPr>
            <p:cNvPr id="24" name="object 24"/>
            <p:cNvSpPr/>
            <p:nvPr/>
          </p:nvSpPr>
          <p:spPr>
            <a:xfrm>
              <a:off x="916254" y="3234944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604" y="7080"/>
                  </a:lnTo>
                  <a:lnTo>
                    <a:pt x="8483" y="27304"/>
                  </a:lnTo>
                  <a:lnTo>
                    <a:pt x="0" y="31876"/>
                  </a:lnTo>
                  <a:lnTo>
                    <a:pt x="12534" y="60832"/>
                  </a:lnTo>
                  <a:lnTo>
                    <a:pt x="20904" y="56387"/>
                  </a:lnTo>
                  <a:lnTo>
                    <a:pt x="50338" y="45747"/>
                  </a:lnTo>
                  <a:lnTo>
                    <a:pt x="81038" y="37941"/>
                  </a:lnTo>
                  <a:lnTo>
                    <a:pt x="112844" y="33135"/>
                  </a:lnTo>
                  <a:lnTo>
                    <a:pt x="145592" y="31495"/>
                  </a:lnTo>
                  <a:lnTo>
                    <a:pt x="178348" y="33135"/>
                  </a:lnTo>
                  <a:lnTo>
                    <a:pt x="210156" y="37941"/>
                  </a:lnTo>
                  <a:lnTo>
                    <a:pt x="240854" y="45747"/>
                  </a:lnTo>
                  <a:lnTo>
                    <a:pt x="270281" y="56387"/>
                  </a:lnTo>
                  <a:lnTo>
                    <a:pt x="282130" y="62610"/>
                  </a:lnTo>
                  <a:lnTo>
                    <a:pt x="293281" y="33019"/>
                  </a:lnTo>
                  <a:lnTo>
                    <a:pt x="282702" y="27304"/>
                  </a:lnTo>
                  <a:lnTo>
                    <a:pt x="250341" y="15644"/>
                  </a:lnTo>
                  <a:lnTo>
                    <a:pt x="216585" y="7080"/>
                  </a:lnTo>
                  <a:lnTo>
                    <a:pt x="181610" y="180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2187" y="3230892"/>
              <a:ext cx="637019" cy="63879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2711" y="3302000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0" y="0"/>
                  </a:moveTo>
                  <a:lnTo>
                    <a:pt x="205371" y="4031"/>
                  </a:lnTo>
                  <a:lnTo>
                    <a:pt x="163011" y="15653"/>
                  </a:lnTo>
                  <a:lnTo>
                    <a:pt x="124004" y="34162"/>
                  </a:lnTo>
                  <a:lnTo>
                    <a:pt x="89059" y="58852"/>
                  </a:lnTo>
                  <a:lnTo>
                    <a:pt x="58883" y="89017"/>
                  </a:lnTo>
                  <a:lnTo>
                    <a:pt x="34182" y="123951"/>
                  </a:lnTo>
                  <a:lnTo>
                    <a:pt x="15663" y="162950"/>
                  </a:lnTo>
                  <a:lnTo>
                    <a:pt x="4033" y="205307"/>
                  </a:lnTo>
                  <a:lnTo>
                    <a:pt x="0" y="250316"/>
                  </a:lnTo>
                  <a:lnTo>
                    <a:pt x="4033" y="295331"/>
                  </a:lnTo>
                  <a:lnTo>
                    <a:pt x="15663" y="337699"/>
                  </a:lnTo>
                  <a:lnTo>
                    <a:pt x="34182" y="376714"/>
                  </a:lnTo>
                  <a:lnTo>
                    <a:pt x="58883" y="411669"/>
                  </a:lnTo>
                  <a:lnTo>
                    <a:pt x="89059" y="441855"/>
                  </a:lnTo>
                  <a:lnTo>
                    <a:pt x="124004" y="466565"/>
                  </a:lnTo>
                  <a:lnTo>
                    <a:pt x="163011" y="485091"/>
                  </a:lnTo>
                  <a:lnTo>
                    <a:pt x="205371" y="496725"/>
                  </a:lnTo>
                  <a:lnTo>
                    <a:pt x="250380" y="500761"/>
                  </a:lnTo>
                  <a:lnTo>
                    <a:pt x="295387" y="496725"/>
                  </a:lnTo>
                  <a:lnTo>
                    <a:pt x="337745" y="485091"/>
                  </a:lnTo>
                  <a:lnTo>
                    <a:pt x="376746" y="466565"/>
                  </a:lnTo>
                  <a:lnTo>
                    <a:pt x="411685" y="441855"/>
                  </a:lnTo>
                  <a:lnTo>
                    <a:pt x="441855" y="411669"/>
                  </a:lnTo>
                  <a:lnTo>
                    <a:pt x="466550" y="376714"/>
                  </a:lnTo>
                  <a:lnTo>
                    <a:pt x="485064" y="337699"/>
                  </a:lnTo>
                  <a:lnTo>
                    <a:pt x="496690" y="295331"/>
                  </a:lnTo>
                  <a:lnTo>
                    <a:pt x="500722" y="250316"/>
                  </a:lnTo>
                  <a:lnTo>
                    <a:pt x="496690" y="205307"/>
                  </a:lnTo>
                  <a:lnTo>
                    <a:pt x="485064" y="162950"/>
                  </a:lnTo>
                  <a:lnTo>
                    <a:pt x="466550" y="123951"/>
                  </a:lnTo>
                  <a:lnTo>
                    <a:pt x="441855" y="89017"/>
                  </a:lnTo>
                  <a:lnTo>
                    <a:pt x="411685" y="58852"/>
                  </a:lnTo>
                  <a:lnTo>
                    <a:pt x="376746" y="34162"/>
                  </a:lnTo>
                  <a:lnTo>
                    <a:pt x="337745" y="15653"/>
                  </a:lnTo>
                  <a:lnTo>
                    <a:pt x="295387" y="4031"/>
                  </a:lnTo>
                  <a:lnTo>
                    <a:pt x="250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891539" y="3430524"/>
              <a:ext cx="342900" cy="242570"/>
            </a:xfrm>
            <a:custGeom>
              <a:avLst/>
              <a:gdLst/>
              <a:ahLst/>
              <a:cxnLst/>
              <a:rect l="l" t="t" r="r" b="b"/>
              <a:pathLst>
                <a:path w="342900" h="242570">
                  <a:moveTo>
                    <a:pt x="105187" y="102362"/>
                  </a:moveTo>
                  <a:lnTo>
                    <a:pt x="32816" y="102362"/>
                  </a:lnTo>
                  <a:lnTo>
                    <a:pt x="19357" y="104715"/>
                  </a:lnTo>
                  <a:lnTo>
                    <a:pt x="9002" y="111378"/>
                  </a:lnTo>
                  <a:lnTo>
                    <a:pt x="2350" y="121757"/>
                  </a:lnTo>
                  <a:lnTo>
                    <a:pt x="0" y="135254"/>
                  </a:lnTo>
                  <a:lnTo>
                    <a:pt x="0" y="242315"/>
                  </a:lnTo>
                  <a:lnTo>
                    <a:pt x="115735" y="242315"/>
                  </a:lnTo>
                  <a:lnTo>
                    <a:pt x="115735" y="157734"/>
                  </a:lnTo>
                  <a:lnTo>
                    <a:pt x="165301" y="157734"/>
                  </a:lnTo>
                  <a:lnTo>
                    <a:pt x="161277" y="153415"/>
                  </a:lnTo>
                  <a:lnTo>
                    <a:pt x="156781" y="147954"/>
                  </a:lnTo>
                  <a:lnTo>
                    <a:pt x="151815" y="143128"/>
                  </a:lnTo>
                  <a:lnTo>
                    <a:pt x="132829" y="125063"/>
                  </a:lnTo>
                  <a:lnTo>
                    <a:pt x="109600" y="103377"/>
                  </a:lnTo>
                  <a:lnTo>
                    <a:pt x="105187" y="102362"/>
                  </a:lnTo>
                  <a:close/>
                </a:path>
                <a:path w="342900" h="242570">
                  <a:moveTo>
                    <a:pt x="342900" y="29210"/>
                  </a:moveTo>
                  <a:lnTo>
                    <a:pt x="318325" y="29210"/>
                  </a:lnTo>
                  <a:lnTo>
                    <a:pt x="318325" y="218312"/>
                  </a:lnTo>
                  <a:lnTo>
                    <a:pt x="151066" y="218312"/>
                  </a:lnTo>
                  <a:lnTo>
                    <a:pt x="151066" y="242315"/>
                  </a:lnTo>
                  <a:lnTo>
                    <a:pt x="342900" y="242315"/>
                  </a:lnTo>
                  <a:lnTo>
                    <a:pt x="342900" y="29210"/>
                  </a:lnTo>
                  <a:close/>
                </a:path>
                <a:path w="342900" h="242570">
                  <a:moveTo>
                    <a:pt x="165301" y="157734"/>
                  </a:moveTo>
                  <a:lnTo>
                    <a:pt x="115735" y="157734"/>
                  </a:lnTo>
                  <a:lnTo>
                    <a:pt x="117297" y="159003"/>
                  </a:lnTo>
                  <a:lnTo>
                    <a:pt x="118935" y="160400"/>
                  </a:lnTo>
                  <a:lnTo>
                    <a:pt x="144908" y="184975"/>
                  </a:lnTo>
                  <a:lnTo>
                    <a:pt x="153644" y="193039"/>
                  </a:lnTo>
                  <a:lnTo>
                    <a:pt x="159358" y="196552"/>
                  </a:lnTo>
                  <a:lnTo>
                    <a:pt x="165609" y="197611"/>
                  </a:lnTo>
                  <a:lnTo>
                    <a:pt x="171834" y="196290"/>
                  </a:lnTo>
                  <a:lnTo>
                    <a:pt x="177469" y="192658"/>
                  </a:lnTo>
                  <a:lnTo>
                    <a:pt x="181013" y="189230"/>
                  </a:lnTo>
                  <a:lnTo>
                    <a:pt x="184353" y="185800"/>
                  </a:lnTo>
                  <a:lnTo>
                    <a:pt x="187820" y="182371"/>
                  </a:lnTo>
                  <a:lnTo>
                    <a:pt x="210376" y="159765"/>
                  </a:lnTo>
                  <a:lnTo>
                    <a:pt x="167195" y="159765"/>
                  </a:lnTo>
                  <a:lnTo>
                    <a:pt x="165301" y="157734"/>
                  </a:lnTo>
                  <a:close/>
                </a:path>
                <a:path w="342900" h="242570">
                  <a:moveTo>
                    <a:pt x="223227" y="107314"/>
                  </a:moveTo>
                  <a:lnTo>
                    <a:pt x="177749" y="147700"/>
                  </a:lnTo>
                  <a:lnTo>
                    <a:pt x="170802" y="155701"/>
                  </a:lnTo>
                  <a:lnTo>
                    <a:pt x="167195" y="159765"/>
                  </a:lnTo>
                  <a:lnTo>
                    <a:pt x="210376" y="159765"/>
                  </a:lnTo>
                  <a:lnTo>
                    <a:pt x="233235" y="136905"/>
                  </a:lnTo>
                  <a:lnTo>
                    <a:pt x="237248" y="132968"/>
                  </a:lnTo>
                  <a:lnTo>
                    <a:pt x="240042" y="128524"/>
                  </a:lnTo>
                  <a:lnTo>
                    <a:pt x="238870" y="117601"/>
                  </a:lnTo>
                  <a:lnTo>
                    <a:pt x="238747" y="116459"/>
                  </a:lnTo>
                  <a:lnTo>
                    <a:pt x="235267" y="111760"/>
                  </a:lnTo>
                  <a:lnTo>
                    <a:pt x="223227" y="107314"/>
                  </a:lnTo>
                  <a:close/>
                </a:path>
                <a:path w="342900" h="242570">
                  <a:moveTo>
                    <a:pt x="342900" y="1015"/>
                  </a:moveTo>
                  <a:lnTo>
                    <a:pt x="151193" y="1015"/>
                  </a:lnTo>
                  <a:lnTo>
                    <a:pt x="151071" y="116459"/>
                  </a:lnTo>
                  <a:lnTo>
                    <a:pt x="151396" y="117601"/>
                  </a:lnTo>
                  <a:lnTo>
                    <a:pt x="156171" y="123062"/>
                  </a:lnTo>
                  <a:lnTo>
                    <a:pt x="160324" y="127380"/>
                  </a:lnTo>
                  <a:lnTo>
                    <a:pt x="164274" y="131572"/>
                  </a:lnTo>
                  <a:lnTo>
                    <a:pt x="172097" y="126364"/>
                  </a:lnTo>
                  <a:lnTo>
                    <a:pt x="175640" y="120141"/>
                  </a:lnTo>
                  <a:lnTo>
                    <a:pt x="175551" y="117601"/>
                  </a:lnTo>
                  <a:lnTo>
                    <a:pt x="175494" y="115950"/>
                  </a:lnTo>
                  <a:lnTo>
                    <a:pt x="175396" y="113156"/>
                  </a:lnTo>
                  <a:lnTo>
                    <a:pt x="175282" y="109600"/>
                  </a:lnTo>
                  <a:lnTo>
                    <a:pt x="174911" y="91503"/>
                  </a:lnTo>
                  <a:lnTo>
                    <a:pt x="175018" y="29210"/>
                  </a:lnTo>
                  <a:lnTo>
                    <a:pt x="342900" y="29210"/>
                  </a:lnTo>
                  <a:lnTo>
                    <a:pt x="342900" y="1015"/>
                  </a:lnTo>
                  <a:close/>
                </a:path>
                <a:path w="342900" h="242570">
                  <a:moveTo>
                    <a:pt x="62966" y="0"/>
                  </a:moveTo>
                  <a:lnTo>
                    <a:pt x="45475" y="3347"/>
                  </a:lnTo>
                  <a:lnTo>
                    <a:pt x="31205" y="12684"/>
                  </a:lnTo>
                  <a:lnTo>
                    <a:pt x="21566" y="26664"/>
                  </a:lnTo>
                  <a:lnTo>
                    <a:pt x="17970" y="43941"/>
                  </a:lnTo>
                  <a:lnTo>
                    <a:pt x="21374" y="61563"/>
                  </a:lnTo>
                  <a:lnTo>
                    <a:pt x="30868" y="75946"/>
                  </a:lnTo>
                  <a:lnTo>
                    <a:pt x="45241" y="85784"/>
                  </a:lnTo>
                  <a:lnTo>
                    <a:pt x="45656" y="85784"/>
                  </a:lnTo>
                  <a:lnTo>
                    <a:pt x="62560" y="89280"/>
                  </a:lnTo>
                  <a:lnTo>
                    <a:pt x="79881" y="85784"/>
                  </a:lnTo>
                  <a:lnTo>
                    <a:pt x="94100" y="76263"/>
                  </a:lnTo>
                  <a:lnTo>
                    <a:pt x="103747" y="62170"/>
                  </a:lnTo>
                  <a:lnTo>
                    <a:pt x="107353" y="44958"/>
                  </a:lnTo>
                  <a:lnTo>
                    <a:pt x="103971" y="27449"/>
                  </a:lnTo>
                  <a:lnTo>
                    <a:pt x="94532" y="13192"/>
                  </a:lnTo>
                  <a:lnTo>
                    <a:pt x="80406" y="3577"/>
                  </a:lnTo>
                  <a:lnTo>
                    <a:pt x="62966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42187" y="2394216"/>
            <a:ext cx="637540" cy="638810"/>
            <a:chOff x="742187" y="2394216"/>
            <a:chExt cx="637540" cy="638810"/>
          </a:xfrm>
        </p:grpSpPr>
        <p:sp>
          <p:nvSpPr>
            <p:cNvPr id="29" name="object 29"/>
            <p:cNvSpPr/>
            <p:nvPr/>
          </p:nvSpPr>
          <p:spPr>
            <a:xfrm>
              <a:off x="916254" y="2398267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604" y="7032"/>
                  </a:lnTo>
                  <a:lnTo>
                    <a:pt x="8483" y="27305"/>
                  </a:lnTo>
                  <a:lnTo>
                    <a:pt x="0" y="31877"/>
                  </a:lnTo>
                  <a:lnTo>
                    <a:pt x="12534" y="60706"/>
                  </a:lnTo>
                  <a:lnTo>
                    <a:pt x="20904" y="56261"/>
                  </a:lnTo>
                  <a:lnTo>
                    <a:pt x="50338" y="45640"/>
                  </a:lnTo>
                  <a:lnTo>
                    <a:pt x="81038" y="37877"/>
                  </a:lnTo>
                  <a:lnTo>
                    <a:pt x="112844" y="33115"/>
                  </a:lnTo>
                  <a:lnTo>
                    <a:pt x="145592" y="31496"/>
                  </a:lnTo>
                  <a:lnTo>
                    <a:pt x="178348" y="33115"/>
                  </a:lnTo>
                  <a:lnTo>
                    <a:pt x="210156" y="37877"/>
                  </a:lnTo>
                  <a:lnTo>
                    <a:pt x="240854" y="4564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81" y="32893"/>
                  </a:lnTo>
                  <a:lnTo>
                    <a:pt x="282702" y="27305"/>
                  </a:lnTo>
                  <a:lnTo>
                    <a:pt x="250341" y="15591"/>
                  </a:lnTo>
                  <a:lnTo>
                    <a:pt x="216585" y="7032"/>
                  </a:lnTo>
                  <a:lnTo>
                    <a:pt x="181610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2187" y="2394216"/>
              <a:ext cx="637019" cy="6386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12711" y="246519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0" y="0"/>
                  </a:moveTo>
                  <a:lnTo>
                    <a:pt x="205371" y="4035"/>
                  </a:lnTo>
                  <a:lnTo>
                    <a:pt x="163011" y="15669"/>
                  </a:lnTo>
                  <a:lnTo>
                    <a:pt x="124004" y="34195"/>
                  </a:lnTo>
                  <a:lnTo>
                    <a:pt x="89059" y="58905"/>
                  </a:lnTo>
                  <a:lnTo>
                    <a:pt x="58883" y="89091"/>
                  </a:lnTo>
                  <a:lnTo>
                    <a:pt x="34182" y="124046"/>
                  </a:lnTo>
                  <a:lnTo>
                    <a:pt x="15663" y="163061"/>
                  </a:lnTo>
                  <a:lnTo>
                    <a:pt x="4033" y="205429"/>
                  </a:lnTo>
                  <a:lnTo>
                    <a:pt x="0" y="250443"/>
                  </a:lnTo>
                  <a:lnTo>
                    <a:pt x="4033" y="295453"/>
                  </a:lnTo>
                  <a:lnTo>
                    <a:pt x="15663" y="337810"/>
                  </a:lnTo>
                  <a:lnTo>
                    <a:pt x="34182" y="376809"/>
                  </a:lnTo>
                  <a:lnTo>
                    <a:pt x="58883" y="411743"/>
                  </a:lnTo>
                  <a:lnTo>
                    <a:pt x="89059" y="441908"/>
                  </a:lnTo>
                  <a:lnTo>
                    <a:pt x="124004" y="466598"/>
                  </a:lnTo>
                  <a:lnTo>
                    <a:pt x="163011" y="485107"/>
                  </a:lnTo>
                  <a:lnTo>
                    <a:pt x="205371" y="496729"/>
                  </a:lnTo>
                  <a:lnTo>
                    <a:pt x="250380" y="500761"/>
                  </a:lnTo>
                  <a:lnTo>
                    <a:pt x="295387" y="496729"/>
                  </a:lnTo>
                  <a:lnTo>
                    <a:pt x="337745" y="485107"/>
                  </a:lnTo>
                  <a:lnTo>
                    <a:pt x="376746" y="466598"/>
                  </a:lnTo>
                  <a:lnTo>
                    <a:pt x="411685" y="441908"/>
                  </a:lnTo>
                  <a:lnTo>
                    <a:pt x="441855" y="411743"/>
                  </a:lnTo>
                  <a:lnTo>
                    <a:pt x="466550" y="376809"/>
                  </a:lnTo>
                  <a:lnTo>
                    <a:pt x="485064" y="337810"/>
                  </a:lnTo>
                  <a:lnTo>
                    <a:pt x="496690" y="295453"/>
                  </a:lnTo>
                  <a:lnTo>
                    <a:pt x="500722" y="250443"/>
                  </a:lnTo>
                  <a:lnTo>
                    <a:pt x="496690" y="205429"/>
                  </a:lnTo>
                  <a:lnTo>
                    <a:pt x="485064" y="163061"/>
                  </a:lnTo>
                  <a:lnTo>
                    <a:pt x="466550" y="124046"/>
                  </a:lnTo>
                  <a:lnTo>
                    <a:pt x="441855" y="89091"/>
                  </a:lnTo>
                  <a:lnTo>
                    <a:pt x="411685" y="58905"/>
                  </a:lnTo>
                  <a:lnTo>
                    <a:pt x="376746" y="34195"/>
                  </a:lnTo>
                  <a:lnTo>
                    <a:pt x="337745" y="15669"/>
                  </a:lnTo>
                  <a:lnTo>
                    <a:pt x="295387" y="4035"/>
                  </a:lnTo>
                  <a:lnTo>
                    <a:pt x="250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73835" y="2546603"/>
              <a:ext cx="189865" cy="354965"/>
            </a:xfrm>
            <a:custGeom>
              <a:avLst/>
              <a:gdLst/>
              <a:ahLst/>
              <a:cxnLst/>
              <a:rect l="l" t="t" r="r" b="b"/>
              <a:pathLst>
                <a:path w="189865" h="354964">
                  <a:moveTo>
                    <a:pt x="168884" y="0"/>
                  </a:moveTo>
                  <a:lnTo>
                    <a:pt x="20942" y="0"/>
                  </a:lnTo>
                  <a:lnTo>
                    <a:pt x="12810" y="1668"/>
                  </a:lnTo>
                  <a:lnTo>
                    <a:pt x="6151" y="6207"/>
                  </a:lnTo>
                  <a:lnTo>
                    <a:pt x="1652" y="12912"/>
                  </a:lnTo>
                  <a:lnTo>
                    <a:pt x="0" y="21082"/>
                  </a:lnTo>
                  <a:lnTo>
                    <a:pt x="0" y="333883"/>
                  </a:lnTo>
                  <a:lnTo>
                    <a:pt x="1652" y="342052"/>
                  </a:lnTo>
                  <a:lnTo>
                    <a:pt x="6151" y="348757"/>
                  </a:lnTo>
                  <a:lnTo>
                    <a:pt x="12810" y="353296"/>
                  </a:lnTo>
                  <a:lnTo>
                    <a:pt x="20942" y="354965"/>
                  </a:lnTo>
                  <a:lnTo>
                    <a:pt x="168884" y="354965"/>
                  </a:lnTo>
                  <a:lnTo>
                    <a:pt x="177016" y="353296"/>
                  </a:lnTo>
                  <a:lnTo>
                    <a:pt x="183675" y="348757"/>
                  </a:lnTo>
                  <a:lnTo>
                    <a:pt x="185901" y="345440"/>
                  </a:lnTo>
                  <a:lnTo>
                    <a:pt x="85509" y="345440"/>
                  </a:lnTo>
                  <a:lnTo>
                    <a:pt x="85509" y="326644"/>
                  </a:lnTo>
                  <a:lnTo>
                    <a:pt x="189826" y="326644"/>
                  </a:lnTo>
                  <a:lnTo>
                    <a:pt x="189826" y="316738"/>
                  </a:lnTo>
                  <a:lnTo>
                    <a:pt x="11747" y="316738"/>
                  </a:lnTo>
                  <a:lnTo>
                    <a:pt x="11747" y="38226"/>
                  </a:lnTo>
                  <a:lnTo>
                    <a:pt x="189826" y="38226"/>
                  </a:lnTo>
                  <a:lnTo>
                    <a:pt x="189826" y="23113"/>
                  </a:lnTo>
                  <a:lnTo>
                    <a:pt x="37769" y="23113"/>
                  </a:lnTo>
                  <a:lnTo>
                    <a:pt x="37769" y="22733"/>
                  </a:lnTo>
                  <a:lnTo>
                    <a:pt x="14884" y="22733"/>
                  </a:lnTo>
                  <a:lnTo>
                    <a:pt x="14884" y="15494"/>
                  </a:lnTo>
                  <a:lnTo>
                    <a:pt x="188696" y="15494"/>
                  </a:lnTo>
                  <a:lnTo>
                    <a:pt x="188174" y="12912"/>
                  </a:lnTo>
                  <a:lnTo>
                    <a:pt x="183675" y="6207"/>
                  </a:lnTo>
                  <a:lnTo>
                    <a:pt x="177016" y="1668"/>
                  </a:lnTo>
                  <a:lnTo>
                    <a:pt x="168884" y="0"/>
                  </a:lnTo>
                  <a:close/>
                </a:path>
                <a:path w="189865" h="354964">
                  <a:moveTo>
                    <a:pt x="189826" y="326644"/>
                  </a:moveTo>
                  <a:lnTo>
                    <a:pt x="102425" y="326644"/>
                  </a:lnTo>
                  <a:lnTo>
                    <a:pt x="102425" y="345440"/>
                  </a:lnTo>
                  <a:lnTo>
                    <a:pt x="185901" y="345440"/>
                  </a:lnTo>
                  <a:lnTo>
                    <a:pt x="188174" y="342052"/>
                  </a:lnTo>
                  <a:lnTo>
                    <a:pt x="189826" y="333883"/>
                  </a:lnTo>
                  <a:lnTo>
                    <a:pt x="189826" y="326644"/>
                  </a:lnTo>
                  <a:close/>
                </a:path>
                <a:path w="189865" h="354964">
                  <a:moveTo>
                    <a:pt x="52648" y="188096"/>
                  </a:moveTo>
                  <a:lnTo>
                    <a:pt x="49801" y="196135"/>
                  </a:lnTo>
                  <a:lnTo>
                    <a:pt x="47666" y="207960"/>
                  </a:lnTo>
                  <a:lnTo>
                    <a:pt x="46824" y="218440"/>
                  </a:lnTo>
                  <a:lnTo>
                    <a:pt x="51333" y="239389"/>
                  </a:lnTo>
                  <a:lnTo>
                    <a:pt x="63349" y="256492"/>
                  </a:lnTo>
                  <a:lnTo>
                    <a:pt x="80605" y="267714"/>
                  </a:lnTo>
                  <a:lnTo>
                    <a:pt x="100837" y="271018"/>
                  </a:lnTo>
                  <a:lnTo>
                    <a:pt x="103960" y="275572"/>
                  </a:lnTo>
                  <a:lnTo>
                    <a:pt x="110817" y="286972"/>
                  </a:lnTo>
                  <a:lnTo>
                    <a:pt x="128320" y="316738"/>
                  </a:lnTo>
                  <a:lnTo>
                    <a:pt x="189826" y="316738"/>
                  </a:lnTo>
                  <a:lnTo>
                    <a:pt x="189826" y="308483"/>
                  </a:lnTo>
                  <a:lnTo>
                    <a:pt x="178079" y="308483"/>
                  </a:lnTo>
                  <a:lnTo>
                    <a:pt x="163231" y="283718"/>
                  </a:lnTo>
                  <a:lnTo>
                    <a:pt x="154692" y="268763"/>
                  </a:lnTo>
                  <a:lnTo>
                    <a:pt x="143649" y="248285"/>
                  </a:lnTo>
                  <a:lnTo>
                    <a:pt x="147445" y="241657"/>
                  </a:lnTo>
                  <a:lnTo>
                    <a:pt x="149349" y="236757"/>
                  </a:lnTo>
                  <a:lnTo>
                    <a:pt x="94493" y="236757"/>
                  </a:lnTo>
                  <a:lnTo>
                    <a:pt x="81762" y="232537"/>
                  </a:lnTo>
                  <a:lnTo>
                    <a:pt x="76469" y="225087"/>
                  </a:lnTo>
                  <a:lnTo>
                    <a:pt x="68499" y="212375"/>
                  </a:lnTo>
                  <a:lnTo>
                    <a:pt x="60626" y="198854"/>
                  </a:lnTo>
                  <a:lnTo>
                    <a:pt x="55625" y="188975"/>
                  </a:lnTo>
                  <a:lnTo>
                    <a:pt x="52648" y="188096"/>
                  </a:lnTo>
                  <a:close/>
                </a:path>
                <a:path w="189865" h="354964">
                  <a:moveTo>
                    <a:pt x="189826" y="38226"/>
                  </a:moveTo>
                  <a:lnTo>
                    <a:pt x="178079" y="38226"/>
                  </a:lnTo>
                  <a:lnTo>
                    <a:pt x="178079" y="308483"/>
                  </a:lnTo>
                  <a:lnTo>
                    <a:pt x="189826" y="308483"/>
                  </a:lnTo>
                  <a:lnTo>
                    <a:pt x="189826" y="38226"/>
                  </a:lnTo>
                  <a:close/>
                </a:path>
                <a:path w="189865" h="354964">
                  <a:moveTo>
                    <a:pt x="101571" y="164879"/>
                  </a:moveTo>
                  <a:lnTo>
                    <a:pt x="92570" y="165100"/>
                  </a:lnTo>
                  <a:lnTo>
                    <a:pt x="101625" y="177750"/>
                  </a:lnTo>
                  <a:lnTo>
                    <a:pt x="109162" y="188674"/>
                  </a:lnTo>
                  <a:lnTo>
                    <a:pt x="115233" y="197907"/>
                  </a:lnTo>
                  <a:lnTo>
                    <a:pt x="119887" y="205486"/>
                  </a:lnTo>
                  <a:lnTo>
                    <a:pt x="120432" y="218440"/>
                  </a:lnTo>
                  <a:lnTo>
                    <a:pt x="120494" y="219910"/>
                  </a:lnTo>
                  <a:lnTo>
                    <a:pt x="109716" y="231441"/>
                  </a:lnTo>
                  <a:lnTo>
                    <a:pt x="94493" y="236757"/>
                  </a:lnTo>
                  <a:lnTo>
                    <a:pt x="149349" y="236757"/>
                  </a:lnTo>
                  <a:lnTo>
                    <a:pt x="150372" y="234124"/>
                  </a:lnTo>
                  <a:lnTo>
                    <a:pt x="152374" y="226210"/>
                  </a:lnTo>
                  <a:lnTo>
                    <a:pt x="153390" y="218440"/>
                  </a:lnTo>
                  <a:lnTo>
                    <a:pt x="145033" y="188096"/>
                  </a:lnTo>
                  <a:lnTo>
                    <a:pt x="123394" y="171338"/>
                  </a:lnTo>
                  <a:lnTo>
                    <a:pt x="101571" y="164879"/>
                  </a:lnTo>
                  <a:close/>
                </a:path>
                <a:path w="189865" h="354964">
                  <a:moveTo>
                    <a:pt x="188825" y="16129"/>
                  </a:moveTo>
                  <a:lnTo>
                    <a:pt x="162394" y="16129"/>
                  </a:lnTo>
                  <a:lnTo>
                    <a:pt x="162394" y="23113"/>
                  </a:lnTo>
                  <a:lnTo>
                    <a:pt x="189826" y="23113"/>
                  </a:lnTo>
                  <a:lnTo>
                    <a:pt x="189826" y="21082"/>
                  </a:lnTo>
                  <a:lnTo>
                    <a:pt x="188825" y="16129"/>
                  </a:lnTo>
                  <a:close/>
                </a:path>
                <a:path w="189865" h="354964">
                  <a:moveTo>
                    <a:pt x="24091" y="15494"/>
                  </a:moveTo>
                  <a:lnTo>
                    <a:pt x="23482" y="15494"/>
                  </a:lnTo>
                  <a:lnTo>
                    <a:pt x="23482" y="22733"/>
                  </a:lnTo>
                  <a:lnTo>
                    <a:pt x="24091" y="22733"/>
                  </a:lnTo>
                  <a:lnTo>
                    <a:pt x="24091" y="15494"/>
                  </a:lnTo>
                  <a:close/>
                </a:path>
                <a:path w="189865" h="354964">
                  <a:moveTo>
                    <a:pt x="188696" y="15494"/>
                  </a:moveTo>
                  <a:lnTo>
                    <a:pt x="32689" y="15494"/>
                  </a:lnTo>
                  <a:lnTo>
                    <a:pt x="32689" y="22733"/>
                  </a:lnTo>
                  <a:lnTo>
                    <a:pt x="37769" y="22733"/>
                  </a:lnTo>
                  <a:lnTo>
                    <a:pt x="37769" y="16129"/>
                  </a:lnTo>
                  <a:lnTo>
                    <a:pt x="188825" y="16129"/>
                  </a:lnTo>
                  <a:lnTo>
                    <a:pt x="188696" y="15494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42187" y="1557540"/>
            <a:ext cx="637540" cy="638810"/>
            <a:chOff x="742187" y="1557540"/>
            <a:chExt cx="637540" cy="638810"/>
          </a:xfrm>
        </p:grpSpPr>
        <p:sp>
          <p:nvSpPr>
            <p:cNvPr id="34" name="object 34"/>
            <p:cNvSpPr/>
            <p:nvPr/>
          </p:nvSpPr>
          <p:spPr>
            <a:xfrm>
              <a:off x="916254" y="1561591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5">
                  <a:moveTo>
                    <a:pt x="145592" y="0"/>
                  </a:moveTo>
                  <a:lnTo>
                    <a:pt x="74604" y="7016"/>
                  </a:lnTo>
                  <a:lnTo>
                    <a:pt x="8483" y="27178"/>
                  </a:lnTo>
                  <a:lnTo>
                    <a:pt x="0" y="31750"/>
                  </a:lnTo>
                  <a:lnTo>
                    <a:pt x="12534" y="60706"/>
                  </a:lnTo>
                  <a:lnTo>
                    <a:pt x="20904" y="56261"/>
                  </a:lnTo>
                  <a:lnTo>
                    <a:pt x="50338" y="45620"/>
                  </a:lnTo>
                  <a:lnTo>
                    <a:pt x="81038" y="37814"/>
                  </a:lnTo>
                  <a:lnTo>
                    <a:pt x="112844" y="33008"/>
                  </a:lnTo>
                  <a:lnTo>
                    <a:pt x="145592" y="31369"/>
                  </a:lnTo>
                  <a:lnTo>
                    <a:pt x="178348" y="33008"/>
                  </a:lnTo>
                  <a:lnTo>
                    <a:pt x="210156" y="37814"/>
                  </a:lnTo>
                  <a:lnTo>
                    <a:pt x="240854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81" y="32893"/>
                  </a:lnTo>
                  <a:lnTo>
                    <a:pt x="282702" y="27178"/>
                  </a:lnTo>
                  <a:lnTo>
                    <a:pt x="250341" y="15537"/>
                  </a:lnTo>
                  <a:lnTo>
                    <a:pt x="216585" y="7016"/>
                  </a:lnTo>
                  <a:lnTo>
                    <a:pt x="181610" y="178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187" y="1557540"/>
              <a:ext cx="637019" cy="6386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12711" y="1628520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0" y="0"/>
                  </a:moveTo>
                  <a:lnTo>
                    <a:pt x="205371" y="4031"/>
                  </a:lnTo>
                  <a:lnTo>
                    <a:pt x="163011" y="15653"/>
                  </a:lnTo>
                  <a:lnTo>
                    <a:pt x="124004" y="34162"/>
                  </a:lnTo>
                  <a:lnTo>
                    <a:pt x="89059" y="58852"/>
                  </a:lnTo>
                  <a:lnTo>
                    <a:pt x="58883" y="89017"/>
                  </a:lnTo>
                  <a:lnTo>
                    <a:pt x="34182" y="123951"/>
                  </a:lnTo>
                  <a:lnTo>
                    <a:pt x="15663" y="162950"/>
                  </a:lnTo>
                  <a:lnTo>
                    <a:pt x="4033" y="205307"/>
                  </a:lnTo>
                  <a:lnTo>
                    <a:pt x="0" y="250316"/>
                  </a:lnTo>
                  <a:lnTo>
                    <a:pt x="4033" y="295331"/>
                  </a:lnTo>
                  <a:lnTo>
                    <a:pt x="15663" y="337699"/>
                  </a:lnTo>
                  <a:lnTo>
                    <a:pt x="34182" y="376714"/>
                  </a:lnTo>
                  <a:lnTo>
                    <a:pt x="58883" y="411669"/>
                  </a:lnTo>
                  <a:lnTo>
                    <a:pt x="89059" y="441855"/>
                  </a:lnTo>
                  <a:lnTo>
                    <a:pt x="124004" y="466565"/>
                  </a:lnTo>
                  <a:lnTo>
                    <a:pt x="163011" y="485091"/>
                  </a:lnTo>
                  <a:lnTo>
                    <a:pt x="205371" y="496725"/>
                  </a:lnTo>
                  <a:lnTo>
                    <a:pt x="250380" y="500761"/>
                  </a:lnTo>
                  <a:lnTo>
                    <a:pt x="295387" y="496725"/>
                  </a:lnTo>
                  <a:lnTo>
                    <a:pt x="337745" y="485091"/>
                  </a:lnTo>
                  <a:lnTo>
                    <a:pt x="376746" y="466565"/>
                  </a:lnTo>
                  <a:lnTo>
                    <a:pt x="411685" y="441855"/>
                  </a:lnTo>
                  <a:lnTo>
                    <a:pt x="441855" y="411669"/>
                  </a:lnTo>
                  <a:lnTo>
                    <a:pt x="466550" y="376714"/>
                  </a:lnTo>
                  <a:lnTo>
                    <a:pt x="485064" y="337699"/>
                  </a:lnTo>
                  <a:lnTo>
                    <a:pt x="496690" y="295331"/>
                  </a:lnTo>
                  <a:lnTo>
                    <a:pt x="500722" y="250316"/>
                  </a:lnTo>
                  <a:lnTo>
                    <a:pt x="496690" y="205307"/>
                  </a:lnTo>
                  <a:lnTo>
                    <a:pt x="485064" y="162950"/>
                  </a:lnTo>
                  <a:lnTo>
                    <a:pt x="466550" y="123951"/>
                  </a:lnTo>
                  <a:lnTo>
                    <a:pt x="441855" y="89017"/>
                  </a:lnTo>
                  <a:lnTo>
                    <a:pt x="411685" y="58852"/>
                  </a:lnTo>
                  <a:lnTo>
                    <a:pt x="376746" y="34162"/>
                  </a:lnTo>
                  <a:lnTo>
                    <a:pt x="337745" y="15653"/>
                  </a:lnTo>
                  <a:lnTo>
                    <a:pt x="295387" y="4031"/>
                  </a:lnTo>
                  <a:lnTo>
                    <a:pt x="2503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37"/>
            <p:cNvSpPr/>
            <p:nvPr/>
          </p:nvSpPr>
          <p:spPr>
            <a:xfrm>
              <a:off x="874775" y="1729739"/>
              <a:ext cx="376555" cy="297815"/>
            </a:xfrm>
            <a:custGeom>
              <a:avLst/>
              <a:gdLst/>
              <a:ahLst/>
              <a:cxnLst/>
              <a:rect l="l" t="t" r="r" b="b"/>
              <a:pathLst>
                <a:path w="376555" h="297814">
                  <a:moveTo>
                    <a:pt x="338304" y="240157"/>
                  </a:moveTo>
                  <a:lnTo>
                    <a:pt x="335165" y="240157"/>
                  </a:lnTo>
                  <a:lnTo>
                    <a:pt x="329219" y="241426"/>
                  </a:lnTo>
                  <a:lnTo>
                    <a:pt x="277939" y="241426"/>
                  </a:lnTo>
                  <a:lnTo>
                    <a:pt x="268246" y="247578"/>
                  </a:lnTo>
                  <a:lnTo>
                    <a:pt x="260678" y="256159"/>
                  </a:lnTo>
                  <a:lnTo>
                    <a:pt x="255756" y="266644"/>
                  </a:lnTo>
                  <a:lnTo>
                    <a:pt x="254000" y="278511"/>
                  </a:lnTo>
                  <a:lnTo>
                    <a:pt x="257174" y="290818"/>
                  </a:lnTo>
                  <a:lnTo>
                    <a:pt x="265833" y="296100"/>
                  </a:lnTo>
                  <a:lnTo>
                    <a:pt x="278678" y="297191"/>
                  </a:lnTo>
                  <a:lnTo>
                    <a:pt x="294411" y="296925"/>
                  </a:lnTo>
                  <a:lnTo>
                    <a:pt x="354879" y="296925"/>
                  </a:lnTo>
                  <a:lnTo>
                    <a:pt x="364594" y="296100"/>
                  </a:lnTo>
                  <a:lnTo>
                    <a:pt x="373253" y="290818"/>
                  </a:lnTo>
                  <a:lnTo>
                    <a:pt x="376428" y="278511"/>
                  </a:lnTo>
                  <a:lnTo>
                    <a:pt x="374347" y="265684"/>
                  </a:lnTo>
                  <a:lnTo>
                    <a:pt x="315226" y="265684"/>
                  </a:lnTo>
                  <a:lnTo>
                    <a:pt x="324561" y="250444"/>
                  </a:lnTo>
                  <a:lnTo>
                    <a:pt x="331517" y="245237"/>
                  </a:lnTo>
                  <a:lnTo>
                    <a:pt x="303034" y="245237"/>
                  </a:lnTo>
                  <a:lnTo>
                    <a:pt x="292135" y="241808"/>
                  </a:lnTo>
                  <a:lnTo>
                    <a:pt x="336098" y="241808"/>
                  </a:lnTo>
                  <a:lnTo>
                    <a:pt x="338304" y="240157"/>
                  </a:lnTo>
                  <a:close/>
                </a:path>
                <a:path w="376555" h="297814">
                  <a:moveTo>
                    <a:pt x="354879" y="296925"/>
                  </a:moveTo>
                  <a:lnTo>
                    <a:pt x="336016" y="296925"/>
                  </a:lnTo>
                  <a:lnTo>
                    <a:pt x="351749" y="297191"/>
                  </a:lnTo>
                  <a:lnTo>
                    <a:pt x="354879" y="296925"/>
                  </a:lnTo>
                  <a:close/>
                </a:path>
                <a:path w="376555" h="297814">
                  <a:moveTo>
                    <a:pt x="358777" y="239140"/>
                  </a:moveTo>
                  <a:lnTo>
                    <a:pt x="339661" y="239140"/>
                  </a:lnTo>
                  <a:lnTo>
                    <a:pt x="338797" y="244221"/>
                  </a:lnTo>
                  <a:lnTo>
                    <a:pt x="332816" y="248538"/>
                  </a:lnTo>
                  <a:lnTo>
                    <a:pt x="324573" y="250444"/>
                  </a:lnTo>
                  <a:lnTo>
                    <a:pt x="315321" y="265529"/>
                  </a:lnTo>
                  <a:lnTo>
                    <a:pt x="315226" y="265684"/>
                  </a:lnTo>
                  <a:lnTo>
                    <a:pt x="374347" y="265684"/>
                  </a:lnTo>
                  <a:lnTo>
                    <a:pt x="374322" y="265529"/>
                  </a:lnTo>
                  <a:lnTo>
                    <a:pt x="368449" y="254285"/>
                  </a:lnTo>
                  <a:lnTo>
                    <a:pt x="359504" y="245471"/>
                  </a:lnTo>
                  <a:lnTo>
                    <a:pt x="348183" y="239775"/>
                  </a:lnTo>
                  <a:lnTo>
                    <a:pt x="359354" y="239775"/>
                  </a:lnTo>
                  <a:lnTo>
                    <a:pt x="358777" y="239140"/>
                  </a:lnTo>
                  <a:close/>
                </a:path>
                <a:path w="376555" h="297814">
                  <a:moveTo>
                    <a:pt x="336098" y="241808"/>
                  </a:moveTo>
                  <a:lnTo>
                    <a:pt x="292135" y="241808"/>
                  </a:lnTo>
                  <a:lnTo>
                    <a:pt x="303034" y="245237"/>
                  </a:lnTo>
                  <a:lnTo>
                    <a:pt x="331517" y="245237"/>
                  </a:lnTo>
                  <a:lnTo>
                    <a:pt x="336098" y="241808"/>
                  </a:lnTo>
                  <a:close/>
                </a:path>
                <a:path w="376555" h="297814">
                  <a:moveTo>
                    <a:pt x="315188" y="156337"/>
                  </a:moveTo>
                  <a:lnTo>
                    <a:pt x="282714" y="206756"/>
                  </a:lnTo>
                  <a:lnTo>
                    <a:pt x="282554" y="211143"/>
                  </a:lnTo>
                  <a:lnTo>
                    <a:pt x="281286" y="220472"/>
                  </a:lnTo>
                  <a:lnTo>
                    <a:pt x="281163" y="221376"/>
                  </a:lnTo>
                  <a:lnTo>
                    <a:pt x="277180" y="233062"/>
                  </a:lnTo>
                  <a:lnTo>
                    <a:pt x="269240" y="241808"/>
                  </a:lnTo>
                  <a:lnTo>
                    <a:pt x="274821" y="241426"/>
                  </a:lnTo>
                  <a:lnTo>
                    <a:pt x="314934" y="241426"/>
                  </a:lnTo>
                  <a:lnTo>
                    <a:pt x="297903" y="233680"/>
                  </a:lnTo>
                  <a:lnTo>
                    <a:pt x="305046" y="233680"/>
                  </a:lnTo>
                  <a:lnTo>
                    <a:pt x="297384" y="226885"/>
                  </a:lnTo>
                  <a:lnTo>
                    <a:pt x="291475" y="216046"/>
                  </a:lnTo>
                  <a:lnTo>
                    <a:pt x="288467" y="202564"/>
                  </a:lnTo>
                  <a:lnTo>
                    <a:pt x="299275" y="200660"/>
                  </a:lnTo>
                  <a:lnTo>
                    <a:pt x="305714" y="198120"/>
                  </a:lnTo>
                  <a:lnTo>
                    <a:pt x="307726" y="197358"/>
                  </a:lnTo>
                  <a:lnTo>
                    <a:pt x="313340" y="194865"/>
                  </a:lnTo>
                  <a:lnTo>
                    <a:pt x="321594" y="190458"/>
                  </a:lnTo>
                  <a:lnTo>
                    <a:pt x="331749" y="183896"/>
                  </a:lnTo>
                  <a:lnTo>
                    <a:pt x="344668" y="183896"/>
                  </a:lnTo>
                  <a:lnTo>
                    <a:pt x="343677" y="176482"/>
                  </a:lnTo>
                  <a:lnTo>
                    <a:pt x="332430" y="161639"/>
                  </a:lnTo>
                  <a:lnTo>
                    <a:pt x="320708" y="156749"/>
                  </a:lnTo>
                  <a:lnTo>
                    <a:pt x="320913" y="156749"/>
                  </a:lnTo>
                  <a:lnTo>
                    <a:pt x="315188" y="156337"/>
                  </a:lnTo>
                  <a:close/>
                </a:path>
                <a:path w="376555" h="297814">
                  <a:moveTo>
                    <a:pt x="359354" y="239775"/>
                  </a:moveTo>
                  <a:lnTo>
                    <a:pt x="348183" y="239775"/>
                  </a:lnTo>
                  <a:lnTo>
                    <a:pt x="355117" y="240537"/>
                  </a:lnTo>
                  <a:lnTo>
                    <a:pt x="361200" y="241808"/>
                  </a:lnTo>
                  <a:lnTo>
                    <a:pt x="359354" y="239775"/>
                  </a:lnTo>
                  <a:close/>
                </a:path>
                <a:path w="376555" h="297814">
                  <a:moveTo>
                    <a:pt x="305046" y="233680"/>
                  </a:moveTo>
                  <a:lnTo>
                    <a:pt x="297903" y="233680"/>
                  </a:lnTo>
                  <a:lnTo>
                    <a:pt x="314934" y="241426"/>
                  </a:lnTo>
                  <a:lnTo>
                    <a:pt x="328673" y="241426"/>
                  </a:lnTo>
                  <a:lnTo>
                    <a:pt x="330935" y="236727"/>
                  </a:lnTo>
                  <a:lnTo>
                    <a:pt x="315226" y="236727"/>
                  </a:lnTo>
                  <a:lnTo>
                    <a:pt x="305525" y="234104"/>
                  </a:lnTo>
                  <a:lnTo>
                    <a:pt x="305046" y="233680"/>
                  </a:lnTo>
                  <a:close/>
                </a:path>
                <a:path w="376555" h="297814">
                  <a:moveTo>
                    <a:pt x="354201" y="234104"/>
                  </a:moveTo>
                  <a:lnTo>
                    <a:pt x="332198" y="234104"/>
                  </a:lnTo>
                  <a:lnTo>
                    <a:pt x="328686" y="241426"/>
                  </a:lnTo>
                  <a:lnTo>
                    <a:pt x="329208" y="241426"/>
                  </a:lnTo>
                  <a:lnTo>
                    <a:pt x="335165" y="240157"/>
                  </a:lnTo>
                  <a:lnTo>
                    <a:pt x="338304" y="240157"/>
                  </a:lnTo>
                  <a:lnTo>
                    <a:pt x="339661" y="239140"/>
                  </a:lnTo>
                  <a:lnTo>
                    <a:pt x="358777" y="239140"/>
                  </a:lnTo>
                  <a:lnTo>
                    <a:pt x="354201" y="234104"/>
                  </a:lnTo>
                  <a:close/>
                </a:path>
                <a:path w="376555" h="297814">
                  <a:moveTo>
                    <a:pt x="344668" y="183896"/>
                  </a:moveTo>
                  <a:lnTo>
                    <a:pt x="331973" y="183896"/>
                  </a:lnTo>
                  <a:lnTo>
                    <a:pt x="332143" y="184150"/>
                  </a:lnTo>
                  <a:lnTo>
                    <a:pt x="333743" y="186944"/>
                  </a:lnTo>
                  <a:lnTo>
                    <a:pt x="336397" y="193294"/>
                  </a:lnTo>
                  <a:lnTo>
                    <a:pt x="331381" y="196087"/>
                  </a:lnTo>
                  <a:lnTo>
                    <a:pt x="340525" y="197358"/>
                  </a:lnTo>
                  <a:lnTo>
                    <a:pt x="340690" y="197358"/>
                  </a:lnTo>
                  <a:lnTo>
                    <a:pt x="342353" y="197612"/>
                  </a:lnTo>
                  <a:lnTo>
                    <a:pt x="342239" y="200279"/>
                  </a:lnTo>
                  <a:lnTo>
                    <a:pt x="342049" y="201549"/>
                  </a:lnTo>
                  <a:lnTo>
                    <a:pt x="341528" y="208534"/>
                  </a:lnTo>
                  <a:lnTo>
                    <a:pt x="315226" y="236727"/>
                  </a:lnTo>
                  <a:lnTo>
                    <a:pt x="330935" y="236727"/>
                  </a:lnTo>
                  <a:lnTo>
                    <a:pt x="332198" y="234104"/>
                  </a:lnTo>
                  <a:lnTo>
                    <a:pt x="354201" y="234104"/>
                  </a:lnTo>
                  <a:lnTo>
                    <a:pt x="353255" y="233062"/>
                  </a:lnTo>
                  <a:lnTo>
                    <a:pt x="349272" y="221376"/>
                  </a:lnTo>
                  <a:lnTo>
                    <a:pt x="347884" y="211143"/>
                  </a:lnTo>
                  <a:lnTo>
                    <a:pt x="347790" y="208534"/>
                  </a:lnTo>
                  <a:lnTo>
                    <a:pt x="347726" y="206756"/>
                  </a:lnTo>
                  <a:lnTo>
                    <a:pt x="344702" y="184150"/>
                  </a:lnTo>
                  <a:lnTo>
                    <a:pt x="344668" y="183896"/>
                  </a:lnTo>
                  <a:close/>
                </a:path>
                <a:path w="376555" h="297814">
                  <a:moveTo>
                    <a:pt x="37693" y="232663"/>
                  </a:moveTo>
                  <a:lnTo>
                    <a:pt x="22888" y="236956"/>
                  </a:lnTo>
                  <a:lnTo>
                    <a:pt x="10921" y="246046"/>
                  </a:lnTo>
                  <a:lnTo>
                    <a:pt x="2917" y="258827"/>
                  </a:lnTo>
                  <a:lnTo>
                    <a:pt x="0" y="274193"/>
                  </a:lnTo>
                  <a:lnTo>
                    <a:pt x="3261" y="287482"/>
                  </a:lnTo>
                  <a:lnTo>
                    <a:pt x="12155" y="294306"/>
                  </a:lnTo>
                  <a:lnTo>
                    <a:pt x="25347" y="296820"/>
                  </a:lnTo>
                  <a:lnTo>
                    <a:pt x="41503" y="297180"/>
                  </a:lnTo>
                  <a:lnTo>
                    <a:pt x="84264" y="297180"/>
                  </a:lnTo>
                  <a:lnTo>
                    <a:pt x="100422" y="296820"/>
                  </a:lnTo>
                  <a:lnTo>
                    <a:pt x="113618" y="294306"/>
                  </a:lnTo>
                  <a:lnTo>
                    <a:pt x="122517" y="287482"/>
                  </a:lnTo>
                  <a:lnTo>
                    <a:pt x="125780" y="274193"/>
                  </a:lnTo>
                  <a:lnTo>
                    <a:pt x="122862" y="258827"/>
                  </a:lnTo>
                  <a:lnTo>
                    <a:pt x="115067" y="246380"/>
                  </a:lnTo>
                  <a:lnTo>
                    <a:pt x="62890" y="246380"/>
                  </a:lnTo>
                  <a:lnTo>
                    <a:pt x="53147" y="245308"/>
                  </a:lnTo>
                  <a:lnTo>
                    <a:pt x="45172" y="242379"/>
                  </a:lnTo>
                  <a:lnTo>
                    <a:pt x="39757" y="238021"/>
                  </a:lnTo>
                  <a:lnTo>
                    <a:pt x="37693" y="232663"/>
                  </a:lnTo>
                  <a:close/>
                </a:path>
                <a:path w="376555" h="297814">
                  <a:moveTo>
                    <a:pt x="88087" y="232663"/>
                  </a:moveTo>
                  <a:lnTo>
                    <a:pt x="86016" y="238021"/>
                  </a:lnTo>
                  <a:lnTo>
                    <a:pt x="80598" y="242379"/>
                  </a:lnTo>
                  <a:lnTo>
                    <a:pt x="72626" y="245308"/>
                  </a:lnTo>
                  <a:lnTo>
                    <a:pt x="62890" y="246380"/>
                  </a:lnTo>
                  <a:lnTo>
                    <a:pt x="115067" y="246380"/>
                  </a:lnTo>
                  <a:lnTo>
                    <a:pt x="114858" y="246046"/>
                  </a:lnTo>
                  <a:lnTo>
                    <a:pt x="102892" y="236956"/>
                  </a:lnTo>
                  <a:lnTo>
                    <a:pt x="88087" y="232663"/>
                  </a:lnTo>
                  <a:close/>
                </a:path>
                <a:path w="376555" h="297814">
                  <a:moveTo>
                    <a:pt x="62890" y="156337"/>
                  </a:moveTo>
                  <a:lnTo>
                    <a:pt x="31496" y="184785"/>
                  </a:lnTo>
                  <a:lnTo>
                    <a:pt x="31242" y="186562"/>
                  </a:lnTo>
                  <a:lnTo>
                    <a:pt x="31343" y="194056"/>
                  </a:lnTo>
                  <a:lnTo>
                    <a:pt x="31483" y="195072"/>
                  </a:lnTo>
                  <a:lnTo>
                    <a:pt x="31559" y="195961"/>
                  </a:lnTo>
                  <a:lnTo>
                    <a:pt x="35042" y="211841"/>
                  </a:lnTo>
                  <a:lnTo>
                    <a:pt x="41952" y="224615"/>
                  </a:lnTo>
                  <a:lnTo>
                    <a:pt x="51499" y="233126"/>
                  </a:lnTo>
                  <a:lnTo>
                    <a:pt x="62890" y="236220"/>
                  </a:lnTo>
                  <a:lnTo>
                    <a:pt x="74281" y="233126"/>
                  </a:lnTo>
                  <a:lnTo>
                    <a:pt x="76224" y="231394"/>
                  </a:lnTo>
                  <a:lnTo>
                    <a:pt x="62890" y="231394"/>
                  </a:lnTo>
                  <a:lnTo>
                    <a:pt x="52920" y="228683"/>
                  </a:lnTo>
                  <a:lnTo>
                    <a:pt x="44557" y="221234"/>
                  </a:lnTo>
                  <a:lnTo>
                    <a:pt x="38490" y="210069"/>
                  </a:lnTo>
                  <a:lnTo>
                    <a:pt x="35464" y="196469"/>
                  </a:lnTo>
                  <a:lnTo>
                    <a:pt x="35407" y="196214"/>
                  </a:lnTo>
                  <a:lnTo>
                    <a:pt x="39471" y="196214"/>
                  </a:lnTo>
                  <a:lnTo>
                    <a:pt x="36664" y="179577"/>
                  </a:lnTo>
                  <a:lnTo>
                    <a:pt x="43294" y="176911"/>
                  </a:lnTo>
                  <a:lnTo>
                    <a:pt x="91741" y="176911"/>
                  </a:lnTo>
                  <a:lnTo>
                    <a:pt x="90645" y="173535"/>
                  </a:lnTo>
                  <a:lnTo>
                    <a:pt x="83685" y="164512"/>
                  </a:lnTo>
                  <a:lnTo>
                    <a:pt x="74178" y="158513"/>
                  </a:lnTo>
                  <a:lnTo>
                    <a:pt x="62890" y="156337"/>
                  </a:lnTo>
                  <a:close/>
                </a:path>
                <a:path w="376555" h="297814">
                  <a:moveTo>
                    <a:pt x="94165" y="196214"/>
                  </a:moveTo>
                  <a:lnTo>
                    <a:pt x="90373" y="196214"/>
                  </a:lnTo>
                  <a:lnTo>
                    <a:pt x="87289" y="210069"/>
                  </a:lnTo>
                  <a:lnTo>
                    <a:pt x="81222" y="221234"/>
                  </a:lnTo>
                  <a:lnTo>
                    <a:pt x="72860" y="228683"/>
                  </a:lnTo>
                  <a:lnTo>
                    <a:pt x="62890" y="231394"/>
                  </a:lnTo>
                  <a:lnTo>
                    <a:pt x="76224" y="231394"/>
                  </a:lnTo>
                  <a:lnTo>
                    <a:pt x="83827" y="224615"/>
                  </a:lnTo>
                  <a:lnTo>
                    <a:pt x="90738" y="211841"/>
                  </a:lnTo>
                  <a:lnTo>
                    <a:pt x="94109" y="196469"/>
                  </a:lnTo>
                  <a:lnTo>
                    <a:pt x="94165" y="196214"/>
                  </a:lnTo>
                  <a:close/>
                </a:path>
                <a:path w="376555" h="297814">
                  <a:moveTo>
                    <a:pt x="39471" y="196214"/>
                  </a:moveTo>
                  <a:lnTo>
                    <a:pt x="35407" y="196214"/>
                  </a:lnTo>
                  <a:lnTo>
                    <a:pt x="36639" y="196469"/>
                  </a:lnTo>
                  <a:lnTo>
                    <a:pt x="38163" y="197104"/>
                  </a:lnTo>
                  <a:lnTo>
                    <a:pt x="39814" y="198247"/>
                  </a:lnTo>
                  <a:lnTo>
                    <a:pt x="39621" y="197104"/>
                  </a:lnTo>
                  <a:lnTo>
                    <a:pt x="39514" y="196469"/>
                  </a:lnTo>
                  <a:lnTo>
                    <a:pt x="39471" y="196214"/>
                  </a:lnTo>
                  <a:close/>
                </a:path>
                <a:path w="376555" h="297814">
                  <a:moveTo>
                    <a:pt x="91741" y="176911"/>
                  </a:moveTo>
                  <a:lnTo>
                    <a:pt x="82473" y="176911"/>
                  </a:lnTo>
                  <a:lnTo>
                    <a:pt x="89103" y="179577"/>
                  </a:lnTo>
                  <a:lnTo>
                    <a:pt x="85966" y="198247"/>
                  </a:lnTo>
                  <a:lnTo>
                    <a:pt x="87617" y="197104"/>
                  </a:lnTo>
                  <a:lnTo>
                    <a:pt x="89141" y="196469"/>
                  </a:lnTo>
                  <a:lnTo>
                    <a:pt x="90373" y="196214"/>
                  </a:lnTo>
                  <a:lnTo>
                    <a:pt x="94165" y="196214"/>
                  </a:lnTo>
                  <a:lnTo>
                    <a:pt x="94221" y="195961"/>
                  </a:lnTo>
                  <a:lnTo>
                    <a:pt x="94297" y="195072"/>
                  </a:lnTo>
                  <a:lnTo>
                    <a:pt x="94437" y="194056"/>
                  </a:lnTo>
                  <a:lnTo>
                    <a:pt x="94526" y="186562"/>
                  </a:lnTo>
                  <a:lnTo>
                    <a:pt x="94297" y="184785"/>
                  </a:lnTo>
                  <a:lnTo>
                    <a:pt x="91741" y="176911"/>
                  </a:lnTo>
                  <a:close/>
                </a:path>
                <a:path w="376555" h="297814">
                  <a:moveTo>
                    <a:pt x="82473" y="176911"/>
                  </a:moveTo>
                  <a:lnTo>
                    <a:pt x="43294" y="176911"/>
                  </a:lnTo>
                  <a:lnTo>
                    <a:pt x="52438" y="181356"/>
                  </a:lnTo>
                  <a:lnTo>
                    <a:pt x="62890" y="181610"/>
                  </a:lnTo>
                  <a:lnTo>
                    <a:pt x="73342" y="181356"/>
                  </a:lnTo>
                  <a:lnTo>
                    <a:pt x="82473" y="176911"/>
                  </a:lnTo>
                  <a:close/>
                </a:path>
                <a:path w="376555" h="297814">
                  <a:moveTo>
                    <a:pt x="198348" y="156463"/>
                  </a:moveTo>
                  <a:lnTo>
                    <a:pt x="178092" y="156463"/>
                  </a:lnTo>
                  <a:lnTo>
                    <a:pt x="178092" y="207263"/>
                  </a:lnTo>
                  <a:lnTo>
                    <a:pt x="134315" y="232663"/>
                  </a:lnTo>
                  <a:lnTo>
                    <a:pt x="144449" y="250189"/>
                  </a:lnTo>
                  <a:lnTo>
                    <a:pt x="188214" y="224917"/>
                  </a:lnTo>
                  <a:lnTo>
                    <a:pt x="228773" y="224917"/>
                  </a:lnTo>
                  <a:lnTo>
                    <a:pt x="198348" y="207263"/>
                  </a:lnTo>
                  <a:lnTo>
                    <a:pt x="198348" y="156463"/>
                  </a:lnTo>
                  <a:close/>
                </a:path>
                <a:path w="376555" h="297814">
                  <a:moveTo>
                    <a:pt x="228773" y="224917"/>
                  </a:moveTo>
                  <a:lnTo>
                    <a:pt x="188214" y="224917"/>
                  </a:lnTo>
                  <a:lnTo>
                    <a:pt x="231990" y="250189"/>
                  </a:lnTo>
                  <a:lnTo>
                    <a:pt x="242125" y="232663"/>
                  </a:lnTo>
                  <a:lnTo>
                    <a:pt x="228773" y="224917"/>
                  </a:lnTo>
                  <a:close/>
                </a:path>
                <a:path w="376555" h="297814">
                  <a:moveTo>
                    <a:pt x="163017" y="76326"/>
                  </a:moveTo>
                  <a:lnTo>
                    <a:pt x="148212" y="80565"/>
                  </a:lnTo>
                  <a:lnTo>
                    <a:pt x="136245" y="89662"/>
                  </a:lnTo>
                  <a:lnTo>
                    <a:pt x="128241" y="102473"/>
                  </a:lnTo>
                  <a:lnTo>
                    <a:pt x="125323" y="117856"/>
                  </a:lnTo>
                  <a:lnTo>
                    <a:pt x="128586" y="131145"/>
                  </a:lnTo>
                  <a:lnTo>
                    <a:pt x="137485" y="137969"/>
                  </a:lnTo>
                  <a:lnTo>
                    <a:pt x="150682" y="140483"/>
                  </a:lnTo>
                  <a:lnTo>
                    <a:pt x="166839" y="140843"/>
                  </a:lnTo>
                  <a:lnTo>
                    <a:pt x="209588" y="140843"/>
                  </a:lnTo>
                  <a:lnTo>
                    <a:pt x="225751" y="140483"/>
                  </a:lnTo>
                  <a:lnTo>
                    <a:pt x="238947" y="137969"/>
                  </a:lnTo>
                  <a:lnTo>
                    <a:pt x="247842" y="131145"/>
                  </a:lnTo>
                  <a:lnTo>
                    <a:pt x="251104" y="117856"/>
                  </a:lnTo>
                  <a:lnTo>
                    <a:pt x="248188" y="102473"/>
                  </a:lnTo>
                  <a:lnTo>
                    <a:pt x="240425" y="90043"/>
                  </a:lnTo>
                  <a:lnTo>
                    <a:pt x="188214" y="90043"/>
                  </a:lnTo>
                  <a:lnTo>
                    <a:pt x="178470" y="88971"/>
                  </a:lnTo>
                  <a:lnTo>
                    <a:pt x="170495" y="86042"/>
                  </a:lnTo>
                  <a:lnTo>
                    <a:pt x="165080" y="81684"/>
                  </a:lnTo>
                  <a:lnTo>
                    <a:pt x="163017" y="76326"/>
                  </a:lnTo>
                  <a:close/>
                </a:path>
                <a:path w="376555" h="297814">
                  <a:moveTo>
                    <a:pt x="213410" y="76326"/>
                  </a:moveTo>
                  <a:lnTo>
                    <a:pt x="211347" y="81684"/>
                  </a:lnTo>
                  <a:lnTo>
                    <a:pt x="205932" y="86042"/>
                  </a:lnTo>
                  <a:lnTo>
                    <a:pt x="197957" y="88971"/>
                  </a:lnTo>
                  <a:lnTo>
                    <a:pt x="188214" y="90043"/>
                  </a:lnTo>
                  <a:lnTo>
                    <a:pt x="240425" y="90043"/>
                  </a:lnTo>
                  <a:lnTo>
                    <a:pt x="240187" y="89662"/>
                  </a:lnTo>
                  <a:lnTo>
                    <a:pt x="228221" y="80565"/>
                  </a:lnTo>
                  <a:lnTo>
                    <a:pt x="213410" y="76326"/>
                  </a:lnTo>
                  <a:close/>
                </a:path>
                <a:path w="376555" h="297814">
                  <a:moveTo>
                    <a:pt x="188226" y="0"/>
                  </a:moveTo>
                  <a:lnTo>
                    <a:pt x="156819" y="28448"/>
                  </a:lnTo>
                  <a:lnTo>
                    <a:pt x="156578" y="30099"/>
                  </a:lnTo>
                  <a:lnTo>
                    <a:pt x="156679" y="37719"/>
                  </a:lnTo>
                  <a:lnTo>
                    <a:pt x="156819" y="38608"/>
                  </a:lnTo>
                  <a:lnTo>
                    <a:pt x="156895" y="39624"/>
                  </a:lnTo>
                  <a:lnTo>
                    <a:pt x="160378" y="55504"/>
                  </a:lnTo>
                  <a:lnTo>
                    <a:pt x="167287" y="68278"/>
                  </a:lnTo>
                  <a:lnTo>
                    <a:pt x="176830" y="76789"/>
                  </a:lnTo>
                  <a:lnTo>
                    <a:pt x="188214" y="79883"/>
                  </a:lnTo>
                  <a:lnTo>
                    <a:pt x="199604" y="76789"/>
                  </a:lnTo>
                  <a:lnTo>
                    <a:pt x="201548" y="75057"/>
                  </a:lnTo>
                  <a:lnTo>
                    <a:pt x="188214" y="75057"/>
                  </a:lnTo>
                  <a:lnTo>
                    <a:pt x="178249" y="72346"/>
                  </a:lnTo>
                  <a:lnTo>
                    <a:pt x="169886" y="64897"/>
                  </a:lnTo>
                  <a:lnTo>
                    <a:pt x="163816" y="53732"/>
                  </a:lnTo>
                  <a:lnTo>
                    <a:pt x="160787" y="40132"/>
                  </a:lnTo>
                  <a:lnTo>
                    <a:pt x="160731" y="39877"/>
                  </a:lnTo>
                  <a:lnTo>
                    <a:pt x="164796" y="39877"/>
                  </a:lnTo>
                  <a:lnTo>
                    <a:pt x="162001" y="23240"/>
                  </a:lnTo>
                  <a:lnTo>
                    <a:pt x="168630" y="20574"/>
                  </a:lnTo>
                  <a:lnTo>
                    <a:pt x="217066" y="20574"/>
                  </a:lnTo>
                  <a:lnTo>
                    <a:pt x="215971" y="17198"/>
                  </a:lnTo>
                  <a:lnTo>
                    <a:pt x="209015" y="8175"/>
                  </a:lnTo>
                  <a:lnTo>
                    <a:pt x="199513" y="2176"/>
                  </a:lnTo>
                  <a:lnTo>
                    <a:pt x="188226" y="0"/>
                  </a:lnTo>
                  <a:close/>
                </a:path>
                <a:path w="376555" h="297814">
                  <a:moveTo>
                    <a:pt x="219489" y="39877"/>
                  </a:moveTo>
                  <a:lnTo>
                    <a:pt x="215696" y="39877"/>
                  </a:lnTo>
                  <a:lnTo>
                    <a:pt x="212613" y="53732"/>
                  </a:lnTo>
                  <a:lnTo>
                    <a:pt x="206546" y="64897"/>
                  </a:lnTo>
                  <a:lnTo>
                    <a:pt x="198183" y="72346"/>
                  </a:lnTo>
                  <a:lnTo>
                    <a:pt x="188214" y="75057"/>
                  </a:lnTo>
                  <a:lnTo>
                    <a:pt x="201548" y="75057"/>
                  </a:lnTo>
                  <a:lnTo>
                    <a:pt x="209151" y="68278"/>
                  </a:lnTo>
                  <a:lnTo>
                    <a:pt x="216062" y="55504"/>
                  </a:lnTo>
                  <a:lnTo>
                    <a:pt x="219433" y="40132"/>
                  </a:lnTo>
                  <a:lnTo>
                    <a:pt x="219489" y="39877"/>
                  </a:lnTo>
                  <a:close/>
                </a:path>
                <a:path w="376555" h="297814">
                  <a:moveTo>
                    <a:pt x="164796" y="39877"/>
                  </a:moveTo>
                  <a:lnTo>
                    <a:pt x="160731" y="39877"/>
                  </a:lnTo>
                  <a:lnTo>
                    <a:pt x="161963" y="40132"/>
                  </a:lnTo>
                  <a:lnTo>
                    <a:pt x="163487" y="40767"/>
                  </a:lnTo>
                  <a:lnTo>
                    <a:pt x="165138" y="41910"/>
                  </a:lnTo>
                  <a:lnTo>
                    <a:pt x="164946" y="40767"/>
                  </a:lnTo>
                  <a:lnTo>
                    <a:pt x="164839" y="40132"/>
                  </a:lnTo>
                  <a:lnTo>
                    <a:pt x="164796" y="39877"/>
                  </a:lnTo>
                  <a:close/>
                </a:path>
                <a:path w="376555" h="297814">
                  <a:moveTo>
                    <a:pt x="217066" y="20574"/>
                  </a:moveTo>
                  <a:lnTo>
                    <a:pt x="207810" y="20574"/>
                  </a:lnTo>
                  <a:lnTo>
                    <a:pt x="214439" y="23240"/>
                  </a:lnTo>
                  <a:lnTo>
                    <a:pt x="211289" y="41910"/>
                  </a:lnTo>
                  <a:lnTo>
                    <a:pt x="212953" y="40767"/>
                  </a:lnTo>
                  <a:lnTo>
                    <a:pt x="214464" y="40132"/>
                  </a:lnTo>
                  <a:lnTo>
                    <a:pt x="215696" y="39877"/>
                  </a:lnTo>
                  <a:lnTo>
                    <a:pt x="219489" y="39877"/>
                  </a:lnTo>
                  <a:lnTo>
                    <a:pt x="219544" y="39624"/>
                  </a:lnTo>
                  <a:lnTo>
                    <a:pt x="219621" y="38608"/>
                  </a:lnTo>
                  <a:lnTo>
                    <a:pt x="219760" y="37719"/>
                  </a:lnTo>
                  <a:lnTo>
                    <a:pt x="219862" y="30099"/>
                  </a:lnTo>
                  <a:lnTo>
                    <a:pt x="219621" y="28448"/>
                  </a:lnTo>
                  <a:lnTo>
                    <a:pt x="217066" y="20574"/>
                  </a:lnTo>
                  <a:close/>
                </a:path>
                <a:path w="376555" h="297814">
                  <a:moveTo>
                    <a:pt x="207810" y="20574"/>
                  </a:moveTo>
                  <a:lnTo>
                    <a:pt x="168630" y="20574"/>
                  </a:lnTo>
                  <a:lnTo>
                    <a:pt x="177761" y="25019"/>
                  </a:lnTo>
                  <a:lnTo>
                    <a:pt x="188214" y="25273"/>
                  </a:lnTo>
                  <a:lnTo>
                    <a:pt x="198666" y="25019"/>
                  </a:lnTo>
                  <a:lnTo>
                    <a:pt x="207810" y="20574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Funding</a:t>
            </a:r>
            <a:r>
              <a:rPr spc="-65" dirty="0"/>
              <a:t> </a:t>
            </a:r>
            <a:r>
              <a:rPr dirty="0"/>
              <a:t>Summary</a:t>
            </a:r>
            <a:r>
              <a:rPr spc="-6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Business</a:t>
            </a:r>
            <a:r>
              <a:rPr spc="-30" dirty="0"/>
              <a:t> </a:t>
            </a:r>
            <a:r>
              <a:rPr dirty="0"/>
              <a:t>Concept</a:t>
            </a:r>
            <a:r>
              <a:rPr spc="-60" dirty="0"/>
              <a:t> </a:t>
            </a:r>
            <a:r>
              <a:rPr spc="-10" dirty="0"/>
              <a:t>Funding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7408" y="990587"/>
            <a:ext cx="5403850" cy="546735"/>
            <a:chOff x="597408" y="990587"/>
            <a:chExt cx="5403850" cy="546735"/>
          </a:xfrm>
        </p:grpSpPr>
        <p:sp>
          <p:nvSpPr>
            <p:cNvPr id="4" name="object 4"/>
            <p:cNvSpPr/>
            <p:nvPr/>
          </p:nvSpPr>
          <p:spPr>
            <a:xfrm>
              <a:off x="597877" y="990587"/>
              <a:ext cx="3665854" cy="495934"/>
            </a:xfrm>
            <a:custGeom>
              <a:avLst/>
              <a:gdLst/>
              <a:ahLst/>
              <a:cxnLst/>
              <a:rect l="l" t="t" r="r" b="b"/>
              <a:pathLst>
                <a:path w="3665854" h="495934">
                  <a:moveTo>
                    <a:pt x="3665474" y="0"/>
                  </a:moveTo>
                  <a:lnTo>
                    <a:pt x="0" y="0"/>
                  </a:lnTo>
                  <a:lnTo>
                    <a:pt x="0" y="495312"/>
                  </a:lnTo>
                  <a:lnTo>
                    <a:pt x="3665474" y="495312"/>
                  </a:lnTo>
                  <a:lnTo>
                    <a:pt x="3665474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8" y="1025664"/>
              <a:ext cx="998982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2628" y="1025664"/>
              <a:ext cx="1738122" cy="51128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97877" y="2305532"/>
            <a:ext cx="3665854" cy="819785"/>
          </a:xfrm>
          <a:custGeom>
            <a:avLst/>
            <a:gdLst/>
            <a:ahLst/>
            <a:cxnLst/>
            <a:rect l="l" t="t" r="r" b="b"/>
            <a:pathLst>
              <a:path w="3665854" h="819785">
                <a:moveTo>
                  <a:pt x="3665474" y="0"/>
                </a:moveTo>
                <a:lnTo>
                  <a:pt x="0" y="0"/>
                </a:lnTo>
                <a:lnTo>
                  <a:pt x="0" y="819683"/>
                </a:lnTo>
                <a:lnTo>
                  <a:pt x="3665474" y="819683"/>
                </a:lnTo>
                <a:lnTo>
                  <a:pt x="36654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597877" y="3944975"/>
            <a:ext cx="3665854" cy="819785"/>
          </a:xfrm>
          <a:custGeom>
            <a:avLst/>
            <a:gdLst/>
            <a:ahLst/>
            <a:cxnLst/>
            <a:rect l="l" t="t" r="r" b="b"/>
            <a:pathLst>
              <a:path w="3665854" h="819785">
                <a:moveTo>
                  <a:pt x="3665474" y="0"/>
                </a:moveTo>
                <a:lnTo>
                  <a:pt x="0" y="0"/>
                </a:lnTo>
                <a:lnTo>
                  <a:pt x="0" y="819683"/>
                </a:lnTo>
                <a:lnTo>
                  <a:pt x="3665474" y="819683"/>
                </a:lnTo>
                <a:lnTo>
                  <a:pt x="36654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7847" y="1025664"/>
            <a:ext cx="1607057" cy="511289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97877" y="984250"/>
          <a:ext cx="10995660" cy="5410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C41C1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Organization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Contribution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0604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6350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Self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Funding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843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843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14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Government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Support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Co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Financers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6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5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Additional</a:t>
                      </a:r>
                      <a:r>
                        <a:rPr sz="14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Financers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Your</a:t>
                      </a:r>
                      <a:r>
                        <a:rPr sz="14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4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Here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70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sz="1200" spc="-4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Text</a:t>
                      </a:r>
                      <a:r>
                        <a:rPr sz="1200" spc="-3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rgbClr val="2C2C2C"/>
                          </a:solidFill>
                          <a:latin typeface="Arial"/>
                          <a:cs typeface="Arial"/>
                        </a:rPr>
                        <a:t>Here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3970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621791" y="1577352"/>
            <a:ext cx="638810" cy="638810"/>
            <a:chOff x="621791" y="1577352"/>
            <a:chExt cx="638810" cy="638810"/>
          </a:xfrm>
        </p:grpSpPr>
        <p:sp>
          <p:nvSpPr>
            <p:cNvPr id="12" name="object 12"/>
            <p:cNvSpPr/>
            <p:nvPr/>
          </p:nvSpPr>
          <p:spPr>
            <a:xfrm>
              <a:off x="796340" y="1581149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80"/>
                  </a:lnTo>
                  <a:lnTo>
                    <a:pt x="8483" y="27304"/>
                  </a:lnTo>
                  <a:lnTo>
                    <a:pt x="0" y="31876"/>
                  </a:lnTo>
                  <a:lnTo>
                    <a:pt x="12522" y="60833"/>
                  </a:lnTo>
                  <a:lnTo>
                    <a:pt x="20904" y="56387"/>
                  </a:lnTo>
                  <a:lnTo>
                    <a:pt x="50330" y="45747"/>
                  </a:lnTo>
                  <a:lnTo>
                    <a:pt x="81029" y="37941"/>
                  </a:lnTo>
                  <a:lnTo>
                    <a:pt x="112837" y="33135"/>
                  </a:lnTo>
                  <a:lnTo>
                    <a:pt x="145592" y="31496"/>
                  </a:lnTo>
                  <a:lnTo>
                    <a:pt x="178341" y="33135"/>
                  </a:lnTo>
                  <a:lnTo>
                    <a:pt x="210146" y="37941"/>
                  </a:lnTo>
                  <a:lnTo>
                    <a:pt x="240847" y="45747"/>
                  </a:lnTo>
                  <a:lnTo>
                    <a:pt x="270281" y="56387"/>
                  </a:lnTo>
                  <a:lnTo>
                    <a:pt x="282130" y="62737"/>
                  </a:lnTo>
                  <a:lnTo>
                    <a:pt x="293268" y="33020"/>
                  </a:lnTo>
                  <a:lnTo>
                    <a:pt x="282702" y="27304"/>
                  </a:lnTo>
                  <a:lnTo>
                    <a:pt x="250334" y="15644"/>
                  </a:lnTo>
                  <a:lnTo>
                    <a:pt x="216576" y="7080"/>
                  </a:lnTo>
                  <a:lnTo>
                    <a:pt x="181603" y="180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" y="1577352"/>
              <a:ext cx="638530" cy="6385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2784" y="1648205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1"/>
                  </a:lnTo>
                  <a:lnTo>
                    <a:pt x="163022" y="15653"/>
                  </a:lnTo>
                  <a:lnTo>
                    <a:pt x="124014" y="34162"/>
                  </a:lnTo>
                  <a:lnTo>
                    <a:pt x="89067" y="58852"/>
                  </a:lnTo>
                  <a:lnTo>
                    <a:pt x="58888" y="89017"/>
                  </a:lnTo>
                  <a:lnTo>
                    <a:pt x="34185" y="123952"/>
                  </a:lnTo>
                  <a:lnTo>
                    <a:pt x="15665" y="162950"/>
                  </a:lnTo>
                  <a:lnTo>
                    <a:pt x="4034" y="205307"/>
                  </a:lnTo>
                  <a:lnTo>
                    <a:pt x="0" y="250317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8" y="496725"/>
                  </a:lnTo>
                  <a:lnTo>
                    <a:pt x="337757" y="485091"/>
                  </a:lnTo>
                  <a:lnTo>
                    <a:pt x="376763" y="466565"/>
                  </a:lnTo>
                  <a:lnTo>
                    <a:pt x="411708" y="441855"/>
                  </a:lnTo>
                  <a:lnTo>
                    <a:pt x="441886" y="411669"/>
                  </a:lnTo>
                  <a:lnTo>
                    <a:pt x="466588" y="376714"/>
                  </a:lnTo>
                  <a:lnTo>
                    <a:pt x="485108" y="337699"/>
                  </a:lnTo>
                  <a:lnTo>
                    <a:pt x="496739" y="295331"/>
                  </a:lnTo>
                  <a:lnTo>
                    <a:pt x="500773" y="250317"/>
                  </a:lnTo>
                  <a:lnTo>
                    <a:pt x="496739" y="205307"/>
                  </a:lnTo>
                  <a:lnTo>
                    <a:pt x="485108" y="162950"/>
                  </a:lnTo>
                  <a:lnTo>
                    <a:pt x="466588" y="123952"/>
                  </a:lnTo>
                  <a:lnTo>
                    <a:pt x="441886" y="89017"/>
                  </a:lnTo>
                  <a:lnTo>
                    <a:pt x="411708" y="58852"/>
                  </a:lnTo>
                  <a:lnTo>
                    <a:pt x="376763" y="34162"/>
                  </a:lnTo>
                  <a:lnTo>
                    <a:pt x="337757" y="15653"/>
                  </a:lnTo>
                  <a:lnTo>
                    <a:pt x="295398" y="4031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95540" y="1751837"/>
              <a:ext cx="297180" cy="295275"/>
            </a:xfrm>
            <a:custGeom>
              <a:avLst/>
              <a:gdLst/>
              <a:ahLst/>
              <a:cxnLst/>
              <a:rect l="l" t="t" r="r" b="b"/>
              <a:pathLst>
                <a:path w="297180" h="295275">
                  <a:moveTo>
                    <a:pt x="119692" y="188468"/>
                  </a:moveTo>
                  <a:lnTo>
                    <a:pt x="109593" y="188805"/>
                  </a:lnTo>
                  <a:lnTo>
                    <a:pt x="99631" y="190881"/>
                  </a:lnTo>
                  <a:lnTo>
                    <a:pt x="99631" y="281686"/>
                  </a:lnTo>
                  <a:lnTo>
                    <a:pt x="169214" y="281686"/>
                  </a:lnTo>
                  <a:lnTo>
                    <a:pt x="178125" y="281120"/>
                  </a:lnTo>
                  <a:lnTo>
                    <a:pt x="186863" y="279447"/>
                  </a:lnTo>
                  <a:lnTo>
                    <a:pt x="195326" y="276703"/>
                  </a:lnTo>
                  <a:lnTo>
                    <a:pt x="203415" y="272923"/>
                  </a:lnTo>
                  <a:lnTo>
                    <a:pt x="285953" y="227457"/>
                  </a:lnTo>
                  <a:lnTo>
                    <a:pt x="293090" y="223647"/>
                  </a:lnTo>
                  <a:lnTo>
                    <a:pt x="294718" y="220217"/>
                  </a:lnTo>
                  <a:lnTo>
                    <a:pt x="214668" y="220217"/>
                  </a:lnTo>
                  <a:lnTo>
                    <a:pt x="214439" y="218694"/>
                  </a:lnTo>
                  <a:lnTo>
                    <a:pt x="204691" y="206039"/>
                  </a:lnTo>
                  <a:lnTo>
                    <a:pt x="181116" y="206039"/>
                  </a:lnTo>
                  <a:lnTo>
                    <a:pt x="170727" y="205755"/>
                  </a:lnTo>
                  <a:lnTo>
                    <a:pt x="162976" y="203708"/>
                  </a:lnTo>
                  <a:lnTo>
                    <a:pt x="154368" y="199771"/>
                  </a:lnTo>
                  <a:lnTo>
                    <a:pt x="150507" y="197865"/>
                  </a:lnTo>
                  <a:lnTo>
                    <a:pt x="145719" y="195579"/>
                  </a:lnTo>
                  <a:lnTo>
                    <a:pt x="139420" y="192912"/>
                  </a:lnTo>
                  <a:lnTo>
                    <a:pt x="129708" y="189845"/>
                  </a:lnTo>
                  <a:lnTo>
                    <a:pt x="119692" y="188468"/>
                  </a:lnTo>
                  <a:close/>
                </a:path>
                <a:path w="297180" h="295275">
                  <a:moveTo>
                    <a:pt x="274205" y="192150"/>
                  </a:moveTo>
                  <a:lnTo>
                    <a:pt x="267182" y="195579"/>
                  </a:lnTo>
                  <a:lnTo>
                    <a:pt x="214668" y="220217"/>
                  </a:lnTo>
                  <a:lnTo>
                    <a:pt x="294718" y="220217"/>
                  </a:lnTo>
                  <a:lnTo>
                    <a:pt x="296887" y="215646"/>
                  </a:lnTo>
                  <a:lnTo>
                    <a:pt x="295275" y="207645"/>
                  </a:lnTo>
                  <a:lnTo>
                    <a:pt x="294347" y="203708"/>
                  </a:lnTo>
                  <a:lnTo>
                    <a:pt x="292061" y="200151"/>
                  </a:lnTo>
                  <a:lnTo>
                    <a:pt x="288810" y="197612"/>
                  </a:lnTo>
                  <a:lnTo>
                    <a:pt x="282549" y="192912"/>
                  </a:lnTo>
                  <a:lnTo>
                    <a:pt x="274205" y="192150"/>
                  </a:lnTo>
                  <a:close/>
                </a:path>
                <a:path w="297180" h="295275">
                  <a:moveTo>
                    <a:pt x="199593" y="204724"/>
                  </a:moveTo>
                  <a:lnTo>
                    <a:pt x="195881" y="204724"/>
                  </a:lnTo>
                  <a:lnTo>
                    <a:pt x="181116" y="206039"/>
                  </a:lnTo>
                  <a:lnTo>
                    <a:pt x="204691" y="206039"/>
                  </a:lnTo>
                  <a:lnTo>
                    <a:pt x="199593" y="204724"/>
                  </a:lnTo>
                  <a:close/>
                </a:path>
                <a:path w="297180" h="295275">
                  <a:moveTo>
                    <a:pt x="83858" y="176022"/>
                  </a:moveTo>
                  <a:lnTo>
                    <a:pt x="2895" y="176022"/>
                  </a:lnTo>
                  <a:lnTo>
                    <a:pt x="0" y="178942"/>
                  </a:lnTo>
                  <a:lnTo>
                    <a:pt x="0" y="291973"/>
                  </a:lnTo>
                  <a:lnTo>
                    <a:pt x="2895" y="294894"/>
                  </a:lnTo>
                  <a:lnTo>
                    <a:pt x="83858" y="294894"/>
                  </a:lnTo>
                  <a:lnTo>
                    <a:pt x="86766" y="291973"/>
                  </a:lnTo>
                  <a:lnTo>
                    <a:pt x="86766" y="178942"/>
                  </a:lnTo>
                  <a:lnTo>
                    <a:pt x="83858" y="176022"/>
                  </a:lnTo>
                  <a:close/>
                </a:path>
                <a:path w="297180" h="295275">
                  <a:moveTo>
                    <a:pt x="244970" y="147708"/>
                  </a:moveTo>
                  <a:lnTo>
                    <a:pt x="129865" y="147708"/>
                  </a:lnTo>
                  <a:lnTo>
                    <a:pt x="154129" y="158750"/>
                  </a:lnTo>
                  <a:lnTo>
                    <a:pt x="156017" y="159638"/>
                  </a:lnTo>
                  <a:lnTo>
                    <a:pt x="165869" y="165417"/>
                  </a:lnTo>
                  <a:lnTo>
                    <a:pt x="176017" y="169465"/>
                  </a:lnTo>
                  <a:lnTo>
                    <a:pt x="186994" y="171995"/>
                  </a:lnTo>
                  <a:lnTo>
                    <a:pt x="198297" y="172847"/>
                  </a:lnTo>
                  <a:lnTo>
                    <a:pt x="208388" y="171995"/>
                  </a:lnTo>
                  <a:lnTo>
                    <a:pt x="209250" y="171995"/>
                  </a:lnTo>
                  <a:lnTo>
                    <a:pt x="220606" y="169465"/>
                  </a:lnTo>
                  <a:lnTo>
                    <a:pt x="220747" y="169465"/>
                  </a:lnTo>
                  <a:lnTo>
                    <a:pt x="231703" y="165417"/>
                  </a:lnTo>
                  <a:lnTo>
                    <a:pt x="241846" y="160020"/>
                  </a:lnTo>
                  <a:lnTo>
                    <a:pt x="243789" y="158750"/>
                  </a:lnTo>
                  <a:lnTo>
                    <a:pt x="244970" y="156717"/>
                  </a:lnTo>
                  <a:lnTo>
                    <a:pt x="244970" y="147708"/>
                  </a:lnTo>
                  <a:close/>
                </a:path>
                <a:path w="297180" h="295275">
                  <a:moveTo>
                    <a:pt x="132207" y="34671"/>
                  </a:moveTo>
                  <a:lnTo>
                    <a:pt x="92275" y="39941"/>
                  </a:lnTo>
                  <a:lnTo>
                    <a:pt x="72555" y="52197"/>
                  </a:lnTo>
                  <a:lnTo>
                    <a:pt x="72555" y="157987"/>
                  </a:lnTo>
                  <a:lnTo>
                    <a:pt x="75438" y="160909"/>
                  </a:lnTo>
                  <a:lnTo>
                    <a:pt x="80378" y="160909"/>
                  </a:lnTo>
                  <a:lnTo>
                    <a:pt x="81724" y="160400"/>
                  </a:lnTo>
                  <a:lnTo>
                    <a:pt x="82829" y="159638"/>
                  </a:lnTo>
                  <a:lnTo>
                    <a:pt x="89529" y="155582"/>
                  </a:lnTo>
                  <a:lnTo>
                    <a:pt x="106491" y="149002"/>
                  </a:lnTo>
                  <a:lnTo>
                    <a:pt x="129865" y="147708"/>
                  </a:lnTo>
                  <a:lnTo>
                    <a:pt x="244970" y="147708"/>
                  </a:lnTo>
                  <a:lnTo>
                    <a:pt x="244970" y="132334"/>
                  </a:lnTo>
                  <a:lnTo>
                    <a:pt x="154266" y="132334"/>
                  </a:lnTo>
                  <a:lnTo>
                    <a:pt x="154266" y="127000"/>
                  </a:lnTo>
                  <a:lnTo>
                    <a:pt x="149250" y="124967"/>
                  </a:lnTo>
                  <a:lnTo>
                    <a:pt x="145046" y="121285"/>
                  </a:lnTo>
                  <a:lnTo>
                    <a:pt x="142328" y="116586"/>
                  </a:lnTo>
                  <a:lnTo>
                    <a:pt x="153352" y="109982"/>
                  </a:lnTo>
                  <a:lnTo>
                    <a:pt x="165803" y="109982"/>
                  </a:lnTo>
                  <a:lnTo>
                    <a:pt x="162039" y="108712"/>
                  </a:lnTo>
                  <a:lnTo>
                    <a:pt x="160108" y="108203"/>
                  </a:lnTo>
                  <a:lnTo>
                    <a:pt x="158445" y="107696"/>
                  </a:lnTo>
                  <a:lnTo>
                    <a:pt x="153250" y="106299"/>
                  </a:lnTo>
                  <a:lnTo>
                    <a:pt x="148755" y="105028"/>
                  </a:lnTo>
                  <a:lnTo>
                    <a:pt x="145351" y="99949"/>
                  </a:lnTo>
                  <a:lnTo>
                    <a:pt x="143090" y="96520"/>
                  </a:lnTo>
                  <a:lnTo>
                    <a:pt x="142278" y="92328"/>
                  </a:lnTo>
                  <a:lnTo>
                    <a:pt x="143954" y="84200"/>
                  </a:lnTo>
                  <a:lnTo>
                    <a:pt x="146431" y="80517"/>
                  </a:lnTo>
                  <a:lnTo>
                    <a:pt x="149974" y="78232"/>
                  </a:lnTo>
                  <a:lnTo>
                    <a:pt x="151295" y="77342"/>
                  </a:lnTo>
                  <a:lnTo>
                    <a:pt x="152742" y="76708"/>
                  </a:lnTo>
                  <a:lnTo>
                    <a:pt x="154266" y="76326"/>
                  </a:lnTo>
                  <a:lnTo>
                    <a:pt x="154266" y="71627"/>
                  </a:lnTo>
                  <a:lnTo>
                    <a:pt x="244970" y="71627"/>
                  </a:lnTo>
                  <a:lnTo>
                    <a:pt x="244970" y="58971"/>
                  </a:lnTo>
                  <a:lnTo>
                    <a:pt x="207398" y="58971"/>
                  </a:lnTo>
                  <a:lnTo>
                    <a:pt x="184978" y="58229"/>
                  </a:lnTo>
                  <a:lnTo>
                    <a:pt x="169821" y="52820"/>
                  </a:lnTo>
                  <a:lnTo>
                    <a:pt x="163779" y="49149"/>
                  </a:lnTo>
                  <a:lnTo>
                    <a:pt x="155840" y="43529"/>
                  </a:lnTo>
                  <a:lnTo>
                    <a:pt x="147883" y="39338"/>
                  </a:lnTo>
                  <a:lnTo>
                    <a:pt x="139981" y="36433"/>
                  </a:lnTo>
                  <a:lnTo>
                    <a:pt x="132207" y="34671"/>
                  </a:lnTo>
                  <a:close/>
                </a:path>
                <a:path w="297180" h="295275">
                  <a:moveTo>
                    <a:pt x="160413" y="88391"/>
                  </a:moveTo>
                  <a:lnTo>
                    <a:pt x="158216" y="88391"/>
                  </a:lnTo>
                  <a:lnTo>
                    <a:pt x="157098" y="88900"/>
                  </a:lnTo>
                  <a:lnTo>
                    <a:pt x="156387" y="89408"/>
                  </a:lnTo>
                  <a:lnTo>
                    <a:pt x="155879" y="90042"/>
                  </a:lnTo>
                  <a:lnTo>
                    <a:pt x="155651" y="91186"/>
                  </a:lnTo>
                  <a:lnTo>
                    <a:pt x="155575" y="91566"/>
                  </a:lnTo>
                  <a:lnTo>
                    <a:pt x="163766" y="95885"/>
                  </a:lnTo>
                  <a:lnTo>
                    <a:pt x="168376" y="97282"/>
                  </a:lnTo>
                  <a:lnTo>
                    <a:pt x="176911" y="100202"/>
                  </a:lnTo>
                  <a:lnTo>
                    <a:pt x="180771" y="105790"/>
                  </a:lnTo>
                  <a:lnTo>
                    <a:pt x="180001" y="112649"/>
                  </a:lnTo>
                  <a:lnTo>
                    <a:pt x="167132" y="127635"/>
                  </a:lnTo>
                  <a:lnTo>
                    <a:pt x="167132" y="132334"/>
                  </a:lnTo>
                  <a:lnTo>
                    <a:pt x="244970" y="132334"/>
                  </a:lnTo>
                  <a:lnTo>
                    <a:pt x="244970" y="93725"/>
                  </a:lnTo>
                  <a:lnTo>
                    <a:pt x="167811" y="93725"/>
                  </a:lnTo>
                  <a:lnTo>
                    <a:pt x="166420" y="91186"/>
                  </a:lnTo>
                  <a:lnTo>
                    <a:pt x="164160" y="89408"/>
                  </a:lnTo>
                  <a:lnTo>
                    <a:pt x="162016" y="88900"/>
                  </a:lnTo>
                  <a:lnTo>
                    <a:pt x="161836" y="88900"/>
                  </a:lnTo>
                  <a:lnTo>
                    <a:pt x="160413" y="88391"/>
                  </a:lnTo>
                  <a:close/>
                </a:path>
                <a:path w="297180" h="295275">
                  <a:moveTo>
                    <a:pt x="271843" y="30225"/>
                  </a:moveTo>
                  <a:lnTo>
                    <a:pt x="258978" y="30225"/>
                  </a:lnTo>
                  <a:lnTo>
                    <a:pt x="258978" y="119761"/>
                  </a:lnTo>
                  <a:lnTo>
                    <a:pt x="271843" y="119761"/>
                  </a:lnTo>
                  <a:lnTo>
                    <a:pt x="271843" y="30225"/>
                  </a:lnTo>
                  <a:close/>
                </a:path>
                <a:path w="297180" h="295275">
                  <a:moveTo>
                    <a:pt x="165803" y="109982"/>
                  </a:moveTo>
                  <a:lnTo>
                    <a:pt x="153352" y="109982"/>
                  </a:lnTo>
                  <a:lnTo>
                    <a:pt x="155028" y="113537"/>
                  </a:lnTo>
                  <a:lnTo>
                    <a:pt x="158597" y="115697"/>
                  </a:lnTo>
                  <a:lnTo>
                    <a:pt x="161499" y="115697"/>
                  </a:lnTo>
                  <a:lnTo>
                    <a:pt x="164338" y="115315"/>
                  </a:lnTo>
                  <a:lnTo>
                    <a:pt x="166014" y="114173"/>
                  </a:lnTo>
                  <a:lnTo>
                    <a:pt x="167081" y="112649"/>
                  </a:lnTo>
                  <a:lnTo>
                    <a:pt x="167309" y="110489"/>
                  </a:lnTo>
                  <a:lnTo>
                    <a:pt x="165803" y="109982"/>
                  </a:lnTo>
                  <a:close/>
                </a:path>
                <a:path w="297180" h="295275">
                  <a:moveTo>
                    <a:pt x="244970" y="71627"/>
                  </a:moveTo>
                  <a:lnTo>
                    <a:pt x="167132" y="71627"/>
                  </a:lnTo>
                  <a:lnTo>
                    <a:pt x="167132" y="77088"/>
                  </a:lnTo>
                  <a:lnTo>
                    <a:pt x="172326" y="78994"/>
                  </a:lnTo>
                  <a:lnTo>
                    <a:pt x="176618" y="82803"/>
                  </a:lnTo>
                  <a:lnTo>
                    <a:pt x="179184" y="87757"/>
                  </a:lnTo>
                  <a:lnTo>
                    <a:pt x="167492" y="93725"/>
                  </a:lnTo>
                  <a:lnTo>
                    <a:pt x="244970" y="93725"/>
                  </a:lnTo>
                  <a:lnTo>
                    <a:pt x="244970" y="71627"/>
                  </a:lnTo>
                  <a:close/>
                </a:path>
                <a:path w="297180" h="295275">
                  <a:moveTo>
                    <a:pt x="239923" y="47498"/>
                  </a:moveTo>
                  <a:lnTo>
                    <a:pt x="237223" y="47498"/>
                  </a:lnTo>
                  <a:lnTo>
                    <a:pt x="235229" y="48640"/>
                  </a:lnTo>
                  <a:lnTo>
                    <a:pt x="207398" y="58971"/>
                  </a:lnTo>
                  <a:lnTo>
                    <a:pt x="244970" y="58971"/>
                  </a:lnTo>
                  <a:lnTo>
                    <a:pt x="244970" y="51815"/>
                  </a:lnTo>
                  <a:lnTo>
                    <a:pt x="243725" y="49657"/>
                  </a:lnTo>
                  <a:lnTo>
                    <a:pt x="239923" y="47498"/>
                  </a:lnTo>
                  <a:close/>
                </a:path>
                <a:path w="297180" h="295275">
                  <a:moveTo>
                    <a:pt x="188315" y="12815"/>
                  </a:moveTo>
                  <a:lnTo>
                    <a:pt x="156744" y="12815"/>
                  </a:lnTo>
                  <a:lnTo>
                    <a:pt x="182689" y="24637"/>
                  </a:lnTo>
                  <a:lnTo>
                    <a:pt x="189191" y="28707"/>
                  </a:lnTo>
                  <a:lnTo>
                    <a:pt x="205308" y="35194"/>
                  </a:lnTo>
                  <a:lnTo>
                    <a:pt x="229188" y="37800"/>
                  </a:lnTo>
                  <a:lnTo>
                    <a:pt x="258978" y="30225"/>
                  </a:lnTo>
                  <a:lnTo>
                    <a:pt x="271843" y="30225"/>
                  </a:lnTo>
                  <a:lnTo>
                    <a:pt x="271843" y="24300"/>
                  </a:lnTo>
                  <a:lnTo>
                    <a:pt x="234274" y="24300"/>
                  </a:lnTo>
                  <a:lnTo>
                    <a:pt x="211858" y="23558"/>
                  </a:lnTo>
                  <a:lnTo>
                    <a:pt x="196705" y="18149"/>
                  </a:lnTo>
                  <a:lnTo>
                    <a:pt x="190665" y="14477"/>
                  </a:lnTo>
                  <a:lnTo>
                    <a:pt x="188315" y="12815"/>
                  </a:lnTo>
                  <a:close/>
                </a:path>
                <a:path w="297180" h="295275">
                  <a:moveTo>
                    <a:pt x="159092" y="0"/>
                  </a:moveTo>
                  <a:lnTo>
                    <a:pt x="137246" y="170"/>
                  </a:lnTo>
                  <a:lnTo>
                    <a:pt x="119149" y="5270"/>
                  </a:lnTo>
                  <a:lnTo>
                    <a:pt x="106756" y="11322"/>
                  </a:lnTo>
                  <a:lnTo>
                    <a:pt x="101820" y="14477"/>
                  </a:lnTo>
                  <a:lnTo>
                    <a:pt x="102113" y="14477"/>
                  </a:lnTo>
                  <a:lnTo>
                    <a:pt x="109702" y="24637"/>
                  </a:lnTo>
                  <a:lnTo>
                    <a:pt x="116402" y="20601"/>
                  </a:lnTo>
                  <a:lnTo>
                    <a:pt x="133365" y="14065"/>
                  </a:lnTo>
                  <a:lnTo>
                    <a:pt x="156744" y="12815"/>
                  </a:lnTo>
                  <a:lnTo>
                    <a:pt x="188315" y="12815"/>
                  </a:lnTo>
                  <a:lnTo>
                    <a:pt x="182726" y="8858"/>
                  </a:lnTo>
                  <a:lnTo>
                    <a:pt x="174769" y="4667"/>
                  </a:lnTo>
                  <a:lnTo>
                    <a:pt x="166867" y="1762"/>
                  </a:lnTo>
                  <a:lnTo>
                    <a:pt x="159092" y="0"/>
                  </a:lnTo>
                  <a:close/>
                </a:path>
                <a:path w="297180" h="295275">
                  <a:moveTo>
                    <a:pt x="265150" y="12191"/>
                  </a:moveTo>
                  <a:lnTo>
                    <a:pt x="263408" y="13208"/>
                  </a:lnTo>
                  <a:lnTo>
                    <a:pt x="261846" y="14065"/>
                  </a:lnTo>
                  <a:lnTo>
                    <a:pt x="234274" y="24300"/>
                  </a:lnTo>
                  <a:lnTo>
                    <a:pt x="271843" y="24300"/>
                  </a:lnTo>
                  <a:lnTo>
                    <a:pt x="271804" y="18149"/>
                  </a:lnTo>
                  <a:lnTo>
                    <a:pt x="271526" y="17145"/>
                  </a:lnTo>
                  <a:lnTo>
                    <a:pt x="270929" y="16128"/>
                  </a:lnTo>
                  <a:lnTo>
                    <a:pt x="269100" y="13208"/>
                  </a:lnTo>
                  <a:lnTo>
                    <a:pt x="265150" y="12191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21791" y="2395740"/>
            <a:ext cx="638810" cy="638810"/>
            <a:chOff x="621791" y="2395740"/>
            <a:chExt cx="638810" cy="638810"/>
          </a:xfrm>
        </p:grpSpPr>
        <p:sp>
          <p:nvSpPr>
            <p:cNvPr id="17" name="object 17"/>
            <p:cNvSpPr/>
            <p:nvPr/>
          </p:nvSpPr>
          <p:spPr>
            <a:xfrm>
              <a:off x="796340" y="2399792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5"/>
                  </a:lnTo>
                  <a:lnTo>
                    <a:pt x="0" y="31750"/>
                  </a:lnTo>
                  <a:lnTo>
                    <a:pt x="12522" y="60706"/>
                  </a:lnTo>
                  <a:lnTo>
                    <a:pt x="20904" y="56261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9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3"/>
                  </a:lnTo>
                  <a:lnTo>
                    <a:pt x="282702" y="27305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791" y="2395740"/>
              <a:ext cx="638530" cy="6386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92784" y="2466721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1"/>
                  </a:lnTo>
                  <a:lnTo>
                    <a:pt x="163022" y="15653"/>
                  </a:lnTo>
                  <a:lnTo>
                    <a:pt x="124014" y="34162"/>
                  </a:lnTo>
                  <a:lnTo>
                    <a:pt x="89067" y="58852"/>
                  </a:lnTo>
                  <a:lnTo>
                    <a:pt x="58888" y="89017"/>
                  </a:lnTo>
                  <a:lnTo>
                    <a:pt x="34185" y="123951"/>
                  </a:lnTo>
                  <a:lnTo>
                    <a:pt x="15665" y="162950"/>
                  </a:lnTo>
                  <a:lnTo>
                    <a:pt x="4034" y="205307"/>
                  </a:lnTo>
                  <a:lnTo>
                    <a:pt x="0" y="250316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8" y="496725"/>
                  </a:lnTo>
                  <a:lnTo>
                    <a:pt x="337757" y="485091"/>
                  </a:lnTo>
                  <a:lnTo>
                    <a:pt x="376763" y="466565"/>
                  </a:lnTo>
                  <a:lnTo>
                    <a:pt x="411708" y="441855"/>
                  </a:lnTo>
                  <a:lnTo>
                    <a:pt x="441886" y="411669"/>
                  </a:lnTo>
                  <a:lnTo>
                    <a:pt x="466588" y="376714"/>
                  </a:lnTo>
                  <a:lnTo>
                    <a:pt x="485108" y="337699"/>
                  </a:lnTo>
                  <a:lnTo>
                    <a:pt x="496739" y="295331"/>
                  </a:lnTo>
                  <a:lnTo>
                    <a:pt x="500773" y="250316"/>
                  </a:lnTo>
                  <a:lnTo>
                    <a:pt x="496739" y="205307"/>
                  </a:lnTo>
                  <a:lnTo>
                    <a:pt x="485108" y="162950"/>
                  </a:lnTo>
                  <a:lnTo>
                    <a:pt x="466588" y="123951"/>
                  </a:lnTo>
                  <a:lnTo>
                    <a:pt x="441886" y="89017"/>
                  </a:lnTo>
                  <a:lnTo>
                    <a:pt x="411708" y="58852"/>
                  </a:lnTo>
                  <a:lnTo>
                    <a:pt x="376763" y="34162"/>
                  </a:lnTo>
                  <a:lnTo>
                    <a:pt x="337757" y="15653"/>
                  </a:lnTo>
                  <a:lnTo>
                    <a:pt x="295398" y="4031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143" y="2569464"/>
              <a:ext cx="342900" cy="295910"/>
            </a:xfrm>
            <a:custGeom>
              <a:avLst/>
              <a:gdLst/>
              <a:ahLst/>
              <a:cxnLst/>
              <a:rect l="l" t="t" r="r" b="b"/>
              <a:pathLst>
                <a:path w="342900" h="295910">
                  <a:moveTo>
                    <a:pt x="22339" y="24764"/>
                  </a:moveTo>
                  <a:lnTo>
                    <a:pt x="10668" y="24764"/>
                  </a:lnTo>
                  <a:lnTo>
                    <a:pt x="7010" y="26288"/>
                  </a:lnTo>
                  <a:lnTo>
                    <a:pt x="4267" y="28956"/>
                  </a:lnTo>
                  <a:lnTo>
                    <a:pt x="1511" y="31750"/>
                  </a:lnTo>
                  <a:lnTo>
                    <a:pt x="0" y="35433"/>
                  </a:lnTo>
                  <a:lnTo>
                    <a:pt x="0" y="181737"/>
                  </a:lnTo>
                  <a:lnTo>
                    <a:pt x="1511" y="185293"/>
                  </a:lnTo>
                  <a:lnTo>
                    <a:pt x="4267" y="188087"/>
                  </a:lnTo>
                  <a:lnTo>
                    <a:pt x="84480" y="268097"/>
                  </a:lnTo>
                  <a:lnTo>
                    <a:pt x="84480" y="292353"/>
                  </a:lnTo>
                  <a:lnTo>
                    <a:pt x="87731" y="295656"/>
                  </a:lnTo>
                  <a:lnTo>
                    <a:pt x="147739" y="295656"/>
                  </a:lnTo>
                  <a:lnTo>
                    <a:pt x="150990" y="292353"/>
                  </a:lnTo>
                  <a:lnTo>
                    <a:pt x="150964" y="225933"/>
                  </a:lnTo>
                  <a:lnTo>
                    <a:pt x="150812" y="218312"/>
                  </a:lnTo>
                  <a:lnTo>
                    <a:pt x="147739" y="211074"/>
                  </a:lnTo>
                  <a:lnTo>
                    <a:pt x="119270" y="182625"/>
                  </a:lnTo>
                  <a:lnTo>
                    <a:pt x="66382" y="182625"/>
                  </a:lnTo>
                  <a:lnTo>
                    <a:pt x="64769" y="180975"/>
                  </a:lnTo>
                  <a:lnTo>
                    <a:pt x="18986" y="135255"/>
                  </a:lnTo>
                  <a:lnTo>
                    <a:pt x="14668" y="131063"/>
                  </a:lnTo>
                  <a:lnTo>
                    <a:pt x="12293" y="125349"/>
                  </a:lnTo>
                  <a:lnTo>
                    <a:pt x="29108" y="97282"/>
                  </a:lnTo>
                  <a:lnTo>
                    <a:pt x="29121" y="31496"/>
                  </a:lnTo>
                  <a:lnTo>
                    <a:pt x="22339" y="24764"/>
                  </a:lnTo>
                  <a:close/>
                </a:path>
                <a:path w="342900" h="295910">
                  <a:moveTo>
                    <a:pt x="310273" y="104901"/>
                  </a:moveTo>
                  <a:lnTo>
                    <a:pt x="303386" y="104901"/>
                  </a:lnTo>
                  <a:lnTo>
                    <a:pt x="300532" y="105918"/>
                  </a:lnTo>
                  <a:lnTo>
                    <a:pt x="195160" y="211074"/>
                  </a:lnTo>
                  <a:lnTo>
                    <a:pt x="192087" y="218312"/>
                  </a:lnTo>
                  <a:lnTo>
                    <a:pt x="191947" y="225933"/>
                  </a:lnTo>
                  <a:lnTo>
                    <a:pt x="191909" y="292353"/>
                  </a:lnTo>
                  <a:lnTo>
                    <a:pt x="195160" y="295656"/>
                  </a:lnTo>
                  <a:lnTo>
                    <a:pt x="255168" y="295656"/>
                  </a:lnTo>
                  <a:lnTo>
                    <a:pt x="258419" y="292353"/>
                  </a:lnTo>
                  <a:lnTo>
                    <a:pt x="258419" y="268097"/>
                  </a:lnTo>
                  <a:lnTo>
                    <a:pt x="338632" y="188087"/>
                  </a:lnTo>
                  <a:lnTo>
                    <a:pt x="341388" y="185293"/>
                  </a:lnTo>
                  <a:lnTo>
                    <a:pt x="342522" y="182625"/>
                  </a:lnTo>
                  <a:lnTo>
                    <a:pt x="273888" y="182625"/>
                  </a:lnTo>
                  <a:lnTo>
                    <a:pt x="272275" y="180975"/>
                  </a:lnTo>
                  <a:lnTo>
                    <a:pt x="270649" y="179450"/>
                  </a:lnTo>
                  <a:lnTo>
                    <a:pt x="270649" y="176784"/>
                  </a:lnTo>
                  <a:lnTo>
                    <a:pt x="272275" y="175133"/>
                  </a:lnTo>
                  <a:lnTo>
                    <a:pt x="318071" y="129412"/>
                  </a:lnTo>
                  <a:lnTo>
                    <a:pt x="320814" y="126746"/>
                  </a:lnTo>
                  <a:lnTo>
                    <a:pt x="322325" y="123062"/>
                  </a:lnTo>
                  <a:lnTo>
                    <a:pt x="322325" y="115315"/>
                  </a:lnTo>
                  <a:lnTo>
                    <a:pt x="320802" y="111633"/>
                  </a:lnTo>
                  <a:lnTo>
                    <a:pt x="318058" y="108965"/>
                  </a:lnTo>
                  <a:lnTo>
                    <a:pt x="315912" y="106807"/>
                  </a:lnTo>
                  <a:lnTo>
                    <a:pt x="313232" y="105410"/>
                  </a:lnTo>
                  <a:lnTo>
                    <a:pt x="310273" y="104901"/>
                  </a:lnTo>
                  <a:close/>
                </a:path>
                <a:path w="342900" h="295910">
                  <a:moveTo>
                    <a:pt x="38087" y="104394"/>
                  </a:moveTo>
                  <a:lnTo>
                    <a:pt x="32194" y="104901"/>
                  </a:lnTo>
                  <a:lnTo>
                    <a:pt x="32626" y="104901"/>
                  </a:lnTo>
                  <a:lnTo>
                    <a:pt x="29679" y="105410"/>
                  </a:lnTo>
                  <a:lnTo>
                    <a:pt x="26987" y="106807"/>
                  </a:lnTo>
                  <a:lnTo>
                    <a:pt x="24841" y="108965"/>
                  </a:lnTo>
                  <a:lnTo>
                    <a:pt x="22098" y="111633"/>
                  </a:lnTo>
                  <a:lnTo>
                    <a:pt x="20574" y="115315"/>
                  </a:lnTo>
                  <a:lnTo>
                    <a:pt x="20574" y="123062"/>
                  </a:lnTo>
                  <a:lnTo>
                    <a:pt x="22098" y="126746"/>
                  </a:lnTo>
                  <a:lnTo>
                    <a:pt x="24841" y="129412"/>
                  </a:lnTo>
                  <a:lnTo>
                    <a:pt x="70624" y="175133"/>
                  </a:lnTo>
                  <a:lnTo>
                    <a:pt x="72237" y="176784"/>
                  </a:lnTo>
                  <a:lnTo>
                    <a:pt x="72250" y="179450"/>
                  </a:lnTo>
                  <a:lnTo>
                    <a:pt x="70624" y="180975"/>
                  </a:lnTo>
                  <a:lnTo>
                    <a:pt x="69011" y="182625"/>
                  </a:lnTo>
                  <a:lnTo>
                    <a:pt x="119270" y="182625"/>
                  </a:lnTo>
                  <a:lnTo>
                    <a:pt x="42367" y="105918"/>
                  </a:lnTo>
                  <a:lnTo>
                    <a:pt x="38087" y="104394"/>
                  </a:lnTo>
                  <a:close/>
                </a:path>
                <a:path w="342900" h="295910">
                  <a:moveTo>
                    <a:pt x="342900" y="104901"/>
                  </a:moveTo>
                  <a:lnTo>
                    <a:pt x="325682" y="104901"/>
                  </a:lnTo>
                  <a:lnTo>
                    <a:pt x="328231" y="107441"/>
                  </a:lnTo>
                  <a:lnTo>
                    <a:pt x="330593" y="113157"/>
                  </a:lnTo>
                  <a:lnTo>
                    <a:pt x="330606" y="125349"/>
                  </a:lnTo>
                  <a:lnTo>
                    <a:pt x="328218" y="131063"/>
                  </a:lnTo>
                  <a:lnTo>
                    <a:pt x="323913" y="135255"/>
                  </a:lnTo>
                  <a:lnTo>
                    <a:pt x="278130" y="180975"/>
                  </a:lnTo>
                  <a:lnTo>
                    <a:pt x="276504" y="182625"/>
                  </a:lnTo>
                  <a:lnTo>
                    <a:pt x="342522" y="182625"/>
                  </a:lnTo>
                  <a:lnTo>
                    <a:pt x="342900" y="181737"/>
                  </a:lnTo>
                  <a:lnTo>
                    <a:pt x="342900" y="104901"/>
                  </a:lnTo>
                  <a:close/>
                </a:path>
                <a:path w="342900" h="295910">
                  <a:moveTo>
                    <a:pt x="137122" y="104901"/>
                  </a:moveTo>
                  <a:lnTo>
                    <a:pt x="80619" y="104901"/>
                  </a:lnTo>
                  <a:lnTo>
                    <a:pt x="80333" y="106807"/>
                  </a:lnTo>
                  <a:lnTo>
                    <a:pt x="80238" y="107441"/>
                  </a:lnTo>
                  <a:lnTo>
                    <a:pt x="80124" y="108203"/>
                  </a:lnTo>
                  <a:lnTo>
                    <a:pt x="80009" y="113157"/>
                  </a:lnTo>
                  <a:lnTo>
                    <a:pt x="82461" y="115570"/>
                  </a:lnTo>
                  <a:lnTo>
                    <a:pt x="137655" y="115570"/>
                  </a:lnTo>
                  <a:lnTo>
                    <a:pt x="136969" y="114046"/>
                  </a:lnTo>
                  <a:lnTo>
                    <a:pt x="136550" y="112268"/>
                  </a:lnTo>
                  <a:lnTo>
                    <a:pt x="136645" y="108203"/>
                  </a:lnTo>
                  <a:lnTo>
                    <a:pt x="136972" y="105918"/>
                  </a:lnTo>
                  <a:lnTo>
                    <a:pt x="137047" y="105410"/>
                  </a:lnTo>
                  <a:lnTo>
                    <a:pt x="137122" y="104901"/>
                  </a:lnTo>
                  <a:close/>
                </a:path>
                <a:path w="342900" h="295910">
                  <a:moveTo>
                    <a:pt x="269411" y="104901"/>
                  </a:moveTo>
                  <a:lnTo>
                    <a:pt x="145484" y="104901"/>
                  </a:lnTo>
                  <a:lnTo>
                    <a:pt x="145195" y="106807"/>
                  </a:lnTo>
                  <a:lnTo>
                    <a:pt x="145098" y="107441"/>
                  </a:lnTo>
                  <a:lnTo>
                    <a:pt x="144983" y="108203"/>
                  </a:lnTo>
                  <a:lnTo>
                    <a:pt x="144856" y="113157"/>
                  </a:lnTo>
                  <a:lnTo>
                    <a:pt x="147307" y="115570"/>
                  </a:lnTo>
                  <a:lnTo>
                    <a:pt x="267589" y="115570"/>
                  </a:lnTo>
                  <a:lnTo>
                    <a:pt x="270027" y="113157"/>
                  </a:lnTo>
                  <a:lnTo>
                    <a:pt x="269913" y="108203"/>
                  </a:lnTo>
                  <a:lnTo>
                    <a:pt x="269565" y="105918"/>
                  </a:lnTo>
                  <a:lnTo>
                    <a:pt x="269488" y="105410"/>
                  </a:lnTo>
                  <a:lnTo>
                    <a:pt x="269411" y="104901"/>
                  </a:lnTo>
                  <a:close/>
                </a:path>
                <a:path w="342900" h="295910">
                  <a:moveTo>
                    <a:pt x="145583" y="104394"/>
                  </a:moveTo>
                  <a:lnTo>
                    <a:pt x="137197" y="104394"/>
                  </a:lnTo>
                  <a:lnTo>
                    <a:pt x="137122" y="104901"/>
                  </a:lnTo>
                  <a:lnTo>
                    <a:pt x="145477" y="104901"/>
                  </a:lnTo>
                  <a:lnTo>
                    <a:pt x="145583" y="104394"/>
                  </a:lnTo>
                  <a:close/>
                </a:path>
                <a:path w="342900" h="295910">
                  <a:moveTo>
                    <a:pt x="304812" y="104394"/>
                  </a:moveTo>
                  <a:lnTo>
                    <a:pt x="269314" y="104394"/>
                  </a:lnTo>
                  <a:lnTo>
                    <a:pt x="269418" y="104901"/>
                  </a:lnTo>
                  <a:lnTo>
                    <a:pt x="303386" y="104901"/>
                  </a:lnTo>
                  <a:lnTo>
                    <a:pt x="304812" y="104394"/>
                  </a:lnTo>
                  <a:close/>
                </a:path>
                <a:path w="342900" h="295910">
                  <a:moveTo>
                    <a:pt x="325172" y="104394"/>
                  </a:moveTo>
                  <a:lnTo>
                    <a:pt x="304812" y="104394"/>
                  </a:lnTo>
                  <a:lnTo>
                    <a:pt x="310705" y="104901"/>
                  </a:lnTo>
                  <a:lnTo>
                    <a:pt x="325682" y="104901"/>
                  </a:lnTo>
                  <a:lnTo>
                    <a:pt x="325172" y="104394"/>
                  </a:lnTo>
                  <a:close/>
                </a:path>
                <a:path w="342900" h="295910">
                  <a:moveTo>
                    <a:pt x="118973" y="74295"/>
                  </a:moveTo>
                  <a:lnTo>
                    <a:pt x="83337" y="95376"/>
                  </a:lnTo>
                  <a:lnTo>
                    <a:pt x="80711" y="104394"/>
                  </a:lnTo>
                  <a:lnTo>
                    <a:pt x="137197" y="104394"/>
                  </a:lnTo>
                  <a:lnTo>
                    <a:pt x="137553" y="101981"/>
                  </a:lnTo>
                  <a:lnTo>
                    <a:pt x="138728" y="97282"/>
                  </a:lnTo>
                  <a:lnTo>
                    <a:pt x="140411" y="92710"/>
                  </a:lnTo>
                  <a:lnTo>
                    <a:pt x="141122" y="90677"/>
                  </a:lnTo>
                  <a:lnTo>
                    <a:pt x="142885" y="87249"/>
                  </a:lnTo>
                  <a:lnTo>
                    <a:pt x="143668" y="87249"/>
                  </a:lnTo>
                  <a:lnTo>
                    <a:pt x="139482" y="86885"/>
                  </a:lnTo>
                  <a:lnTo>
                    <a:pt x="133251" y="85518"/>
                  </a:lnTo>
                  <a:lnTo>
                    <a:pt x="126017" y="82041"/>
                  </a:lnTo>
                  <a:lnTo>
                    <a:pt x="119608" y="75437"/>
                  </a:lnTo>
                  <a:lnTo>
                    <a:pt x="118973" y="74295"/>
                  </a:lnTo>
                  <a:close/>
                </a:path>
                <a:path w="342900" h="295910">
                  <a:moveTo>
                    <a:pt x="185216" y="76962"/>
                  </a:moveTo>
                  <a:lnTo>
                    <a:pt x="172631" y="76962"/>
                  </a:lnTo>
                  <a:lnTo>
                    <a:pt x="169570" y="77724"/>
                  </a:lnTo>
                  <a:lnTo>
                    <a:pt x="145583" y="104394"/>
                  </a:lnTo>
                  <a:lnTo>
                    <a:pt x="269314" y="104394"/>
                  </a:lnTo>
                  <a:lnTo>
                    <a:pt x="205867" y="87249"/>
                  </a:lnTo>
                  <a:lnTo>
                    <a:pt x="193181" y="86885"/>
                  </a:lnTo>
                  <a:lnTo>
                    <a:pt x="192570" y="86885"/>
                  </a:lnTo>
                  <a:lnTo>
                    <a:pt x="185216" y="76962"/>
                  </a:lnTo>
                  <a:close/>
                </a:path>
                <a:path w="342900" h="295910">
                  <a:moveTo>
                    <a:pt x="332231" y="24764"/>
                  </a:moveTo>
                  <a:lnTo>
                    <a:pt x="320560" y="24764"/>
                  </a:lnTo>
                  <a:lnTo>
                    <a:pt x="313778" y="31496"/>
                  </a:lnTo>
                  <a:lnTo>
                    <a:pt x="313778" y="97282"/>
                  </a:lnTo>
                  <a:lnTo>
                    <a:pt x="317588" y="98298"/>
                  </a:lnTo>
                  <a:lnTo>
                    <a:pt x="321094" y="100330"/>
                  </a:lnTo>
                  <a:lnTo>
                    <a:pt x="325172" y="104394"/>
                  </a:lnTo>
                  <a:lnTo>
                    <a:pt x="342900" y="104394"/>
                  </a:lnTo>
                  <a:lnTo>
                    <a:pt x="342900" y="35433"/>
                  </a:lnTo>
                  <a:lnTo>
                    <a:pt x="341388" y="31750"/>
                  </a:lnTo>
                  <a:lnTo>
                    <a:pt x="338632" y="28956"/>
                  </a:lnTo>
                  <a:lnTo>
                    <a:pt x="335889" y="26288"/>
                  </a:lnTo>
                  <a:lnTo>
                    <a:pt x="332231" y="24764"/>
                  </a:lnTo>
                  <a:close/>
                </a:path>
                <a:path w="342900" h="295910">
                  <a:moveTo>
                    <a:pt x="242265" y="76962"/>
                  </a:moveTo>
                  <a:lnTo>
                    <a:pt x="229692" y="76962"/>
                  </a:lnTo>
                  <a:lnTo>
                    <a:pt x="222338" y="86885"/>
                  </a:lnTo>
                  <a:lnTo>
                    <a:pt x="221727" y="86885"/>
                  </a:lnTo>
                  <a:lnTo>
                    <a:pt x="209029" y="87249"/>
                  </a:lnTo>
                  <a:lnTo>
                    <a:pt x="263126" y="87249"/>
                  </a:lnTo>
                  <a:lnTo>
                    <a:pt x="258991" y="82169"/>
                  </a:lnTo>
                  <a:lnTo>
                    <a:pt x="252056" y="79883"/>
                  </a:lnTo>
                  <a:lnTo>
                    <a:pt x="249303" y="78866"/>
                  </a:lnTo>
                  <a:lnTo>
                    <a:pt x="249554" y="78866"/>
                  </a:lnTo>
                  <a:lnTo>
                    <a:pt x="245325" y="77724"/>
                  </a:lnTo>
                  <a:lnTo>
                    <a:pt x="242265" y="76962"/>
                  </a:lnTo>
                  <a:close/>
                </a:path>
                <a:path w="342900" h="295910">
                  <a:moveTo>
                    <a:pt x="225069" y="68707"/>
                  </a:moveTo>
                  <a:lnTo>
                    <a:pt x="189826" y="68707"/>
                  </a:lnTo>
                  <a:lnTo>
                    <a:pt x="190842" y="70485"/>
                  </a:lnTo>
                  <a:lnTo>
                    <a:pt x="196159" y="78866"/>
                  </a:lnTo>
                  <a:lnTo>
                    <a:pt x="196240" y="78994"/>
                  </a:lnTo>
                  <a:lnTo>
                    <a:pt x="218668" y="78994"/>
                  </a:lnTo>
                  <a:lnTo>
                    <a:pt x="224066" y="70485"/>
                  </a:lnTo>
                  <a:lnTo>
                    <a:pt x="225069" y="68707"/>
                  </a:lnTo>
                  <a:close/>
                </a:path>
                <a:path w="342900" h="295910">
                  <a:moveTo>
                    <a:pt x="158051" y="0"/>
                  </a:moveTo>
                  <a:lnTo>
                    <a:pt x="127584" y="0"/>
                  </a:lnTo>
                  <a:lnTo>
                    <a:pt x="120129" y="10795"/>
                  </a:lnTo>
                  <a:lnTo>
                    <a:pt x="117543" y="16484"/>
                  </a:lnTo>
                  <a:lnTo>
                    <a:pt x="115781" y="24018"/>
                  </a:lnTo>
                  <a:lnTo>
                    <a:pt x="114968" y="31496"/>
                  </a:lnTo>
                  <a:lnTo>
                    <a:pt x="114956" y="40259"/>
                  </a:lnTo>
                  <a:lnTo>
                    <a:pt x="116346" y="47740"/>
                  </a:lnTo>
                  <a:lnTo>
                    <a:pt x="119213" y="56165"/>
                  </a:lnTo>
                  <a:lnTo>
                    <a:pt x="122858" y="64258"/>
                  </a:lnTo>
                  <a:lnTo>
                    <a:pt x="126631" y="70993"/>
                  </a:lnTo>
                  <a:lnTo>
                    <a:pt x="131559" y="78866"/>
                  </a:lnTo>
                  <a:lnTo>
                    <a:pt x="154076" y="78866"/>
                  </a:lnTo>
                  <a:lnTo>
                    <a:pt x="170666" y="40259"/>
                  </a:lnTo>
                  <a:lnTo>
                    <a:pt x="170667" y="31496"/>
                  </a:lnTo>
                  <a:lnTo>
                    <a:pt x="169938" y="24764"/>
                  </a:lnTo>
                  <a:lnTo>
                    <a:pt x="158051" y="0"/>
                  </a:lnTo>
                  <a:close/>
                </a:path>
                <a:path w="342900" h="295910">
                  <a:moveTo>
                    <a:pt x="222618" y="381"/>
                  </a:moveTo>
                  <a:lnTo>
                    <a:pt x="192265" y="381"/>
                  </a:lnTo>
                  <a:lnTo>
                    <a:pt x="184848" y="11175"/>
                  </a:lnTo>
                  <a:lnTo>
                    <a:pt x="179654" y="68707"/>
                  </a:lnTo>
                  <a:lnTo>
                    <a:pt x="235381" y="68707"/>
                  </a:lnTo>
                  <a:lnTo>
                    <a:pt x="235381" y="40259"/>
                  </a:lnTo>
                  <a:lnTo>
                    <a:pt x="235254" y="40259"/>
                  </a:lnTo>
                  <a:lnTo>
                    <a:pt x="235164" y="31496"/>
                  </a:lnTo>
                  <a:lnTo>
                    <a:pt x="234435" y="24764"/>
                  </a:lnTo>
                  <a:lnTo>
                    <a:pt x="234315" y="24018"/>
                  </a:lnTo>
                  <a:lnTo>
                    <a:pt x="232631" y="16809"/>
                  </a:lnTo>
                  <a:lnTo>
                    <a:pt x="230047" y="11175"/>
                  </a:lnTo>
                  <a:lnTo>
                    <a:pt x="222618" y="381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21791" y="3214128"/>
            <a:ext cx="638810" cy="638810"/>
            <a:chOff x="621791" y="3214128"/>
            <a:chExt cx="638810" cy="638810"/>
          </a:xfrm>
        </p:grpSpPr>
        <p:sp>
          <p:nvSpPr>
            <p:cNvPr id="22" name="object 22"/>
            <p:cNvSpPr/>
            <p:nvPr/>
          </p:nvSpPr>
          <p:spPr>
            <a:xfrm>
              <a:off x="796340" y="3218306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4"/>
                  </a:lnTo>
                  <a:lnTo>
                    <a:pt x="0" y="31750"/>
                  </a:lnTo>
                  <a:lnTo>
                    <a:pt x="12522" y="60705"/>
                  </a:lnTo>
                  <a:lnTo>
                    <a:pt x="20904" y="56260"/>
                  </a:lnTo>
                  <a:lnTo>
                    <a:pt x="50330" y="45620"/>
                  </a:lnTo>
                  <a:lnTo>
                    <a:pt x="81029" y="37814"/>
                  </a:lnTo>
                  <a:lnTo>
                    <a:pt x="112837" y="33008"/>
                  </a:lnTo>
                  <a:lnTo>
                    <a:pt x="145592" y="31368"/>
                  </a:lnTo>
                  <a:lnTo>
                    <a:pt x="178341" y="33008"/>
                  </a:lnTo>
                  <a:lnTo>
                    <a:pt x="210146" y="37814"/>
                  </a:lnTo>
                  <a:lnTo>
                    <a:pt x="240847" y="45620"/>
                  </a:lnTo>
                  <a:lnTo>
                    <a:pt x="270281" y="56260"/>
                  </a:lnTo>
                  <a:lnTo>
                    <a:pt x="282130" y="62610"/>
                  </a:lnTo>
                  <a:lnTo>
                    <a:pt x="293268" y="32892"/>
                  </a:lnTo>
                  <a:lnTo>
                    <a:pt x="282702" y="27304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1791" y="3214128"/>
              <a:ext cx="638530" cy="63879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2784" y="3285235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5"/>
                  </a:lnTo>
                  <a:lnTo>
                    <a:pt x="163022" y="15668"/>
                  </a:lnTo>
                  <a:lnTo>
                    <a:pt x="124014" y="34191"/>
                  </a:lnTo>
                  <a:lnTo>
                    <a:pt x="89067" y="58894"/>
                  </a:lnTo>
                  <a:lnTo>
                    <a:pt x="58888" y="89069"/>
                  </a:lnTo>
                  <a:lnTo>
                    <a:pt x="34185" y="124008"/>
                  </a:lnTo>
                  <a:lnTo>
                    <a:pt x="15665" y="163001"/>
                  </a:lnTo>
                  <a:lnTo>
                    <a:pt x="4034" y="205340"/>
                  </a:lnTo>
                  <a:lnTo>
                    <a:pt x="0" y="250316"/>
                  </a:lnTo>
                  <a:lnTo>
                    <a:pt x="4034" y="295331"/>
                  </a:lnTo>
                  <a:lnTo>
                    <a:pt x="15665" y="337699"/>
                  </a:lnTo>
                  <a:lnTo>
                    <a:pt x="34185" y="376714"/>
                  </a:lnTo>
                  <a:lnTo>
                    <a:pt x="58888" y="411669"/>
                  </a:lnTo>
                  <a:lnTo>
                    <a:pt x="89067" y="441855"/>
                  </a:lnTo>
                  <a:lnTo>
                    <a:pt x="124014" y="466565"/>
                  </a:lnTo>
                  <a:lnTo>
                    <a:pt x="163022" y="485091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8" y="496725"/>
                  </a:lnTo>
                  <a:lnTo>
                    <a:pt x="337757" y="485091"/>
                  </a:lnTo>
                  <a:lnTo>
                    <a:pt x="376763" y="466565"/>
                  </a:lnTo>
                  <a:lnTo>
                    <a:pt x="411708" y="441855"/>
                  </a:lnTo>
                  <a:lnTo>
                    <a:pt x="441886" y="411669"/>
                  </a:lnTo>
                  <a:lnTo>
                    <a:pt x="466588" y="376714"/>
                  </a:lnTo>
                  <a:lnTo>
                    <a:pt x="485108" y="337699"/>
                  </a:lnTo>
                  <a:lnTo>
                    <a:pt x="496739" y="295331"/>
                  </a:lnTo>
                  <a:lnTo>
                    <a:pt x="500773" y="250316"/>
                  </a:lnTo>
                  <a:lnTo>
                    <a:pt x="496739" y="205340"/>
                  </a:lnTo>
                  <a:lnTo>
                    <a:pt x="485108" y="163001"/>
                  </a:lnTo>
                  <a:lnTo>
                    <a:pt x="466588" y="124008"/>
                  </a:lnTo>
                  <a:lnTo>
                    <a:pt x="441886" y="89069"/>
                  </a:lnTo>
                  <a:lnTo>
                    <a:pt x="411708" y="58894"/>
                  </a:lnTo>
                  <a:lnTo>
                    <a:pt x="376763" y="34191"/>
                  </a:lnTo>
                  <a:lnTo>
                    <a:pt x="337757" y="15668"/>
                  </a:lnTo>
                  <a:lnTo>
                    <a:pt x="295398" y="4035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768095" y="3392423"/>
              <a:ext cx="349250" cy="287020"/>
            </a:xfrm>
            <a:custGeom>
              <a:avLst/>
              <a:gdLst/>
              <a:ahLst/>
              <a:cxnLst/>
              <a:rect l="l" t="t" r="r" b="b"/>
              <a:pathLst>
                <a:path w="349250" h="287020">
                  <a:moveTo>
                    <a:pt x="68033" y="188595"/>
                  </a:moveTo>
                  <a:lnTo>
                    <a:pt x="55130" y="188595"/>
                  </a:lnTo>
                  <a:lnTo>
                    <a:pt x="33641" y="192920"/>
                  </a:lnTo>
                  <a:lnTo>
                    <a:pt x="16121" y="204724"/>
                  </a:lnTo>
                  <a:lnTo>
                    <a:pt x="4322" y="222242"/>
                  </a:lnTo>
                  <a:lnTo>
                    <a:pt x="0" y="243712"/>
                  </a:lnTo>
                  <a:lnTo>
                    <a:pt x="0" y="286512"/>
                  </a:lnTo>
                  <a:lnTo>
                    <a:pt x="215557" y="286512"/>
                  </a:lnTo>
                  <a:lnTo>
                    <a:pt x="215557" y="243712"/>
                  </a:lnTo>
                  <a:lnTo>
                    <a:pt x="215402" y="242950"/>
                  </a:lnTo>
                  <a:lnTo>
                    <a:pt x="107899" y="242950"/>
                  </a:lnTo>
                  <a:lnTo>
                    <a:pt x="68033" y="188595"/>
                  </a:lnTo>
                  <a:close/>
                </a:path>
                <a:path w="349250" h="287020">
                  <a:moveTo>
                    <a:pt x="160273" y="188595"/>
                  </a:moveTo>
                  <a:lnTo>
                    <a:pt x="147358" y="188595"/>
                  </a:lnTo>
                  <a:lnTo>
                    <a:pt x="107899" y="242950"/>
                  </a:lnTo>
                  <a:lnTo>
                    <a:pt x="215402" y="242950"/>
                  </a:lnTo>
                  <a:lnTo>
                    <a:pt x="211208" y="222242"/>
                  </a:lnTo>
                  <a:lnTo>
                    <a:pt x="199355" y="204724"/>
                  </a:lnTo>
                  <a:lnTo>
                    <a:pt x="181781" y="192920"/>
                  </a:lnTo>
                  <a:lnTo>
                    <a:pt x="160273" y="188595"/>
                  </a:lnTo>
                  <a:close/>
                </a:path>
                <a:path w="349250" h="287020">
                  <a:moveTo>
                    <a:pt x="272122" y="116077"/>
                  </a:moveTo>
                  <a:lnTo>
                    <a:pt x="233349" y="116077"/>
                  </a:lnTo>
                  <a:lnTo>
                    <a:pt x="233349" y="150875"/>
                  </a:lnTo>
                  <a:lnTo>
                    <a:pt x="272122" y="116077"/>
                  </a:lnTo>
                  <a:close/>
                </a:path>
                <a:path w="349250" h="287020">
                  <a:moveTo>
                    <a:pt x="323405" y="0"/>
                  </a:moveTo>
                  <a:lnTo>
                    <a:pt x="216408" y="0"/>
                  </a:lnTo>
                  <a:lnTo>
                    <a:pt x="206456" y="2006"/>
                  </a:lnTo>
                  <a:lnTo>
                    <a:pt x="198321" y="7477"/>
                  </a:lnTo>
                  <a:lnTo>
                    <a:pt x="192831" y="15591"/>
                  </a:lnTo>
                  <a:lnTo>
                    <a:pt x="190868" y="25273"/>
                  </a:lnTo>
                  <a:lnTo>
                    <a:pt x="190817" y="90550"/>
                  </a:lnTo>
                  <a:lnTo>
                    <a:pt x="192831" y="100486"/>
                  </a:lnTo>
                  <a:lnTo>
                    <a:pt x="198321" y="108600"/>
                  </a:lnTo>
                  <a:lnTo>
                    <a:pt x="206456" y="114071"/>
                  </a:lnTo>
                  <a:lnTo>
                    <a:pt x="216408" y="116077"/>
                  </a:lnTo>
                  <a:lnTo>
                    <a:pt x="323405" y="116077"/>
                  </a:lnTo>
                  <a:lnTo>
                    <a:pt x="333372" y="114071"/>
                  </a:lnTo>
                  <a:lnTo>
                    <a:pt x="341506" y="108600"/>
                  </a:lnTo>
                  <a:lnTo>
                    <a:pt x="346987" y="100486"/>
                  </a:lnTo>
                  <a:lnTo>
                    <a:pt x="348482" y="93090"/>
                  </a:lnTo>
                  <a:lnTo>
                    <a:pt x="266179" y="93090"/>
                  </a:lnTo>
                  <a:lnTo>
                    <a:pt x="263550" y="90170"/>
                  </a:lnTo>
                  <a:lnTo>
                    <a:pt x="263550" y="83185"/>
                  </a:lnTo>
                  <a:lnTo>
                    <a:pt x="253466" y="83185"/>
                  </a:lnTo>
                  <a:lnTo>
                    <a:pt x="251104" y="80517"/>
                  </a:lnTo>
                  <a:lnTo>
                    <a:pt x="250818" y="74802"/>
                  </a:lnTo>
                  <a:lnTo>
                    <a:pt x="250799" y="74422"/>
                  </a:lnTo>
                  <a:lnTo>
                    <a:pt x="253657" y="71754"/>
                  </a:lnTo>
                  <a:lnTo>
                    <a:pt x="272897" y="71754"/>
                  </a:lnTo>
                  <a:lnTo>
                    <a:pt x="274523" y="70738"/>
                  </a:lnTo>
                  <a:lnTo>
                    <a:pt x="274370" y="70738"/>
                  </a:lnTo>
                  <a:lnTo>
                    <a:pt x="275215" y="69850"/>
                  </a:lnTo>
                  <a:lnTo>
                    <a:pt x="275488" y="69468"/>
                  </a:lnTo>
                  <a:lnTo>
                    <a:pt x="275831" y="68452"/>
                  </a:lnTo>
                  <a:lnTo>
                    <a:pt x="275742" y="66293"/>
                  </a:lnTo>
                  <a:lnTo>
                    <a:pt x="275640" y="65786"/>
                  </a:lnTo>
                  <a:lnTo>
                    <a:pt x="275374" y="65531"/>
                  </a:lnTo>
                  <a:lnTo>
                    <a:pt x="275101" y="65024"/>
                  </a:lnTo>
                  <a:lnTo>
                    <a:pt x="274370" y="64515"/>
                  </a:lnTo>
                  <a:lnTo>
                    <a:pt x="274650" y="64515"/>
                  </a:lnTo>
                  <a:lnTo>
                    <a:pt x="273634" y="63880"/>
                  </a:lnTo>
                  <a:lnTo>
                    <a:pt x="268740" y="63880"/>
                  </a:lnTo>
                  <a:lnTo>
                    <a:pt x="264401" y="63246"/>
                  </a:lnTo>
                  <a:lnTo>
                    <a:pt x="258470" y="62484"/>
                  </a:lnTo>
                  <a:lnTo>
                    <a:pt x="253619" y="58420"/>
                  </a:lnTo>
                  <a:lnTo>
                    <a:pt x="250024" y="47625"/>
                  </a:lnTo>
                  <a:lnTo>
                    <a:pt x="249897" y="47243"/>
                  </a:lnTo>
                  <a:lnTo>
                    <a:pt x="251536" y="40766"/>
                  </a:lnTo>
                  <a:lnTo>
                    <a:pt x="257924" y="34671"/>
                  </a:lnTo>
                  <a:lnTo>
                    <a:pt x="260642" y="33400"/>
                  </a:lnTo>
                  <a:lnTo>
                    <a:pt x="263588" y="32765"/>
                  </a:lnTo>
                  <a:lnTo>
                    <a:pt x="263588" y="25273"/>
                  </a:lnTo>
                  <a:lnTo>
                    <a:pt x="266179" y="22860"/>
                  </a:lnTo>
                  <a:lnTo>
                    <a:pt x="272351" y="22605"/>
                  </a:lnTo>
                  <a:lnTo>
                    <a:pt x="348405" y="22605"/>
                  </a:lnTo>
                  <a:lnTo>
                    <a:pt x="346987" y="15591"/>
                  </a:lnTo>
                  <a:lnTo>
                    <a:pt x="341506" y="7477"/>
                  </a:lnTo>
                  <a:lnTo>
                    <a:pt x="333372" y="2006"/>
                  </a:lnTo>
                  <a:lnTo>
                    <a:pt x="323405" y="0"/>
                  </a:lnTo>
                  <a:close/>
                </a:path>
                <a:path w="349250" h="287020">
                  <a:moveTo>
                    <a:pt x="348995" y="71754"/>
                  </a:moveTo>
                  <a:lnTo>
                    <a:pt x="287536" y="71754"/>
                  </a:lnTo>
                  <a:lnTo>
                    <a:pt x="286862" y="74422"/>
                  </a:lnTo>
                  <a:lnTo>
                    <a:pt x="286766" y="74802"/>
                  </a:lnTo>
                  <a:lnTo>
                    <a:pt x="282625" y="78739"/>
                  </a:lnTo>
                  <a:lnTo>
                    <a:pt x="280416" y="80772"/>
                  </a:lnTo>
                  <a:lnTo>
                    <a:pt x="277774" y="82168"/>
                  </a:lnTo>
                  <a:lnTo>
                    <a:pt x="274942" y="82803"/>
                  </a:lnTo>
                  <a:lnTo>
                    <a:pt x="274942" y="90550"/>
                  </a:lnTo>
                  <a:lnTo>
                    <a:pt x="274798" y="90550"/>
                  </a:lnTo>
                  <a:lnTo>
                    <a:pt x="272207" y="92837"/>
                  </a:lnTo>
                  <a:lnTo>
                    <a:pt x="269252" y="92837"/>
                  </a:lnTo>
                  <a:lnTo>
                    <a:pt x="266179" y="93090"/>
                  </a:lnTo>
                  <a:lnTo>
                    <a:pt x="348482" y="93090"/>
                  </a:lnTo>
                  <a:lnTo>
                    <a:pt x="348995" y="90550"/>
                  </a:lnTo>
                  <a:lnTo>
                    <a:pt x="348995" y="71754"/>
                  </a:lnTo>
                  <a:close/>
                </a:path>
                <a:path w="349250" h="287020">
                  <a:moveTo>
                    <a:pt x="287793" y="70738"/>
                  </a:moveTo>
                  <a:lnTo>
                    <a:pt x="274929" y="70738"/>
                  </a:lnTo>
                  <a:lnTo>
                    <a:pt x="272491" y="71754"/>
                  </a:lnTo>
                  <a:lnTo>
                    <a:pt x="287536" y="71754"/>
                  </a:lnTo>
                  <a:lnTo>
                    <a:pt x="287793" y="70738"/>
                  </a:lnTo>
                  <a:close/>
                </a:path>
                <a:path w="349250" h="287020">
                  <a:moveTo>
                    <a:pt x="348995" y="65024"/>
                  </a:moveTo>
                  <a:lnTo>
                    <a:pt x="287280" y="65024"/>
                  </a:lnTo>
                  <a:lnTo>
                    <a:pt x="288231" y="67817"/>
                  </a:lnTo>
                  <a:lnTo>
                    <a:pt x="288274" y="67945"/>
                  </a:lnTo>
                  <a:lnTo>
                    <a:pt x="288372" y="68452"/>
                  </a:lnTo>
                  <a:lnTo>
                    <a:pt x="288115" y="69468"/>
                  </a:lnTo>
                  <a:lnTo>
                    <a:pt x="288018" y="69850"/>
                  </a:lnTo>
                  <a:lnTo>
                    <a:pt x="287954" y="70103"/>
                  </a:lnTo>
                  <a:lnTo>
                    <a:pt x="287858" y="70485"/>
                  </a:lnTo>
                  <a:lnTo>
                    <a:pt x="287793" y="70738"/>
                  </a:lnTo>
                  <a:lnTo>
                    <a:pt x="348995" y="70738"/>
                  </a:lnTo>
                  <a:lnTo>
                    <a:pt x="348995" y="65024"/>
                  </a:lnTo>
                  <a:close/>
                </a:path>
                <a:path w="349250" h="287020">
                  <a:moveTo>
                    <a:pt x="274828" y="64515"/>
                  </a:moveTo>
                  <a:lnTo>
                    <a:pt x="274599" y="64515"/>
                  </a:lnTo>
                  <a:lnTo>
                    <a:pt x="274904" y="65024"/>
                  </a:lnTo>
                  <a:lnTo>
                    <a:pt x="275101" y="65024"/>
                  </a:lnTo>
                  <a:lnTo>
                    <a:pt x="274828" y="64515"/>
                  </a:lnTo>
                  <a:close/>
                </a:path>
                <a:path w="349250" h="287020">
                  <a:moveTo>
                    <a:pt x="287108" y="64515"/>
                  </a:moveTo>
                  <a:lnTo>
                    <a:pt x="274828" y="64515"/>
                  </a:lnTo>
                  <a:lnTo>
                    <a:pt x="275107" y="65024"/>
                  </a:lnTo>
                  <a:lnTo>
                    <a:pt x="287280" y="65024"/>
                  </a:lnTo>
                  <a:lnTo>
                    <a:pt x="287108" y="64515"/>
                  </a:lnTo>
                  <a:close/>
                </a:path>
                <a:path w="349250" h="287020">
                  <a:moveTo>
                    <a:pt x="348995" y="46481"/>
                  </a:moveTo>
                  <a:lnTo>
                    <a:pt x="262661" y="46481"/>
                  </a:lnTo>
                  <a:lnTo>
                    <a:pt x="262547" y="49402"/>
                  </a:lnTo>
                  <a:lnTo>
                    <a:pt x="262813" y="49911"/>
                  </a:lnTo>
                  <a:lnTo>
                    <a:pt x="263080" y="50291"/>
                  </a:lnTo>
                  <a:lnTo>
                    <a:pt x="263194" y="50546"/>
                  </a:lnTo>
                  <a:lnTo>
                    <a:pt x="262978" y="50546"/>
                  </a:lnTo>
                  <a:lnTo>
                    <a:pt x="263855" y="51180"/>
                  </a:lnTo>
                  <a:lnTo>
                    <a:pt x="264058" y="51308"/>
                  </a:lnTo>
                  <a:lnTo>
                    <a:pt x="264931" y="51942"/>
                  </a:lnTo>
                  <a:lnTo>
                    <a:pt x="271259" y="51942"/>
                  </a:lnTo>
                  <a:lnTo>
                    <a:pt x="273862" y="52324"/>
                  </a:lnTo>
                  <a:lnTo>
                    <a:pt x="279793" y="53086"/>
                  </a:lnTo>
                  <a:lnTo>
                    <a:pt x="284645" y="57276"/>
                  </a:lnTo>
                  <a:lnTo>
                    <a:pt x="287108" y="64515"/>
                  </a:lnTo>
                  <a:lnTo>
                    <a:pt x="348995" y="64515"/>
                  </a:lnTo>
                  <a:lnTo>
                    <a:pt x="348995" y="46481"/>
                  </a:lnTo>
                  <a:close/>
                </a:path>
                <a:path w="349250" h="287020">
                  <a:moveTo>
                    <a:pt x="271259" y="51942"/>
                  </a:moveTo>
                  <a:lnTo>
                    <a:pt x="265404" y="51942"/>
                  </a:lnTo>
                  <a:lnTo>
                    <a:pt x="265645" y="52070"/>
                  </a:lnTo>
                  <a:lnTo>
                    <a:pt x="268516" y="52070"/>
                  </a:lnTo>
                  <a:lnTo>
                    <a:pt x="271259" y="51942"/>
                  </a:lnTo>
                  <a:close/>
                </a:path>
                <a:path w="349250" h="287020">
                  <a:moveTo>
                    <a:pt x="263118" y="45720"/>
                  </a:moveTo>
                  <a:lnTo>
                    <a:pt x="262890" y="45720"/>
                  </a:lnTo>
                  <a:lnTo>
                    <a:pt x="262661" y="46481"/>
                  </a:lnTo>
                  <a:lnTo>
                    <a:pt x="263118" y="45720"/>
                  </a:lnTo>
                  <a:close/>
                </a:path>
                <a:path w="349250" h="287020">
                  <a:moveTo>
                    <a:pt x="348405" y="22605"/>
                  </a:moveTo>
                  <a:lnTo>
                    <a:pt x="272351" y="22605"/>
                  </a:lnTo>
                  <a:lnTo>
                    <a:pt x="274980" y="25526"/>
                  </a:lnTo>
                  <a:lnTo>
                    <a:pt x="274980" y="32512"/>
                  </a:lnTo>
                  <a:lnTo>
                    <a:pt x="284835" y="32512"/>
                  </a:lnTo>
                  <a:lnTo>
                    <a:pt x="287197" y="35051"/>
                  </a:lnTo>
                  <a:lnTo>
                    <a:pt x="287489" y="40766"/>
                  </a:lnTo>
                  <a:lnTo>
                    <a:pt x="287515" y="41275"/>
                  </a:lnTo>
                  <a:lnTo>
                    <a:pt x="284645" y="43941"/>
                  </a:lnTo>
                  <a:lnTo>
                    <a:pt x="265607" y="43941"/>
                  </a:lnTo>
                  <a:lnTo>
                    <a:pt x="264325" y="44576"/>
                  </a:lnTo>
                  <a:lnTo>
                    <a:pt x="263893" y="44958"/>
                  </a:lnTo>
                  <a:lnTo>
                    <a:pt x="263197" y="45720"/>
                  </a:lnTo>
                  <a:lnTo>
                    <a:pt x="348995" y="45720"/>
                  </a:lnTo>
                  <a:lnTo>
                    <a:pt x="348944" y="25273"/>
                  </a:lnTo>
                  <a:lnTo>
                    <a:pt x="348456" y="22860"/>
                  </a:lnTo>
                  <a:lnTo>
                    <a:pt x="348405" y="22605"/>
                  </a:lnTo>
                  <a:close/>
                </a:path>
                <a:path w="349250" h="287020">
                  <a:moveTo>
                    <a:pt x="107657" y="45592"/>
                  </a:moveTo>
                  <a:lnTo>
                    <a:pt x="86729" y="49807"/>
                  </a:lnTo>
                  <a:lnTo>
                    <a:pt x="69637" y="61309"/>
                  </a:lnTo>
                  <a:lnTo>
                    <a:pt x="58112" y="78382"/>
                  </a:lnTo>
                  <a:lnTo>
                    <a:pt x="53886" y="99313"/>
                  </a:lnTo>
                  <a:lnTo>
                    <a:pt x="58112" y="122751"/>
                  </a:lnTo>
                  <a:lnTo>
                    <a:pt x="69637" y="145462"/>
                  </a:lnTo>
                  <a:lnTo>
                    <a:pt x="86729" y="162625"/>
                  </a:lnTo>
                  <a:lnTo>
                    <a:pt x="107657" y="169417"/>
                  </a:lnTo>
                  <a:lnTo>
                    <a:pt x="128591" y="162625"/>
                  </a:lnTo>
                  <a:lnTo>
                    <a:pt x="145683" y="145462"/>
                  </a:lnTo>
                  <a:lnTo>
                    <a:pt x="157205" y="122751"/>
                  </a:lnTo>
                  <a:lnTo>
                    <a:pt x="161429" y="99313"/>
                  </a:lnTo>
                  <a:lnTo>
                    <a:pt x="157205" y="78382"/>
                  </a:lnTo>
                  <a:lnTo>
                    <a:pt x="145683" y="61309"/>
                  </a:lnTo>
                  <a:lnTo>
                    <a:pt x="128591" y="49807"/>
                  </a:lnTo>
                  <a:lnTo>
                    <a:pt x="107657" y="45592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21791" y="4032529"/>
            <a:ext cx="638810" cy="639445"/>
            <a:chOff x="621791" y="4032529"/>
            <a:chExt cx="638810" cy="639445"/>
          </a:xfrm>
        </p:grpSpPr>
        <p:sp>
          <p:nvSpPr>
            <p:cNvPr id="27" name="object 27"/>
            <p:cNvSpPr/>
            <p:nvPr/>
          </p:nvSpPr>
          <p:spPr>
            <a:xfrm>
              <a:off x="796340" y="4036822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32"/>
                  </a:lnTo>
                  <a:lnTo>
                    <a:pt x="8483" y="27304"/>
                  </a:lnTo>
                  <a:lnTo>
                    <a:pt x="0" y="31876"/>
                  </a:lnTo>
                  <a:lnTo>
                    <a:pt x="12522" y="60705"/>
                  </a:lnTo>
                  <a:lnTo>
                    <a:pt x="20904" y="56260"/>
                  </a:lnTo>
                  <a:lnTo>
                    <a:pt x="50330" y="45640"/>
                  </a:lnTo>
                  <a:lnTo>
                    <a:pt x="81029" y="37877"/>
                  </a:lnTo>
                  <a:lnTo>
                    <a:pt x="112837" y="33115"/>
                  </a:lnTo>
                  <a:lnTo>
                    <a:pt x="145592" y="31495"/>
                  </a:lnTo>
                  <a:lnTo>
                    <a:pt x="178341" y="33115"/>
                  </a:lnTo>
                  <a:lnTo>
                    <a:pt x="210146" y="37877"/>
                  </a:lnTo>
                  <a:lnTo>
                    <a:pt x="240847" y="45640"/>
                  </a:lnTo>
                  <a:lnTo>
                    <a:pt x="270281" y="56260"/>
                  </a:lnTo>
                  <a:lnTo>
                    <a:pt x="282130" y="62610"/>
                  </a:lnTo>
                  <a:lnTo>
                    <a:pt x="293268" y="32892"/>
                  </a:lnTo>
                  <a:lnTo>
                    <a:pt x="282702" y="27304"/>
                  </a:lnTo>
                  <a:lnTo>
                    <a:pt x="250334" y="15591"/>
                  </a:lnTo>
                  <a:lnTo>
                    <a:pt x="216576" y="7032"/>
                  </a:lnTo>
                  <a:lnTo>
                    <a:pt x="181603" y="1783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791" y="4032529"/>
              <a:ext cx="638530" cy="6389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92784" y="4103751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5"/>
                  </a:lnTo>
                  <a:lnTo>
                    <a:pt x="163022" y="15669"/>
                  </a:lnTo>
                  <a:lnTo>
                    <a:pt x="124014" y="34195"/>
                  </a:lnTo>
                  <a:lnTo>
                    <a:pt x="89067" y="58905"/>
                  </a:lnTo>
                  <a:lnTo>
                    <a:pt x="58888" y="89091"/>
                  </a:lnTo>
                  <a:lnTo>
                    <a:pt x="34185" y="124046"/>
                  </a:lnTo>
                  <a:lnTo>
                    <a:pt x="15665" y="163061"/>
                  </a:lnTo>
                  <a:lnTo>
                    <a:pt x="4034" y="205429"/>
                  </a:lnTo>
                  <a:lnTo>
                    <a:pt x="0" y="250444"/>
                  </a:lnTo>
                  <a:lnTo>
                    <a:pt x="4034" y="295420"/>
                  </a:lnTo>
                  <a:lnTo>
                    <a:pt x="15665" y="337759"/>
                  </a:lnTo>
                  <a:lnTo>
                    <a:pt x="34185" y="376752"/>
                  </a:lnTo>
                  <a:lnTo>
                    <a:pt x="58888" y="411691"/>
                  </a:lnTo>
                  <a:lnTo>
                    <a:pt x="89067" y="441866"/>
                  </a:lnTo>
                  <a:lnTo>
                    <a:pt x="124014" y="466569"/>
                  </a:lnTo>
                  <a:lnTo>
                    <a:pt x="163022" y="485092"/>
                  </a:lnTo>
                  <a:lnTo>
                    <a:pt x="205384" y="496725"/>
                  </a:lnTo>
                  <a:lnTo>
                    <a:pt x="250393" y="500761"/>
                  </a:lnTo>
                  <a:lnTo>
                    <a:pt x="295398" y="496725"/>
                  </a:lnTo>
                  <a:lnTo>
                    <a:pt x="337757" y="485092"/>
                  </a:lnTo>
                  <a:lnTo>
                    <a:pt x="376763" y="466569"/>
                  </a:lnTo>
                  <a:lnTo>
                    <a:pt x="411708" y="441866"/>
                  </a:lnTo>
                  <a:lnTo>
                    <a:pt x="441886" y="411691"/>
                  </a:lnTo>
                  <a:lnTo>
                    <a:pt x="466588" y="376752"/>
                  </a:lnTo>
                  <a:lnTo>
                    <a:pt x="485108" y="337759"/>
                  </a:lnTo>
                  <a:lnTo>
                    <a:pt x="496739" y="295420"/>
                  </a:lnTo>
                  <a:lnTo>
                    <a:pt x="500773" y="250444"/>
                  </a:lnTo>
                  <a:lnTo>
                    <a:pt x="496739" y="205429"/>
                  </a:lnTo>
                  <a:lnTo>
                    <a:pt x="485108" y="163061"/>
                  </a:lnTo>
                  <a:lnTo>
                    <a:pt x="466588" y="124046"/>
                  </a:lnTo>
                  <a:lnTo>
                    <a:pt x="441886" y="89091"/>
                  </a:lnTo>
                  <a:lnTo>
                    <a:pt x="411708" y="58905"/>
                  </a:lnTo>
                  <a:lnTo>
                    <a:pt x="376763" y="34195"/>
                  </a:lnTo>
                  <a:lnTo>
                    <a:pt x="337757" y="15669"/>
                  </a:lnTo>
                  <a:lnTo>
                    <a:pt x="295398" y="4035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807719" y="4212336"/>
              <a:ext cx="271780" cy="283845"/>
            </a:xfrm>
            <a:custGeom>
              <a:avLst/>
              <a:gdLst/>
              <a:ahLst/>
              <a:cxnLst/>
              <a:rect l="l" t="t" r="r" b="b"/>
              <a:pathLst>
                <a:path w="271780" h="283845">
                  <a:moveTo>
                    <a:pt x="85674" y="160019"/>
                  </a:moveTo>
                  <a:lnTo>
                    <a:pt x="69418" y="160019"/>
                  </a:lnTo>
                  <a:lnTo>
                    <a:pt x="42358" y="165461"/>
                  </a:lnTo>
                  <a:lnTo>
                    <a:pt x="20297" y="180308"/>
                  </a:lnTo>
                  <a:lnTo>
                    <a:pt x="5442" y="202346"/>
                  </a:lnTo>
                  <a:lnTo>
                    <a:pt x="0" y="229362"/>
                  </a:lnTo>
                  <a:lnTo>
                    <a:pt x="0" y="283463"/>
                  </a:lnTo>
                  <a:lnTo>
                    <a:pt x="271271" y="283463"/>
                  </a:lnTo>
                  <a:lnTo>
                    <a:pt x="271271" y="229362"/>
                  </a:lnTo>
                  <a:lnTo>
                    <a:pt x="271067" y="228345"/>
                  </a:lnTo>
                  <a:lnTo>
                    <a:pt x="135864" y="228345"/>
                  </a:lnTo>
                  <a:lnTo>
                    <a:pt x="85674" y="160019"/>
                  </a:lnTo>
                  <a:close/>
                </a:path>
                <a:path w="271780" h="283845">
                  <a:moveTo>
                    <a:pt x="201853" y="160019"/>
                  </a:moveTo>
                  <a:lnTo>
                    <a:pt x="185597" y="160019"/>
                  </a:lnTo>
                  <a:lnTo>
                    <a:pt x="135864" y="228345"/>
                  </a:lnTo>
                  <a:lnTo>
                    <a:pt x="271067" y="228345"/>
                  </a:lnTo>
                  <a:lnTo>
                    <a:pt x="265829" y="202346"/>
                  </a:lnTo>
                  <a:lnTo>
                    <a:pt x="250974" y="180308"/>
                  </a:lnTo>
                  <a:lnTo>
                    <a:pt x="228913" y="165461"/>
                  </a:lnTo>
                  <a:lnTo>
                    <a:pt x="201853" y="160019"/>
                  </a:lnTo>
                  <a:close/>
                </a:path>
                <a:path w="271780" h="283845">
                  <a:moveTo>
                    <a:pt x="135572" y="0"/>
                  </a:moveTo>
                  <a:lnTo>
                    <a:pt x="87637" y="19843"/>
                  </a:lnTo>
                  <a:lnTo>
                    <a:pt x="68048" y="66547"/>
                  </a:lnTo>
                  <a:lnTo>
                    <a:pt x="68160" y="69595"/>
                  </a:lnTo>
                  <a:lnTo>
                    <a:pt x="73030" y="96646"/>
                  </a:lnTo>
                  <a:lnTo>
                    <a:pt x="73139" y="97254"/>
                  </a:lnTo>
                  <a:lnTo>
                    <a:pt x="87655" y="125888"/>
                  </a:lnTo>
                  <a:lnTo>
                    <a:pt x="109191" y="147522"/>
                  </a:lnTo>
                  <a:lnTo>
                    <a:pt x="135572" y="156082"/>
                  </a:lnTo>
                  <a:lnTo>
                    <a:pt x="161937" y="147522"/>
                  </a:lnTo>
                  <a:lnTo>
                    <a:pt x="183475" y="125888"/>
                  </a:lnTo>
                  <a:lnTo>
                    <a:pt x="187614" y="117728"/>
                  </a:lnTo>
                  <a:lnTo>
                    <a:pt x="132638" y="117728"/>
                  </a:lnTo>
                  <a:lnTo>
                    <a:pt x="129984" y="114807"/>
                  </a:lnTo>
                  <a:lnTo>
                    <a:pt x="129984" y="106171"/>
                  </a:lnTo>
                  <a:lnTo>
                    <a:pt x="117855" y="106171"/>
                  </a:lnTo>
                  <a:lnTo>
                    <a:pt x="115417" y="103505"/>
                  </a:lnTo>
                  <a:lnTo>
                    <a:pt x="115167" y="97254"/>
                  </a:lnTo>
                  <a:lnTo>
                    <a:pt x="115712" y="96646"/>
                  </a:lnTo>
                  <a:lnTo>
                    <a:pt x="118046" y="94487"/>
                  </a:lnTo>
                  <a:lnTo>
                    <a:pt x="140195" y="94487"/>
                  </a:lnTo>
                  <a:lnTo>
                    <a:pt x="140690" y="94106"/>
                  </a:lnTo>
                  <a:lnTo>
                    <a:pt x="141160" y="94106"/>
                  </a:lnTo>
                  <a:lnTo>
                    <a:pt x="141655" y="93725"/>
                  </a:lnTo>
                  <a:lnTo>
                    <a:pt x="141842" y="93725"/>
                  </a:lnTo>
                  <a:lnTo>
                    <a:pt x="142417" y="93218"/>
                  </a:lnTo>
                  <a:lnTo>
                    <a:pt x="142913" y="92837"/>
                  </a:lnTo>
                  <a:lnTo>
                    <a:pt x="143116" y="92709"/>
                  </a:lnTo>
                  <a:lnTo>
                    <a:pt x="143319" y="92456"/>
                  </a:lnTo>
                  <a:lnTo>
                    <a:pt x="143510" y="92328"/>
                  </a:lnTo>
                  <a:lnTo>
                    <a:pt x="143687" y="92075"/>
                  </a:lnTo>
                  <a:lnTo>
                    <a:pt x="143725" y="91947"/>
                  </a:lnTo>
                  <a:lnTo>
                    <a:pt x="144081" y="91439"/>
                  </a:lnTo>
                  <a:lnTo>
                    <a:pt x="144183" y="91058"/>
                  </a:lnTo>
                  <a:lnTo>
                    <a:pt x="144386" y="90805"/>
                  </a:lnTo>
                  <a:lnTo>
                    <a:pt x="144475" y="90296"/>
                  </a:lnTo>
                  <a:lnTo>
                    <a:pt x="144640" y="89788"/>
                  </a:lnTo>
                  <a:lnTo>
                    <a:pt x="144640" y="86994"/>
                  </a:lnTo>
                  <a:lnTo>
                    <a:pt x="144513" y="86740"/>
                  </a:lnTo>
                  <a:lnTo>
                    <a:pt x="144449" y="86359"/>
                  </a:lnTo>
                  <a:lnTo>
                    <a:pt x="143751" y="85216"/>
                  </a:lnTo>
                  <a:lnTo>
                    <a:pt x="142455" y="83946"/>
                  </a:lnTo>
                  <a:lnTo>
                    <a:pt x="141414" y="83438"/>
                  </a:lnTo>
                  <a:lnTo>
                    <a:pt x="141166" y="83438"/>
                  </a:lnTo>
                  <a:lnTo>
                    <a:pt x="140423" y="83057"/>
                  </a:lnTo>
                  <a:lnTo>
                    <a:pt x="134797" y="83057"/>
                  </a:lnTo>
                  <a:lnTo>
                    <a:pt x="131876" y="82803"/>
                  </a:lnTo>
                  <a:lnTo>
                    <a:pt x="124802" y="82295"/>
                  </a:lnTo>
                  <a:lnTo>
                    <a:pt x="118846" y="77850"/>
                  </a:lnTo>
                  <a:lnTo>
                    <a:pt x="114096" y="65024"/>
                  </a:lnTo>
                  <a:lnTo>
                    <a:pt x="115887" y="57657"/>
                  </a:lnTo>
                  <a:lnTo>
                    <a:pt x="120637" y="53086"/>
                  </a:lnTo>
                  <a:lnTo>
                    <a:pt x="123342" y="50418"/>
                  </a:lnTo>
                  <a:lnTo>
                    <a:pt x="126555" y="48894"/>
                  </a:lnTo>
                  <a:lnTo>
                    <a:pt x="130048" y="48387"/>
                  </a:lnTo>
                  <a:lnTo>
                    <a:pt x="130048" y="39115"/>
                  </a:lnTo>
                  <a:lnTo>
                    <a:pt x="132714" y="36702"/>
                  </a:lnTo>
                  <a:lnTo>
                    <a:pt x="194854" y="36702"/>
                  </a:lnTo>
                  <a:lnTo>
                    <a:pt x="183475" y="19843"/>
                  </a:lnTo>
                  <a:lnTo>
                    <a:pt x="161937" y="5326"/>
                  </a:lnTo>
                  <a:lnTo>
                    <a:pt x="135572" y="0"/>
                  </a:lnTo>
                  <a:close/>
                </a:path>
                <a:path w="271780" h="283845">
                  <a:moveTo>
                    <a:pt x="194854" y="36702"/>
                  </a:moveTo>
                  <a:lnTo>
                    <a:pt x="139257" y="36702"/>
                  </a:lnTo>
                  <a:lnTo>
                    <a:pt x="141681" y="39369"/>
                  </a:lnTo>
                  <a:lnTo>
                    <a:pt x="141681" y="48132"/>
                  </a:lnTo>
                  <a:lnTo>
                    <a:pt x="153923" y="48132"/>
                  </a:lnTo>
                  <a:lnTo>
                    <a:pt x="156349" y="50800"/>
                  </a:lnTo>
                  <a:lnTo>
                    <a:pt x="156616" y="57150"/>
                  </a:lnTo>
                  <a:lnTo>
                    <a:pt x="153720" y="59816"/>
                  </a:lnTo>
                  <a:lnTo>
                    <a:pt x="131673" y="59816"/>
                  </a:lnTo>
                  <a:lnTo>
                    <a:pt x="130670" y="60197"/>
                  </a:lnTo>
                  <a:lnTo>
                    <a:pt x="129755" y="60578"/>
                  </a:lnTo>
                  <a:lnTo>
                    <a:pt x="128790" y="61340"/>
                  </a:lnTo>
                  <a:lnTo>
                    <a:pt x="128282" y="61975"/>
                  </a:lnTo>
                  <a:lnTo>
                    <a:pt x="128155" y="61975"/>
                  </a:lnTo>
                  <a:lnTo>
                    <a:pt x="127927" y="62356"/>
                  </a:lnTo>
                  <a:lnTo>
                    <a:pt x="127825" y="62611"/>
                  </a:lnTo>
                  <a:lnTo>
                    <a:pt x="127660" y="62864"/>
                  </a:lnTo>
                  <a:lnTo>
                    <a:pt x="127558" y="63118"/>
                  </a:lnTo>
                  <a:lnTo>
                    <a:pt x="127355" y="63372"/>
                  </a:lnTo>
                  <a:lnTo>
                    <a:pt x="126961" y="64896"/>
                  </a:lnTo>
                  <a:lnTo>
                    <a:pt x="126987" y="66547"/>
                  </a:lnTo>
                  <a:lnTo>
                    <a:pt x="127126" y="66928"/>
                  </a:lnTo>
                  <a:lnTo>
                    <a:pt x="127190" y="67309"/>
                  </a:lnTo>
                  <a:lnTo>
                    <a:pt x="127622" y="68325"/>
                  </a:lnTo>
                  <a:lnTo>
                    <a:pt x="127863" y="68706"/>
                  </a:lnTo>
                  <a:lnTo>
                    <a:pt x="128485" y="69595"/>
                  </a:lnTo>
                  <a:lnTo>
                    <a:pt x="129120" y="70103"/>
                  </a:lnTo>
                  <a:lnTo>
                    <a:pt x="128981" y="70103"/>
                  </a:lnTo>
                  <a:lnTo>
                    <a:pt x="129679" y="70484"/>
                  </a:lnTo>
                  <a:lnTo>
                    <a:pt x="131203" y="71246"/>
                  </a:lnTo>
                  <a:lnTo>
                    <a:pt x="138160" y="71246"/>
                  </a:lnTo>
                  <a:lnTo>
                    <a:pt x="147002" y="71881"/>
                  </a:lnTo>
                  <a:lnTo>
                    <a:pt x="152958" y="76326"/>
                  </a:lnTo>
                  <a:lnTo>
                    <a:pt x="157614" y="88900"/>
                  </a:lnTo>
                  <a:lnTo>
                    <a:pt x="157556" y="89788"/>
                  </a:lnTo>
                  <a:lnTo>
                    <a:pt x="141617" y="105918"/>
                  </a:lnTo>
                  <a:lnTo>
                    <a:pt x="141617" y="115062"/>
                  </a:lnTo>
                  <a:lnTo>
                    <a:pt x="138684" y="117728"/>
                  </a:lnTo>
                  <a:lnTo>
                    <a:pt x="187614" y="117728"/>
                  </a:lnTo>
                  <a:lnTo>
                    <a:pt x="197999" y="97254"/>
                  </a:lnTo>
                  <a:lnTo>
                    <a:pt x="202823" y="70484"/>
                  </a:lnTo>
                  <a:lnTo>
                    <a:pt x="202892" y="70103"/>
                  </a:lnTo>
                  <a:lnTo>
                    <a:pt x="202983" y="69595"/>
                  </a:lnTo>
                  <a:lnTo>
                    <a:pt x="203095" y="66547"/>
                  </a:lnTo>
                  <a:lnTo>
                    <a:pt x="197999" y="41362"/>
                  </a:lnTo>
                  <a:lnTo>
                    <a:pt x="194854" y="36702"/>
                  </a:lnTo>
                  <a:close/>
                </a:path>
                <a:path w="271780" h="283845">
                  <a:moveTo>
                    <a:pt x="144843" y="87630"/>
                  </a:moveTo>
                  <a:lnTo>
                    <a:pt x="144779" y="88137"/>
                  </a:lnTo>
                  <a:lnTo>
                    <a:pt x="144945" y="88391"/>
                  </a:lnTo>
                  <a:lnTo>
                    <a:pt x="144843" y="87630"/>
                  </a:lnTo>
                  <a:close/>
                </a:path>
                <a:path w="271780" h="283845">
                  <a:moveTo>
                    <a:pt x="140195" y="82803"/>
                  </a:moveTo>
                  <a:lnTo>
                    <a:pt x="139420" y="82803"/>
                  </a:lnTo>
                  <a:lnTo>
                    <a:pt x="139953" y="83057"/>
                  </a:lnTo>
                  <a:lnTo>
                    <a:pt x="139712" y="83057"/>
                  </a:lnTo>
                  <a:lnTo>
                    <a:pt x="140195" y="82803"/>
                  </a:lnTo>
                  <a:close/>
                </a:path>
                <a:path w="271780" h="283845">
                  <a:moveTo>
                    <a:pt x="132638" y="71246"/>
                  </a:moveTo>
                  <a:lnTo>
                    <a:pt x="132435" y="71246"/>
                  </a:lnTo>
                  <a:lnTo>
                    <a:pt x="131254" y="71627"/>
                  </a:lnTo>
                  <a:lnTo>
                    <a:pt x="132143" y="71627"/>
                  </a:lnTo>
                  <a:lnTo>
                    <a:pt x="132638" y="71246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21791" y="4850917"/>
            <a:ext cx="638810" cy="639445"/>
            <a:chOff x="621791" y="4850917"/>
            <a:chExt cx="638810" cy="639445"/>
          </a:xfrm>
        </p:grpSpPr>
        <p:sp>
          <p:nvSpPr>
            <p:cNvPr id="32" name="object 32"/>
            <p:cNvSpPr/>
            <p:nvPr/>
          </p:nvSpPr>
          <p:spPr>
            <a:xfrm>
              <a:off x="796340" y="4855337"/>
              <a:ext cx="293370" cy="62865"/>
            </a:xfrm>
            <a:custGeom>
              <a:avLst/>
              <a:gdLst/>
              <a:ahLst/>
              <a:cxnLst/>
              <a:rect l="l" t="t" r="r" b="b"/>
              <a:pathLst>
                <a:path w="293369" h="62864">
                  <a:moveTo>
                    <a:pt x="145592" y="0"/>
                  </a:moveTo>
                  <a:lnTo>
                    <a:pt x="74599" y="7080"/>
                  </a:lnTo>
                  <a:lnTo>
                    <a:pt x="8483" y="27305"/>
                  </a:lnTo>
                  <a:lnTo>
                    <a:pt x="0" y="31876"/>
                  </a:lnTo>
                  <a:lnTo>
                    <a:pt x="12522" y="60706"/>
                  </a:lnTo>
                  <a:lnTo>
                    <a:pt x="20904" y="56261"/>
                  </a:lnTo>
                  <a:lnTo>
                    <a:pt x="50330" y="45640"/>
                  </a:lnTo>
                  <a:lnTo>
                    <a:pt x="81029" y="37877"/>
                  </a:lnTo>
                  <a:lnTo>
                    <a:pt x="112837" y="33115"/>
                  </a:lnTo>
                  <a:lnTo>
                    <a:pt x="145592" y="31495"/>
                  </a:lnTo>
                  <a:lnTo>
                    <a:pt x="178341" y="33115"/>
                  </a:lnTo>
                  <a:lnTo>
                    <a:pt x="210146" y="37877"/>
                  </a:lnTo>
                  <a:lnTo>
                    <a:pt x="240847" y="45640"/>
                  </a:lnTo>
                  <a:lnTo>
                    <a:pt x="270281" y="56261"/>
                  </a:lnTo>
                  <a:lnTo>
                    <a:pt x="282130" y="62611"/>
                  </a:lnTo>
                  <a:lnTo>
                    <a:pt x="293268" y="32893"/>
                  </a:lnTo>
                  <a:lnTo>
                    <a:pt x="282702" y="27305"/>
                  </a:lnTo>
                  <a:lnTo>
                    <a:pt x="250334" y="15644"/>
                  </a:lnTo>
                  <a:lnTo>
                    <a:pt x="216576" y="7080"/>
                  </a:lnTo>
                  <a:lnTo>
                    <a:pt x="181603" y="1801"/>
                  </a:lnTo>
                  <a:lnTo>
                    <a:pt x="14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791" y="4850917"/>
              <a:ext cx="638530" cy="63903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92784" y="4922266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93" y="0"/>
                  </a:moveTo>
                  <a:lnTo>
                    <a:pt x="205384" y="4035"/>
                  </a:lnTo>
                  <a:lnTo>
                    <a:pt x="163022" y="15669"/>
                  </a:lnTo>
                  <a:lnTo>
                    <a:pt x="124014" y="34195"/>
                  </a:lnTo>
                  <a:lnTo>
                    <a:pt x="89067" y="58905"/>
                  </a:lnTo>
                  <a:lnTo>
                    <a:pt x="58888" y="89091"/>
                  </a:lnTo>
                  <a:lnTo>
                    <a:pt x="34185" y="124046"/>
                  </a:lnTo>
                  <a:lnTo>
                    <a:pt x="15665" y="163061"/>
                  </a:lnTo>
                  <a:lnTo>
                    <a:pt x="4034" y="205429"/>
                  </a:lnTo>
                  <a:lnTo>
                    <a:pt x="0" y="250443"/>
                  </a:lnTo>
                  <a:lnTo>
                    <a:pt x="4034" y="295453"/>
                  </a:lnTo>
                  <a:lnTo>
                    <a:pt x="15665" y="337810"/>
                  </a:lnTo>
                  <a:lnTo>
                    <a:pt x="34185" y="376808"/>
                  </a:lnTo>
                  <a:lnTo>
                    <a:pt x="58888" y="411743"/>
                  </a:lnTo>
                  <a:lnTo>
                    <a:pt x="89067" y="441908"/>
                  </a:lnTo>
                  <a:lnTo>
                    <a:pt x="124014" y="466597"/>
                  </a:lnTo>
                  <a:lnTo>
                    <a:pt x="163022" y="485107"/>
                  </a:lnTo>
                  <a:lnTo>
                    <a:pt x="205384" y="496729"/>
                  </a:lnTo>
                  <a:lnTo>
                    <a:pt x="250393" y="500760"/>
                  </a:lnTo>
                  <a:lnTo>
                    <a:pt x="295398" y="496729"/>
                  </a:lnTo>
                  <a:lnTo>
                    <a:pt x="337757" y="485107"/>
                  </a:lnTo>
                  <a:lnTo>
                    <a:pt x="376763" y="466597"/>
                  </a:lnTo>
                  <a:lnTo>
                    <a:pt x="411708" y="441908"/>
                  </a:lnTo>
                  <a:lnTo>
                    <a:pt x="441886" y="411743"/>
                  </a:lnTo>
                  <a:lnTo>
                    <a:pt x="466588" y="376808"/>
                  </a:lnTo>
                  <a:lnTo>
                    <a:pt x="485108" y="337810"/>
                  </a:lnTo>
                  <a:lnTo>
                    <a:pt x="496739" y="295453"/>
                  </a:lnTo>
                  <a:lnTo>
                    <a:pt x="500773" y="250443"/>
                  </a:lnTo>
                  <a:lnTo>
                    <a:pt x="496739" y="205429"/>
                  </a:lnTo>
                  <a:lnTo>
                    <a:pt x="485108" y="163061"/>
                  </a:lnTo>
                  <a:lnTo>
                    <a:pt x="466588" y="124046"/>
                  </a:lnTo>
                  <a:lnTo>
                    <a:pt x="441886" y="89091"/>
                  </a:lnTo>
                  <a:lnTo>
                    <a:pt x="411708" y="58905"/>
                  </a:lnTo>
                  <a:lnTo>
                    <a:pt x="376763" y="34195"/>
                  </a:lnTo>
                  <a:lnTo>
                    <a:pt x="337757" y="15669"/>
                  </a:lnTo>
                  <a:lnTo>
                    <a:pt x="295398" y="4035"/>
                  </a:lnTo>
                  <a:lnTo>
                    <a:pt x="250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66571" y="4995672"/>
              <a:ext cx="353695" cy="353695"/>
            </a:xfrm>
            <a:custGeom>
              <a:avLst/>
              <a:gdLst/>
              <a:ahLst/>
              <a:cxnLst/>
              <a:rect l="l" t="t" r="r" b="b"/>
              <a:pathLst>
                <a:path w="353694" h="353695">
                  <a:moveTo>
                    <a:pt x="155524" y="0"/>
                  </a:moveTo>
                  <a:lnTo>
                    <a:pt x="113510" y="10572"/>
                  </a:lnTo>
                  <a:lnTo>
                    <a:pt x="76171" y="30479"/>
                  </a:lnTo>
                  <a:lnTo>
                    <a:pt x="44829" y="58388"/>
                  </a:lnTo>
                  <a:lnTo>
                    <a:pt x="20805" y="92963"/>
                  </a:lnTo>
                  <a:lnTo>
                    <a:pt x="5421" y="132873"/>
                  </a:lnTo>
                  <a:lnTo>
                    <a:pt x="0" y="176783"/>
                  </a:lnTo>
                  <a:lnTo>
                    <a:pt x="5433" y="220725"/>
                  </a:lnTo>
                  <a:lnTo>
                    <a:pt x="20805" y="260603"/>
                  </a:lnTo>
                  <a:lnTo>
                    <a:pt x="44829" y="295179"/>
                  </a:lnTo>
                  <a:lnTo>
                    <a:pt x="76171" y="323088"/>
                  </a:lnTo>
                  <a:lnTo>
                    <a:pt x="113510" y="342995"/>
                  </a:lnTo>
                  <a:lnTo>
                    <a:pt x="155524" y="353567"/>
                  </a:lnTo>
                  <a:lnTo>
                    <a:pt x="155524" y="305053"/>
                  </a:lnTo>
                  <a:lnTo>
                    <a:pt x="112931" y="289583"/>
                  </a:lnTo>
                  <a:lnTo>
                    <a:pt x="78824" y="261016"/>
                  </a:lnTo>
                  <a:lnTo>
                    <a:pt x="56177" y="222400"/>
                  </a:lnTo>
                  <a:lnTo>
                    <a:pt x="47967" y="176783"/>
                  </a:lnTo>
                  <a:lnTo>
                    <a:pt x="56177" y="131006"/>
                  </a:lnTo>
                  <a:lnTo>
                    <a:pt x="78824" y="92408"/>
                  </a:lnTo>
                  <a:lnTo>
                    <a:pt x="112931" y="63930"/>
                  </a:lnTo>
                  <a:lnTo>
                    <a:pt x="155524" y="48513"/>
                  </a:lnTo>
                  <a:lnTo>
                    <a:pt x="155524" y="0"/>
                  </a:lnTo>
                  <a:close/>
                </a:path>
                <a:path w="353694" h="353695">
                  <a:moveTo>
                    <a:pt x="353593" y="198881"/>
                  </a:moveTo>
                  <a:lnTo>
                    <a:pt x="305231" y="198881"/>
                  </a:lnTo>
                  <a:lnTo>
                    <a:pt x="292374" y="237134"/>
                  </a:lnTo>
                  <a:lnTo>
                    <a:pt x="269108" y="268874"/>
                  </a:lnTo>
                  <a:lnTo>
                    <a:pt x="237500" y="292161"/>
                  </a:lnTo>
                  <a:lnTo>
                    <a:pt x="199618" y="305053"/>
                  </a:lnTo>
                  <a:lnTo>
                    <a:pt x="199618" y="353567"/>
                  </a:lnTo>
                  <a:lnTo>
                    <a:pt x="245565" y="341345"/>
                  </a:lnTo>
                  <a:lnTo>
                    <a:pt x="285682" y="318028"/>
                  </a:lnTo>
                  <a:lnTo>
                    <a:pt x="318223" y="285353"/>
                  </a:lnTo>
                  <a:lnTo>
                    <a:pt x="341442" y="245059"/>
                  </a:lnTo>
                  <a:lnTo>
                    <a:pt x="353593" y="198881"/>
                  </a:lnTo>
                  <a:close/>
                </a:path>
                <a:path w="353694" h="353695">
                  <a:moveTo>
                    <a:pt x="177571" y="84327"/>
                  </a:moveTo>
                  <a:lnTo>
                    <a:pt x="141581" y="91559"/>
                  </a:lnTo>
                  <a:lnTo>
                    <a:pt x="112193" y="111315"/>
                  </a:lnTo>
                  <a:lnTo>
                    <a:pt x="92380" y="140692"/>
                  </a:lnTo>
                  <a:lnTo>
                    <a:pt x="85115" y="176783"/>
                  </a:lnTo>
                  <a:lnTo>
                    <a:pt x="92433" y="212875"/>
                  </a:lnTo>
                  <a:lnTo>
                    <a:pt x="112336" y="242252"/>
                  </a:lnTo>
                  <a:lnTo>
                    <a:pt x="141742" y="262008"/>
                  </a:lnTo>
                  <a:lnTo>
                    <a:pt x="177571" y="269239"/>
                  </a:lnTo>
                  <a:lnTo>
                    <a:pt x="213335" y="262008"/>
                  </a:lnTo>
                  <a:lnTo>
                    <a:pt x="242611" y="242252"/>
                  </a:lnTo>
                  <a:lnTo>
                    <a:pt x="243765" y="240537"/>
                  </a:lnTo>
                  <a:lnTo>
                    <a:pt x="169837" y="240537"/>
                  </a:lnTo>
                  <a:lnTo>
                    <a:pt x="168668" y="238886"/>
                  </a:lnTo>
                  <a:lnTo>
                    <a:pt x="168668" y="226186"/>
                  </a:lnTo>
                  <a:lnTo>
                    <a:pt x="159003" y="224154"/>
                  </a:lnTo>
                  <a:lnTo>
                    <a:pt x="153974" y="223011"/>
                  </a:lnTo>
                  <a:lnTo>
                    <a:pt x="148945" y="220725"/>
                  </a:lnTo>
                  <a:lnTo>
                    <a:pt x="145072" y="218694"/>
                  </a:lnTo>
                  <a:lnTo>
                    <a:pt x="144691" y="217931"/>
                  </a:lnTo>
                  <a:lnTo>
                    <a:pt x="146621" y="210946"/>
                  </a:lnTo>
                  <a:lnTo>
                    <a:pt x="147777" y="207898"/>
                  </a:lnTo>
                  <a:lnTo>
                    <a:pt x="148458" y="205104"/>
                  </a:lnTo>
                  <a:lnTo>
                    <a:pt x="148551" y="204723"/>
                  </a:lnTo>
                  <a:lnTo>
                    <a:pt x="149720" y="201294"/>
                  </a:lnTo>
                  <a:lnTo>
                    <a:pt x="150875" y="200913"/>
                  </a:lnTo>
                  <a:lnTo>
                    <a:pt x="189463" y="200913"/>
                  </a:lnTo>
                  <a:lnTo>
                    <a:pt x="190334" y="195071"/>
                  </a:lnTo>
                  <a:lnTo>
                    <a:pt x="184531" y="190372"/>
                  </a:lnTo>
                  <a:lnTo>
                    <a:pt x="182600" y="188848"/>
                  </a:lnTo>
                  <a:lnTo>
                    <a:pt x="180276" y="187705"/>
                  </a:lnTo>
                  <a:lnTo>
                    <a:pt x="177952" y="186435"/>
                  </a:lnTo>
                  <a:lnTo>
                    <a:pt x="172148" y="183769"/>
                  </a:lnTo>
                  <a:lnTo>
                    <a:pt x="165582" y="181863"/>
                  </a:lnTo>
                  <a:lnTo>
                    <a:pt x="160159" y="178307"/>
                  </a:lnTo>
                  <a:lnTo>
                    <a:pt x="145846" y="154304"/>
                  </a:lnTo>
                  <a:lnTo>
                    <a:pt x="147361" y="146811"/>
                  </a:lnTo>
                  <a:lnTo>
                    <a:pt x="147438" y="146430"/>
                  </a:lnTo>
                  <a:lnTo>
                    <a:pt x="147563" y="145813"/>
                  </a:lnTo>
                  <a:lnTo>
                    <a:pt x="151455" y="138953"/>
                  </a:lnTo>
                  <a:lnTo>
                    <a:pt x="157378" y="133641"/>
                  </a:lnTo>
                  <a:lnTo>
                    <a:pt x="165188" y="129793"/>
                  </a:lnTo>
                  <a:lnTo>
                    <a:pt x="169837" y="128269"/>
                  </a:lnTo>
                  <a:lnTo>
                    <a:pt x="169837" y="114172"/>
                  </a:lnTo>
                  <a:lnTo>
                    <a:pt x="170218" y="113410"/>
                  </a:lnTo>
                  <a:lnTo>
                    <a:pt x="244021" y="113410"/>
                  </a:lnTo>
                  <a:lnTo>
                    <a:pt x="242611" y="111315"/>
                  </a:lnTo>
                  <a:lnTo>
                    <a:pt x="213335" y="91559"/>
                  </a:lnTo>
                  <a:lnTo>
                    <a:pt x="177571" y="84327"/>
                  </a:lnTo>
                  <a:close/>
                </a:path>
                <a:path w="353694" h="353695">
                  <a:moveTo>
                    <a:pt x="185305" y="144906"/>
                  </a:moveTo>
                  <a:lnTo>
                    <a:pt x="178346" y="145287"/>
                  </a:lnTo>
                  <a:lnTo>
                    <a:pt x="176796" y="145669"/>
                  </a:lnTo>
                  <a:lnTo>
                    <a:pt x="174866" y="145669"/>
                  </a:lnTo>
                  <a:lnTo>
                    <a:pt x="173316" y="146430"/>
                  </a:lnTo>
                  <a:lnTo>
                    <a:pt x="167119" y="149225"/>
                  </a:lnTo>
                  <a:lnTo>
                    <a:pt x="166344" y="155828"/>
                  </a:lnTo>
                  <a:lnTo>
                    <a:pt x="174091" y="161670"/>
                  </a:lnTo>
                  <a:lnTo>
                    <a:pt x="176796" y="163194"/>
                  </a:lnTo>
                  <a:lnTo>
                    <a:pt x="179895" y="164337"/>
                  </a:lnTo>
                  <a:lnTo>
                    <a:pt x="185305" y="166623"/>
                  </a:lnTo>
                  <a:lnTo>
                    <a:pt x="190334" y="168655"/>
                  </a:lnTo>
                  <a:lnTo>
                    <a:pt x="195364" y="171322"/>
                  </a:lnTo>
                  <a:lnTo>
                    <a:pt x="205024" y="179843"/>
                  </a:lnTo>
                  <a:lnTo>
                    <a:pt x="209768" y="190372"/>
                  </a:lnTo>
                  <a:lnTo>
                    <a:pt x="209751" y="202819"/>
                  </a:lnTo>
                  <a:lnTo>
                    <a:pt x="204266" y="213740"/>
                  </a:lnTo>
                  <a:lnTo>
                    <a:pt x="200012" y="218312"/>
                  </a:lnTo>
                  <a:lnTo>
                    <a:pt x="194983" y="221869"/>
                  </a:lnTo>
                  <a:lnTo>
                    <a:pt x="188785" y="223392"/>
                  </a:lnTo>
                  <a:lnTo>
                    <a:pt x="186080" y="224154"/>
                  </a:lnTo>
                  <a:lnTo>
                    <a:pt x="184924" y="225678"/>
                  </a:lnTo>
                  <a:lnTo>
                    <a:pt x="184924" y="238886"/>
                  </a:lnTo>
                  <a:lnTo>
                    <a:pt x="183756" y="240537"/>
                  </a:lnTo>
                  <a:lnTo>
                    <a:pt x="243765" y="240537"/>
                  </a:lnTo>
                  <a:lnTo>
                    <a:pt x="262385" y="212875"/>
                  </a:lnTo>
                  <a:lnTo>
                    <a:pt x="269646" y="176783"/>
                  </a:lnTo>
                  <a:lnTo>
                    <a:pt x="264408" y="150748"/>
                  </a:lnTo>
                  <a:lnTo>
                    <a:pt x="200787" y="150748"/>
                  </a:lnTo>
                  <a:lnTo>
                    <a:pt x="197688" y="149225"/>
                  </a:lnTo>
                  <a:lnTo>
                    <a:pt x="191490" y="146050"/>
                  </a:lnTo>
                  <a:lnTo>
                    <a:pt x="185305" y="144906"/>
                  </a:lnTo>
                  <a:close/>
                </a:path>
                <a:path w="353694" h="353695">
                  <a:moveTo>
                    <a:pt x="189463" y="200913"/>
                  </a:moveTo>
                  <a:lnTo>
                    <a:pt x="150875" y="200913"/>
                  </a:lnTo>
                  <a:lnTo>
                    <a:pt x="159384" y="205104"/>
                  </a:lnTo>
                  <a:lnTo>
                    <a:pt x="165188" y="206755"/>
                  </a:lnTo>
                  <a:lnTo>
                    <a:pt x="171373" y="207517"/>
                  </a:lnTo>
                  <a:lnTo>
                    <a:pt x="175247" y="207898"/>
                  </a:lnTo>
                  <a:lnTo>
                    <a:pt x="179120" y="207517"/>
                  </a:lnTo>
                  <a:lnTo>
                    <a:pt x="182600" y="205866"/>
                  </a:lnTo>
                  <a:lnTo>
                    <a:pt x="189179" y="202819"/>
                  </a:lnTo>
                  <a:lnTo>
                    <a:pt x="189406" y="201294"/>
                  </a:lnTo>
                  <a:lnTo>
                    <a:pt x="189463" y="200913"/>
                  </a:lnTo>
                  <a:close/>
                </a:path>
                <a:path w="353694" h="353695">
                  <a:moveTo>
                    <a:pt x="199618" y="0"/>
                  </a:moveTo>
                  <a:lnTo>
                    <a:pt x="199618" y="48513"/>
                  </a:lnTo>
                  <a:lnTo>
                    <a:pt x="237500" y="61406"/>
                  </a:lnTo>
                  <a:lnTo>
                    <a:pt x="269108" y="84693"/>
                  </a:lnTo>
                  <a:lnTo>
                    <a:pt x="292374" y="116433"/>
                  </a:lnTo>
                  <a:lnTo>
                    <a:pt x="305231" y="154685"/>
                  </a:lnTo>
                  <a:lnTo>
                    <a:pt x="353593" y="154685"/>
                  </a:lnTo>
                  <a:lnTo>
                    <a:pt x="341442" y="108508"/>
                  </a:lnTo>
                  <a:lnTo>
                    <a:pt x="318223" y="68214"/>
                  </a:lnTo>
                  <a:lnTo>
                    <a:pt x="285682" y="35539"/>
                  </a:lnTo>
                  <a:lnTo>
                    <a:pt x="245565" y="12222"/>
                  </a:lnTo>
                  <a:lnTo>
                    <a:pt x="199618" y="0"/>
                  </a:lnTo>
                  <a:close/>
                </a:path>
                <a:path w="353694" h="353695">
                  <a:moveTo>
                    <a:pt x="244021" y="113410"/>
                  </a:moveTo>
                  <a:lnTo>
                    <a:pt x="185305" y="113410"/>
                  </a:lnTo>
                  <a:lnTo>
                    <a:pt x="185699" y="122046"/>
                  </a:lnTo>
                  <a:lnTo>
                    <a:pt x="185699" y="127888"/>
                  </a:lnTo>
                  <a:lnTo>
                    <a:pt x="191109" y="128650"/>
                  </a:lnTo>
                  <a:lnTo>
                    <a:pt x="195364" y="129031"/>
                  </a:lnTo>
                  <a:lnTo>
                    <a:pt x="199618" y="130175"/>
                  </a:lnTo>
                  <a:lnTo>
                    <a:pt x="203492" y="132079"/>
                  </a:lnTo>
                  <a:lnTo>
                    <a:pt x="205830" y="132873"/>
                  </a:lnTo>
                  <a:lnTo>
                    <a:pt x="206578" y="134492"/>
                  </a:lnTo>
                  <a:lnTo>
                    <a:pt x="205816" y="136778"/>
                  </a:lnTo>
                  <a:lnTo>
                    <a:pt x="204647" y="139826"/>
                  </a:lnTo>
                  <a:lnTo>
                    <a:pt x="203873" y="143382"/>
                  </a:lnTo>
                  <a:lnTo>
                    <a:pt x="202717" y="146811"/>
                  </a:lnTo>
                  <a:lnTo>
                    <a:pt x="201942" y="150367"/>
                  </a:lnTo>
                  <a:lnTo>
                    <a:pt x="200787" y="150748"/>
                  </a:lnTo>
                  <a:lnTo>
                    <a:pt x="264408" y="150748"/>
                  </a:lnTo>
                  <a:lnTo>
                    <a:pt x="262385" y="140692"/>
                  </a:lnTo>
                  <a:lnTo>
                    <a:pt x="244021" y="11341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252" y="2276855"/>
            <a:ext cx="3084576" cy="42123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35" dirty="0"/>
              <a:t> </a:t>
            </a:r>
            <a:r>
              <a:rPr spc="-10" dirty="0"/>
              <a:t>Steps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290" y="1068704"/>
            <a:ext cx="8561070" cy="407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75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entury Gothic"/>
                <a:cs typeface="Century Gothic"/>
              </a:rPr>
              <a:t>It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is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requested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read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contract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get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understanding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of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details</a:t>
            </a:r>
            <a:r>
              <a:rPr sz="1200" b="1" spc="-4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involved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in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working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with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spc="-25" dirty="0">
                <a:latin typeface="Century Gothic"/>
                <a:cs typeface="Century Gothic"/>
              </a:rPr>
              <a:t>us. </a:t>
            </a:r>
            <a:r>
              <a:rPr sz="1200" b="1" spc="-10" dirty="0">
                <a:latin typeface="Century Gothic"/>
                <a:cs typeface="Century Gothic"/>
              </a:rPr>
              <a:t>Everything </a:t>
            </a:r>
            <a:r>
              <a:rPr sz="1200" b="1" dirty="0">
                <a:latin typeface="Century Gothic"/>
                <a:cs typeface="Century Gothic"/>
              </a:rPr>
              <a:t>should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fair,</a:t>
            </a:r>
            <a:r>
              <a:rPr sz="1200" b="1" spc="-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transparent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and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easily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understandable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at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beginning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in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order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3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lay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solid </a:t>
            </a:r>
            <a:r>
              <a:rPr sz="1200" b="1" dirty="0">
                <a:latin typeface="Century Gothic"/>
                <a:cs typeface="Century Gothic"/>
              </a:rPr>
              <a:t>foundation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for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better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work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relationship</a:t>
            </a:r>
            <a:endParaRPr sz="1200" dirty="0">
              <a:latin typeface="Century Gothic"/>
              <a:cs typeface="Century Gothic"/>
            </a:endParaRPr>
          </a:p>
          <a:p>
            <a:pPr marL="20955">
              <a:lnSpc>
                <a:spcPct val="100000"/>
              </a:lnSpc>
              <a:spcBef>
                <a:spcPts val="1460"/>
              </a:spcBef>
            </a:pPr>
            <a:r>
              <a:rPr sz="1200" b="1" dirty="0">
                <a:latin typeface="Century Gothic"/>
                <a:cs typeface="Century Gothic"/>
              </a:rPr>
              <a:t>We</a:t>
            </a:r>
            <a:r>
              <a:rPr sz="1200" b="1" spc="-4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firmly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believe</a:t>
            </a:r>
            <a:r>
              <a:rPr sz="1200" b="1" spc="-4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in</a:t>
            </a:r>
            <a:r>
              <a:rPr sz="1200" b="1" spc="-1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clarifying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things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and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sorting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out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1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issues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in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order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find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the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most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suitable</a:t>
            </a:r>
            <a:r>
              <a:rPr sz="1200" b="1" spc="-3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way</a:t>
            </a:r>
            <a:r>
              <a:rPr sz="1200" b="1" spc="-20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to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dirty="0">
                <a:latin typeface="Century Gothic"/>
                <a:cs typeface="Century Gothic"/>
              </a:rPr>
              <a:t>work</a:t>
            </a:r>
            <a:r>
              <a:rPr sz="1200" b="1" spc="-25" dirty="0">
                <a:latin typeface="Century Gothic"/>
                <a:cs typeface="Century Gothic"/>
              </a:rPr>
              <a:t> </a:t>
            </a:r>
            <a:r>
              <a:rPr sz="1200" b="1" spc="-10" dirty="0">
                <a:latin typeface="Century Gothic"/>
                <a:cs typeface="Century Gothic"/>
              </a:rPr>
              <a:t>together</a:t>
            </a:r>
            <a:endParaRPr sz="12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 dirty="0">
              <a:latin typeface="Century Gothic"/>
              <a:cs typeface="Century Gothic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Discuss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desired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changes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Accept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proposal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Sign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finalize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proposal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Submit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an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initial</a:t>
            </a:r>
            <a:r>
              <a:rPr sz="11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payment</a:t>
            </a:r>
            <a:r>
              <a:rPr sz="1100" spc="27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50%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total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fee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project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Once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get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1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notification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1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proposal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acceptance,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we</a:t>
            </a:r>
            <a:r>
              <a:rPr sz="11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will</a:t>
            </a:r>
            <a:r>
              <a:rPr sz="11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send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endParaRPr sz="1100" dirty="0">
              <a:latin typeface="Arial"/>
              <a:cs typeface="Arial"/>
            </a:endParaRPr>
          </a:p>
          <a:p>
            <a:pPr marL="198120">
              <a:lnSpc>
                <a:spcPct val="100000"/>
              </a:lnSpc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separate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copy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sz="11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sz="11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signed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contract</a:t>
            </a:r>
            <a:r>
              <a:rPr sz="11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for</a:t>
            </a:r>
            <a:r>
              <a:rPr sz="11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record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Feel</a:t>
            </a:r>
            <a:r>
              <a:rPr sz="11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free</a:t>
            </a:r>
            <a:r>
              <a:rPr sz="1100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contact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2C2C2C"/>
              </a:buClr>
              <a:buFont typeface="Arial"/>
              <a:buChar char="•"/>
            </a:pPr>
            <a:endParaRPr sz="1100" dirty="0">
              <a:latin typeface="Arial"/>
              <a:cs typeface="Arial"/>
            </a:endParaRPr>
          </a:p>
          <a:p>
            <a:pPr marL="198120" indent="-182880">
              <a:lnSpc>
                <a:spcPct val="100000"/>
              </a:lnSpc>
              <a:buChar char="•"/>
              <a:tabLst>
                <a:tab pos="198120" algn="l"/>
              </a:tabLst>
            </a:pP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C2C2C"/>
                </a:solidFill>
                <a:latin typeface="Arial"/>
                <a:cs typeface="Arial"/>
              </a:rPr>
              <a:t>Text</a:t>
            </a:r>
            <a:r>
              <a:rPr sz="11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6468" y="5416482"/>
            <a:ext cx="2225675" cy="411480"/>
            <a:chOff x="696468" y="5416482"/>
            <a:chExt cx="2225675" cy="411480"/>
          </a:xfrm>
        </p:grpSpPr>
        <p:sp>
          <p:nvSpPr>
            <p:cNvPr id="6" name="object 6"/>
            <p:cNvSpPr/>
            <p:nvPr/>
          </p:nvSpPr>
          <p:spPr>
            <a:xfrm>
              <a:off x="696468" y="5824728"/>
              <a:ext cx="2225675" cy="0"/>
            </a:xfrm>
            <a:custGeom>
              <a:avLst/>
              <a:gdLst/>
              <a:ahLst/>
              <a:cxnLst/>
              <a:rect l="l" t="t" r="r" b="b"/>
              <a:pathLst>
                <a:path w="2225675">
                  <a:moveTo>
                    <a:pt x="0" y="0"/>
                  </a:moveTo>
                  <a:lnTo>
                    <a:pt x="2225167" y="0"/>
                  </a:lnTo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818388" y="5416482"/>
              <a:ext cx="477520" cy="391795"/>
            </a:xfrm>
            <a:custGeom>
              <a:avLst/>
              <a:gdLst/>
              <a:ahLst/>
              <a:cxnLst/>
              <a:rect l="l" t="t" r="r" b="b"/>
              <a:pathLst>
                <a:path w="477519" h="391795">
                  <a:moveTo>
                    <a:pt x="232409" y="248631"/>
                  </a:moveTo>
                  <a:lnTo>
                    <a:pt x="222034" y="353267"/>
                  </a:lnTo>
                  <a:lnTo>
                    <a:pt x="307619" y="292053"/>
                  </a:lnTo>
                  <a:lnTo>
                    <a:pt x="232409" y="248631"/>
                  </a:lnTo>
                  <a:close/>
                </a:path>
                <a:path w="477519" h="391795">
                  <a:moveTo>
                    <a:pt x="342595" y="58360"/>
                  </a:moveTo>
                  <a:lnTo>
                    <a:pt x="244805" y="227219"/>
                  </a:lnTo>
                  <a:lnTo>
                    <a:pt x="320065" y="270552"/>
                  </a:lnTo>
                  <a:lnTo>
                    <a:pt x="417855" y="101667"/>
                  </a:lnTo>
                  <a:lnTo>
                    <a:pt x="342595" y="58360"/>
                  </a:lnTo>
                  <a:close/>
                </a:path>
                <a:path w="477519" h="391795">
                  <a:moveTo>
                    <a:pt x="391682" y="0"/>
                  </a:moveTo>
                  <a:lnTo>
                    <a:pt x="383382" y="575"/>
                  </a:lnTo>
                  <a:lnTo>
                    <a:pt x="375905" y="4198"/>
                  </a:lnTo>
                  <a:lnTo>
                    <a:pt x="370166" y="10608"/>
                  </a:lnTo>
                  <a:lnTo>
                    <a:pt x="354990" y="36897"/>
                  </a:lnTo>
                  <a:lnTo>
                    <a:pt x="440410" y="86046"/>
                  </a:lnTo>
                  <a:lnTo>
                    <a:pt x="395579" y="163516"/>
                  </a:lnTo>
                  <a:lnTo>
                    <a:pt x="418769" y="176889"/>
                  </a:lnTo>
                  <a:lnTo>
                    <a:pt x="477012" y="76267"/>
                  </a:lnTo>
                  <a:lnTo>
                    <a:pt x="443649" y="57090"/>
                  </a:lnTo>
                  <a:lnTo>
                    <a:pt x="447243" y="49851"/>
                  </a:lnTo>
                  <a:lnTo>
                    <a:pt x="399884" y="2734"/>
                  </a:lnTo>
                  <a:lnTo>
                    <a:pt x="391682" y="0"/>
                  </a:lnTo>
                  <a:close/>
                </a:path>
                <a:path w="477519" h="391795">
                  <a:moveTo>
                    <a:pt x="103124" y="249050"/>
                  </a:moveTo>
                  <a:lnTo>
                    <a:pt x="80608" y="282980"/>
                  </a:lnTo>
                  <a:lnTo>
                    <a:pt x="56045" y="314671"/>
                  </a:lnTo>
                  <a:lnTo>
                    <a:pt x="29265" y="343937"/>
                  </a:lnTo>
                  <a:lnTo>
                    <a:pt x="0" y="370716"/>
                  </a:lnTo>
                  <a:lnTo>
                    <a:pt x="17208" y="391227"/>
                  </a:lnTo>
                  <a:lnTo>
                    <a:pt x="33352" y="377118"/>
                  </a:lnTo>
                  <a:lnTo>
                    <a:pt x="48798" y="362287"/>
                  </a:lnTo>
                  <a:lnTo>
                    <a:pt x="63555" y="346775"/>
                  </a:lnTo>
                  <a:lnTo>
                    <a:pt x="77635" y="330623"/>
                  </a:lnTo>
                  <a:lnTo>
                    <a:pt x="104959" y="330623"/>
                  </a:lnTo>
                  <a:lnTo>
                    <a:pt x="107388" y="317115"/>
                  </a:lnTo>
                  <a:lnTo>
                    <a:pt x="112615" y="298225"/>
                  </a:lnTo>
                  <a:lnTo>
                    <a:pt x="119221" y="279734"/>
                  </a:lnTo>
                  <a:lnTo>
                    <a:pt x="126860" y="261458"/>
                  </a:lnTo>
                  <a:lnTo>
                    <a:pt x="103124" y="249050"/>
                  </a:lnTo>
                  <a:close/>
                </a:path>
                <a:path w="477519" h="391795">
                  <a:moveTo>
                    <a:pt x="208742" y="347717"/>
                  </a:moveTo>
                  <a:lnTo>
                    <a:pt x="130479" y="347717"/>
                  </a:lnTo>
                  <a:lnTo>
                    <a:pt x="130584" y="356289"/>
                  </a:lnTo>
                  <a:lnTo>
                    <a:pt x="130977" y="361841"/>
                  </a:lnTo>
                  <a:lnTo>
                    <a:pt x="131020" y="362287"/>
                  </a:lnTo>
                  <a:lnTo>
                    <a:pt x="132041" y="368342"/>
                  </a:lnTo>
                  <a:lnTo>
                    <a:pt x="152641" y="377346"/>
                  </a:lnTo>
                  <a:lnTo>
                    <a:pt x="160900" y="371680"/>
                  </a:lnTo>
                  <a:lnTo>
                    <a:pt x="168754" y="365841"/>
                  </a:lnTo>
                  <a:lnTo>
                    <a:pt x="176079" y="359824"/>
                  </a:lnTo>
                  <a:lnTo>
                    <a:pt x="182753" y="353622"/>
                  </a:lnTo>
                  <a:lnTo>
                    <a:pt x="210208" y="353622"/>
                  </a:lnTo>
                  <a:lnTo>
                    <a:pt x="209003" y="349342"/>
                  </a:lnTo>
                  <a:lnTo>
                    <a:pt x="208807" y="348122"/>
                  </a:lnTo>
                  <a:lnTo>
                    <a:pt x="208742" y="347717"/>
                  </a:lnTo>
                  <a:close/>
                </a:path>
                <a:path w="477519" h="391795">
                  <a:moveTo>
                    <a:pt x="104959" y="330623"/>
                  </a:moveTo>
                  <a:lnTo>
                    <a:pt x="77635" y="330623"/>
                  </a:lnTo>
                  <a:lnTo>
                    <a:pt x="76608" y="339283"/>
                  </a:lnTo>
                  <a:lnTo>
                    <a:pt x="76024" y="346775"/>
                  </a:lnTo>
                  <a:lnTo>
                    <a:pt x="75950" y="347717"/>
                  </a:lnTo>
                  <a:lnTo>
                    <a:pt x="75712" y="353622"/>
                  </a:lnTo>
                  <a:lnTo>
                    <a:pt x="75603" y="366449"/>
                  </a:lnTo>
                  <a:lnTo>
                    <a:pt x="96951" y="376927"/>
                  </a:lnTo>
                  <a:lnTo>
                    <a:pt x="107010" y="369218"/>
                  </a:lnTo>
                  <a:lnTo>
                    <a:pt x="115844" y="361841"/>
                  </a:lnTo>
                  <a:lnTo>
                    <a:pt x="123614" y="354704"/>
                  </a:lnTo>
                  <a:lnTo>
                    <a:pt x="130479" y="347717"/>
                  </a:lnTo>
                  <a:lnTo>
                    <a:pt x="208742" y="347717"/>
                  </a:lnTo>
                  <a:lnTo>
                    <a:pt x="207575" y="340465"/>
                  </a:lnTo>
                  <a:lnTo>
                    <a:pt x="157416" y="340465"/>
                  </a:lnTo>
                  <a:lnTo>
                    <a:pt x="157712" y="336592"/>
                  </a:lnTo>
                  <a:lnTo>
                    <a:pt x="103886" y="336592"/>
                  </a:lnTo>
                  <a:lnTo>
                    <a:pt x="104959" y="330623"/>
                  </a:lnTo>
                  <a:close/>
                </a:path>
                <a:path w="477519" h="391795">
                  <a:moveTo>
                    <a:pt x="210208" y="353622"/>
                  </a:moveTo>
                  <a:lnTo>
                    <a:pt x="182753" y="353622"/>
                  </a:lnTo>
                  <a:lnTo>
                    <a:pt x="184010" y="359566"/>
                  </a:lnTo>
                  <a:lnTo>
                    <a:pt x="185547" y="365052"/>
                  </a:lnTo>
                  <a:lnTo>
                    <a:pt x="187096" y="370412"/>
                  </a:lnTo>
                  <a:lnTo>
                    <a:pt x="212902" y="363084"/>
                  </a:lnTo>
                  <a:lnTo>
                    <a:pt x="210208" y="353622"/>
                  </a:lnTo>
                  <a:close/>
                </a:path>
                <a:path w="477519" h="391795">
                  <a:moveTo>
                    <a:pt x="183337" y="312703"/>
                  </a:moveTo>
                  <a:lnTo>
                    <a:pt x="177527" y="320205"/>
                  </a:lnTo>
                  <a:lnTo>
                    <a:pt x="171219" y="327355"/>
                  </a:lnTo>
                  <a:lnTo>
                    <a:pt x="164490" y="334120"/>
                  </a:lnTo>
                  <a:lnTo>
                    <a:pt x="157416" y="340465"/>
                  </a:lnTo>
                  <a:lnTo>
                    <a:pt x="207575" y="340465"/>
                  </a:lnTo>
                  <a:lnTo>
                    <a:pt x="206952" y="336592"/>
                  </a:lnTo>
                  <a:lnTo>
                    <a:pt x="206895" y="336236"/>
                  </a:lnTo>
                  <a:lnTo>
                    <a:pt x="206580" y="330623"/>
                  </a:lnTo>
                  <a:lnTo>
                    <a:pt x="206523" y="329602"/>
                  </a:lnTo>
                  <a:lnTo>
                    <a:pt x="206790" y="327355"/>
                  </a:lnTo>
                  <a:lnTo>
                    <a:pt x="207467" y="322228"/>
                  </a:lnTo>
                  <a:lnTo>
                    <a:pt x="183337" y="312703"/>
                  </a:lnTo>
                  <a:close/>
                </a:path>
                <a:path w="477519" h="391795">
                  <a:moveTo>
                    <a:pt x="140589" y="286312"/>
                  </a:moveTo>
                  <a:lnTo>
                    <a:pt x="132469" y="300060"/>
                  </a:lnTo>
                  <a:lnTo>
                    <a:pt x="124240" y="312703"/>
                  </a:lnTo>
                  <a:lnTo>
                    <a:pt x="124128" y="312876"/>
                  </a:lnTo>
                  <a:lnTo>
                    <a:pt x="114841" y="324980"/>
                  </a:lnTo>
                  <a:lnTo>
                    <a:pt x="103886" y="336592"/>
                  </a:lnTo>
                  <a:lnTo>
                    <a:pt x="157712" y="336592"/>
                  </a:lnTo>
                  <a:lnTo>
                    <a:pt x="164973" y="296993"/>
                  </a:lnTo>
                  <a:lnTo>
                    <a:pt x="140589" y="2863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1771" y="5875731"/>
            <a:ext cx="17659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{user_assigned},</a:t>
            </a:r>
            <a:r>
              <a:rPr sz="1100" spc="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{user_title}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9707" y="5370067"/>
            <a:ext cx="955675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Signature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Proposal</a:t>
            </a:r>
            <a:r>
              <a:rPr sz="1200" spc="-5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lead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4276" y="5416482"/>
            <a:ext cx="477520" cy="391795"/>
          </a:xfrm>
          <a:custGeom>
            <a:avLst/>
            <a:gdLst/>
            <a:ahLst/>
            <a:cxnLst/>
            <a:rect l="l" t="t" r="r" b="b"/>
            <a:pathLst>
              <a:path w="477520" h="391795">
                <a:moveTo>
                  <a:pt x="232410" y="248631"/>
                </a:moveTo>
                <a:lnTo>
                  <a:pt x="221996" y="353267"/>
                </a:lnTo>
                <a:lnTo>
                  <a:pt x="307594" y="292053"/>
                </a:lnTo>
                <a:lnTo>
                  <a:pt x="232410" y="248631"/>
                </a:lnTo>
                <a:close/>
              </a:path>
              <a:path w="477520" h="391795">
                <a:moveTo>
                  <a:pt x="342646" y="58360"/>
                </a:moveTo>
                <a:lnTo>
                  <a:pt x="244856" y="227219"/>
                </a:lnTo>
                <a:lnTo>
                  <a:pt x="320039" y="270552"/>
                </a:lnTo>
                <a:lnTo>
                  <a:pt x="417829" y="101667"/>
                </a:lnTo>
                <a:lnTo>
                  <a:pt x="342646" y="58360"/>
                </a:lnTo>
                <a:close/>
              </a:path>
              <a:path w="477520" h="391795">
                <a:moveTo>
                  <a:pt x="391689" y="0"/>
                </a:moveTo>
                <a:lnTo>
                  <a:pt x="383397" y="575"/>
                </a:lnTo>
                <a:lnTo>
                  <a:pt x="375937" y="4198"/>
                </a:lnTo>
                <a:lnTo>
                  <a:pt x="370204" y="10608"/>
                </a:lnTo>
                <a:lnTo>
                  <a:pt x="354964" y="36897"/>
                </a:lnTo>
                <a:lnTo>
                  <a:pt x="440436" y="86046"/>
                </a:lnTo>
                <a:lnTo>
                  <a:pt x="395604" y="163516"/>
                </a:lnTo>
                <a:lnTo>
                  <a:pt x="418719" y="176889"/>
                </a:lnTo>
                <a:lnTo>
                  <a:pt x="477012" y="76267"/>
                </a:lnTo>
                <a:lnTo>
                  <a:pt x="443611" y="57090"/>
                </a:lnTo>
                <a:lnTo>
                  <a:pt x="447294" y="49851"/>
                </a:lnTo>
                <a:lnTo>
                  <a:pt x="399923" y="2734"/>
                </a:lnTo>
                <a:lnTo>
                  <a:pt x="391689" y="0"/>
                </a:lnTo>
                <a:close/>
              </a:path>
              <a:path w="477520" h="391795">
                <a:moveTo>
                  <a:pt x="103124" y="249050"/>
                </a:moveTo>
                <a:lnTo>
                  <a:pt x="80613" y="282980"/>
                </a:lnTo>
                <a:lnTo>
                  <a:pt x="56007" y="314671"/>
                </a:lnTo>
                <a:lnTo>
                  <a:pt x="29241" y="343937"/>
                </a:lnTo>
                <a:lnTo>
                  <a:pt x="0" y="370716"/>
                </a:lnTo>
                <a:lnTo>
                  <a:pt x="17272" y="391227"/>
                </a:lnTo>
                <a:lnTo>
                  <a:pt x="33395" y="377118"/>
                </a:lnTo>
                <a:lnTo>
                  <a:pt x="48815" y="362287"/>
                </a:lnTo>
                <a:lnTo>
                  <a:pt x="63545" y="346775"/>
                </a:lnTo>
                <a:lnTo>
                  <a:pt x="77597" y="330623"/>
                </a:lnTo>
                <a:lnTo>
                  <a:pt x="104953" y="330623"/>
                </a:lnTo>
                <a:lnTo>
                  <a:pt x="107370" y="317115"/>
                </a:lnTo>
                <a:lnTo>
                  <a:pt x="112617" y="298225"/>
                </a:lnTo>
                <a:lnTo>
                  <a:pt x="119245" y="279734"/>
                </a:lnTo>
                <a:lnTo>
                  <a:pt x="126873" y="261458"/>
                </a:lnTo>
                <a:lnTo>
                  <a:pt x="103124" y="249050"/>
                </a:lnTo>
                <a:close/>
              </a:path>
              <a:path w="477520" h="391795">
                <a:moveTo>
                  <a:pt x="208761" y="347717"/>
                </a:moveTo>
                <a:lnTo>
                  <a:pt x="130428" y="347717"/>
                </a:lnTo>
                <a:lnTo>
                  <a:pt x="130529" y="353622"/>
                </a:lnTo>
                <a:lnTo>
                  <a:pt x="152653" y="377346"/>
                </a:lnTo>
                <a:lnTo>
                  <a:pt x="160893" y="371680"/>
                </a:lnTo>
                <a:lnTo>
                  <a:pt x="168751" y="365841"/>
                </a:lnTo>
                <a:lnTo>
                  <a:pt x="176085" y="359824"/>
                </a:lnTo>
                <a:lnTo>
                  <a:pt x="182752" y="353622"/>
                </a:lnTo>
                <a:lnTo>
                  <a:pt x="210215" y="353622"/>
                </a:lnTo>
                <a:lnTo>
                  <a:pt x="209041" y="349342"/>
                </a:lnTo>
                <a:lnTo>
                  <a:pt x="208831" y="348122"/>
                </a:lnTo>
                <a:lnTo>
                  <a:pt x="208761" y="347717"/>
                </a:lnTo>
                <a:close/>
              </a:path>
              <a:path w="477520" h="391795">
                <a:moveTo>
                  <a:pt x="104953" y="330623"/>
                </a:moveTo>
                <a:lnTo>
                  <a:pt x="77597" y="330623"/>
                </a:lnTo>
                <a:lnTo>
                  <a:pt x="76600" y="339283"/>
                </a:lnTo>
                <a:lnTo>
                  <a:pt x="76018" y="346775"/>
                </a:lnTo>
                <a:lnTo>
                  <a:pt x="75945" y="347717"/>
                </a:lnTo>
                <a:lnTo>
                  <a:pt x="75699" y="353622"/>
                </a:lnTo>
                <a:lnTo>
                  <a:pt x="75657" y="354704"/>
                </a:lnTo>
                <a:lnTo>
                  <a:pt x="75564" y="366449"/>
                </a:lnTo>
                <a:lnTo>
                  <a:pt x="96900" y="376927"/>
                </a:lnTo>
                <a:lnTo>
                  <a:pt x="106997" y="369218"/>
                </a:lnTo>
                <a:lnTo>
                  <a:pt x="115855" y="361841"/>
                </a:lnTo>
                <a:lnTo>
                  <a:pt x="123618" y="354704"/>
                </a:lnTo>
                <a:lnTo>
                  <a:pt x="130428" y="347717"/>
                </a:lnTo>
                <a:lnTo>
                  <a:pt x="208761" y="347717"/>
                </a:lnTo>
                <a:lnTo>
                  <a:pt x="207899" y="342726"/>
                </a:lnTo>
                <a:lnTo>
                  <a:pt x="207545" y="340465"/>
                </a:lnTo>
                <a:lnTo>
                  <a:pt x="157352" y="340465"/>
                </a:lnTo>
                <a:lnTo>
                  <a:pt x="157665" y="336592"/>
                </a:lnTo>
                <a:lnTo>
                  <a:pt x="103886" y="336592"/>
                </a:lnTo>
                <a:lnTo>
                  <a:pt x="104953" y="330623"/>
                </a:lnTo>
                <a:close/>
              </a:path>
              <a:path w="477520" h="391795">
                <a:moveTo>
                  <a:pt x="210215" y="353622"/>
                </a:moveTo>
                <a:lnTo>
                  <a:pt x="182752" y="353622"/>
                </a:lnTo>
                <a:lnTo>
                  <a:pt x="184023" y="359566"/>
                </a:lnTo>
                <a:lnTo>
                  <a:pt x="185547" y="365052"/>
                </a:lnTo>
                <a:lnTo>
                  <a:pt x="187071" y="370412"/>
                </a:lnTo>
                <a:lnTo>
                  <a:pt x="212851" y="363084"/>
                </a:lnTo>
                <a:lnTo>
                  <a:pt x="210215" y="353622"/>
                </a:lnTo>
                <a:close/>
              </a:path>
              <a:path w="477520" h="391795">
                <a:moveTo>
                  <a:pt x="183387" y="312703"/>
                </a:moveTo>
                <a:lnTo>
                  <a:pt x="177569" y="320205"/>
                </a:lnTo>
                <a:lnTo>
                  <a:pt x="171227" y="327355"/>
                </a:lnTo>
                <a:lnTo>
                  <a:pt x="164457" y="334120"/>
                </a:lnTo>
                <a:lnTo>
                  <a:pt x="157352" y="340465"/>
                </a:lnTo>
                <a:lnTo>
                  <a:pt x="207545" y="340465"/>
                </a:lnTo>
                <a:lnTo>
                  <a:pt x="206938" y="336592"/>
                </a:lnTo>
                <a:lnTo>
                  <a:pt x="206883" y="336236"/>
                </a:lnTo>
                <a:lnTo>
                  <a:pt x="206568" y="330623"/>
                </a:lnTo>
                <a:lnTo>
                  <a:pt x="206511" y="329602"/>
                </a:lnTo>
                <a:lnTo>
                  <a:pt x="206795" y="327355"/>
                </a:lnTo>
                <a:lnTo>
                  <a:pt x="207518" y="322228"/>
                </a:lnTo>
                <a:lnTo>
                  <a:pt x="183387" y="312703"/>
                </a:lnTo>
                <a:close/>
              </a:path>
              <a:path w="477520" h="391795">
                <a:moveTo>
                  <a:pt x="140588" y="286312"/>
                </a:moveTo>
                <a:lnTo>
                  <a:pt x="114817" y="324980"/>
                </a:lnTo>
                <a:lnTo>
                  <a:pt x="103886" y="336592"/>
                </a:lnTo>
                <a:lnTo>
                  <a:pt x="157665" y="336592"/>
                </a:lnTo>
                <a:lnTo>
                  <a:pt x="164973" y="296993"/>
                </a:lnTo>
                <a:lnTo>
                  <a:pt x="140588" y="286312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166230" y="5370067"/>
            <a:ext cx="1076325" cy="42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Signature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Default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Contact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72355" y="5824728"/>
            <a:ext cx="2225675" cy="0"/>
          </a:xfrm>
          <a:custGeom>
            <a:avLst/>
            <a:gdLst/>
            <a:ahLst/>
            <a:cxnLst/>
            <a:rect l="l" t="t" r="r" b="b"/>
            <a:pathLst>
              <a:path w="2225675">
                <a:moveTo>
                  <a:pt x="0" y="0"/>
                </a:moveTo>
                <a:lnTo>
                  <a:pt x="2225167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4359021" y="5875731"/>
            <a:ext cx="21850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{client_contact_first},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{client_contact_last}</a:t>
            </a:r>
            <a:r>
              <a:rPr sz="1100" spc="10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Arial"/>
                <a:cs typeface="Arial"/>
              </a:rPr>
              <a:t>{Client_name}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665207" y="0"/>
            <a:ext cx="741045" cy="2169160"/>
          </a:xfrm>
          <a:custGeom>
            <a:avLst/>
            <a:gdLst/>
            <a:ahLst/>
            <a:cxnLst/>
            <a:rect l="l" t="t" r="r" b="b"/>
            <a:pathLst>
              <a:path w="741045" h="2169160">
                <a:moveTo>
                  <a:pt x="740664" y="0"/>
                </a:moveTo>
                <a:lnTo>
                  <a:pt x="0" y="0"/>
                </a:lnTo>
                <a:lnTo>
                  <a:pt x="0" y="2168652"/>
                </a:lnTo>
                <a:lnTo>
                  <a:pt x="740664" y="2168652"/>
                </a:lnTo>
                <a:lnTo>
                  <a:pt x="740664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9665207" y="6597395"/>
            <a:ext cx="741045" cy="260985"/>
          </a:xfrm>
          <a:custGeom>
            <a:avLst/>
            <a:gdLst/>
            <a:ahLst/>
            <a:cxnLst/>
            <a:rect l="l" t="t" r="r" b="b"/>
            <a:pathLst>
              <a:path w="741045" h="260984">
                <a:moveTo>
                  <a:pt x="740664" y="0"/>
                </a:moveTo>
                <a:lnTo>
                  <a:pt x="0" y="0"/>
                </a:lnTo>
                <a:lnTo>
                  <a:pt x="0" y="260603"/>
                </a:lnTo>
                <a:lnTo>
                  <a:pt x="740664" y="260603"/>
                </a:lnTo>
                <a:lnTo>
                  <a:pt x="740664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6" name="object 16"/>
          <p:cNvGrpSpPr/>
          <p:nvPr/>
        </p:nvGrpSpPr>
        <p:grpSpPr>
          <a:xfrm>
            <a:off x="9331452" y="3678935"/>
            <a:ext cx="1403985" cy="1403985"/>
            <a:chOff x="9331452" y="3678935"/>
            <a:chExt cx="1403985" cy="140398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1452" y="3678935"/>
              <a:ext cx="1403603" cy="14036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09684" y="3757675"/>
              <a:ext cx="1251585" cy="1251585"/>
            </a:xfrm>
            <a:custGeom>
              <a:avLst/>
              <a:gdLst/>
              <a:ahLst/>
              <a:cxnLst/>
              <a:rect l="l" t="t" r="r" b="b"/>
              <a:pathLst>
                <a:path w="1251584" h="1251585">
                  <a:moveTo>
                    <a:pt x="625729" y="0"/>
                  </a:moveTo>
                  <a:lnTo>
                    <a:pt x="576830" y="1882"/>
                  </a:lnTo>
                  <a:lnTo>
                    <a:pt x="528960" y="7437"/>
                  </a:lnTo>
                  <a:lnTo>
                    <a:pt x="482259" y="16526"/>
                  </a:lnTo>
                  <a:lnTo>
                    <a:pt x="436865" y="29009"/>
                  </a:lnTo>
                  <a:lnTo>
                    <a:pt x="392917" y="44747"/>
                  </a:lnTo>
                  <a:lnTo>
                    <a:pt x="350555" y="63602"/>
                  </a:lnTo>
                  <a:lnTo>
                    <a:pt x="309917" y="85433"/>
                  </a:lnTo>
                  <a:lnTo>
                    <a:pt x="271143" y="110102"/>
                  </a:lnTo>
                  <a:lnTo>
                    <a:pt x="234373" y="137469"/>
                  </a:lnTo>
                  <a:lnTo>
                    <a:pt x="199744" y="167396"/>
                  </a:lnTo>
                  <a:lnTo>
                    <a:pt x="167396" y="199744"/>
                  </a:lnTo>
                  <a:lnTo>
                    <a:pt x="137469" y="234373"/>
                  </a:lnTo>
                  <a:lnTo>
                    <a:pt x="110102" y="271143"/>
                  </a:lnTo>
                  <a:lnTo>
                    <a:pt x="85433" y="309917"/>
                  </a:lnTo>
                  <a:lnTo>
                    <a:pt x="63602" y="350555"/>
                  </a:lnTo>
                  <a:lnTo>
                    <a:pt x="44747" y="392917"/>
                  </a:lnTo>
                  <a:lnTo>
                    <a:pt x="29009" y="436865"/>
                  </a:lnTo>
                  <a:lnTo>
                    <a:pt x="16526" y="482259"/>
                  </a:lnTo>
                  <a:lnTo>
                    <a:pt x="7437" y="528960"/>
                  </a:lnTo>
                  <a:lnTo>
                    <a:pt x="1882" y="576830"/>
                  </a:lnTo>
                  <a:lnTo>
                    <a:pt x="0" y="625729"/>
                  </a:lnTo>
                  <a:lnTo>
                    <a:pt x="1882" y="674626"/>
                  </a:lnTo>
                  <a:lnTo>
                    <a:pt x="7437" y="722493"/>
                  </a:lnTo>
                  <a:lnTo>
                    <a:pt x="16526" y="769191"/>
                  </a:lnTo>
                  <a:lnTo>
                    <a:pt x="29009" y="814580"/>
                  </a:lnTo>
                  <a:lnTo>
                    <a:pt x="44747" y="858522"/>
                  </a:lnTo>
                  <a:lnTo>
                    <a:pt x="63602" y="900877"/>
                  </a:lnTo>
                  <a:lnTo>
                    <a:pt x="85433" y="941507"/>
                  </a:lnTo>
                  <a:lnTo>
                    <a:pt x="110102" y="980272"/>
                  </a:lnTo>
                  <a:lnTo>
                    <a:pt x="137469" y="1017034"/>
                  </a:lnTo>
                  <a:lnTo>
                    <a:pt x="167396" y="1051654"/>
                  </a:lnTo>
                  <a:lnTo>
                    <a:pt x="199744" y="1083992"/>
                  </a:lnTo>
                  <a:lnTo>
                    <a:pt x="234373" y="1113911"/>
                  </a:lnTo>
                  <a:lnTo>
                    <a:pt x="271143" y="1141269"/>
                  </a:lnTo>
                  <a:lnTo>
                    <a:pt x="309917" y="1165930"/>
                  </a:lnTo>
                  <a:lnTo>
                    <a:pt x="350555" y="1187753"/>
                  </a:lnTo>
                  <a:lnTo>
                    <a:pt x="392917" y="1206601"/>
                  </a:lnTo>
                  <a:lnTo>
                    <a:pt x="436865" y="1222333"/>
                  </a:lnTo>
                  <a:lnTo>
                    <a:pt x="482259" y="1234811"/>
                  </a:lnTo>
                  <a:lnTo>
                    <a:pt x="528960" y="1243896"/>
                  </a:lnTo>
                  <a:lnTo>
                    <a:pt x="576830" y="1249449"/>
                  </a:lnTo>
                  <a:lnTo>
                    <a:pt x="625729" y="1251331"/>
                  </a:lnTo>
                  <a:lnTo>
                    <a:pt x="674627" y="1249449"/>
                  </a:lnTo>
                  <a:lnTo>
                    <a:pt x="722497" y="1243896"/>
                  </a:lnTo>
                  <a:lnTo>
                    <a:pt x="769198" y="1234811"/>
                  </a:lnTo>
                  <a:lnTo>
                    <a:pt x="814592" y="1222333"/>
                  </a:lnTo>
                  <a:lnTo>
                    <a:pt x="858540" y="1206601"/>
                  </a:lnTo>
                  <a:lnTo>
                    <a:pt x="900902" y="1187753"/>
                  </a:lnTo>
                  <a:lnTo>
                    <a:pt x="941540" y="1165930"/>
                  </a:lnTo>
                  <a:lnTo>
                    <a:pt x="980314" y="1141269"/>
                  </a:lnTo>
                  <a:lnTo>
                    <a:pt x="1017084" y="1113911"/>
                  </a:lnTo>
                  <a:lnTo>
                    <a:pt x="1051713" y="1083992"/>
                  </a:lnTo>
                  <a:lnTo>
                    <a:pt x="1084061" y="1051654"/>
                  </a:lnTo>
                  <a:lnTo>
                    <a:pt x="1113988" y="1017034"/>
                  </a:lnTo>
                  <a:lnTo>
                    <a:pt x="1141355" y="980272"/>
                  </a:lnTo>
                  <a:lnTo>
                    <a:pt x="1166024" y="941507"/>
                  </a:lnTo>
                  <a:lnTo>
                    <a:pt x="1187855" y="900877"/>
                  </a:lnTo>
                  <a:lnTo>
                    <a:pt x="1206710" y="858522"/>
                  </a:lnTo>
                  <a:lnTo>
                    <a:pt x="1222448" y="814580"/>
                  </a:lnTo>
                  <a:lnTo>
                    <a:pt x="1234931" y="769191"/>
                  </a:lnTo>
                  <a:lnTo>
                    <a:pt x="1244020" y="722493"/>
                  </a:lnTo>
                  <a:lnTo>
                    <a:pt x="1249575" y="674626"/>
                  </a:lnTo>
                  <a:lnTo>
                    <a:pt x="1251458" y="625729"/>
                  </a:lnTo>
                  <a:lnTo>
                    <a:pt x="1249575" y="576830"/>
                  </a:lnTo>
                  <a:lnTo>
                    <a:pt x="1244020" y="528960"/>
                  </a:lnTo>
                  <a:lnTo>
                    <a:pt x="1234931" y="482259"/>
                  </a:lnTo>
                  <a:lnTo>
                    <a:pt x="1222448" y="436865"/>
                  </a:lnTo>
                  <a:lnTo>
                    <a:pt x="1206710" y="392917"/>
                  </a:lnTo>
                  <a:lnTo>
                    <a:pt x="1187855" y="350555"/>
                  </a:lnTo>
                  <a:lnTo>
                    <a:pt x="1166024" y="309917"/>
                  </a:lnTo>
                  <a:lnTo>
                    <a:pt x="1141355" y="271143"/>
                  </a:lnTo>
                  <a:lnTo>
                    <a:pt x="1113988" y="234373"/>
                  </a:lnTo>
                  <a:lnTo>
                    <a:pt x="1084061" y="199744"/>
                  </a:lnTo>
                  <a:lnTo>
                    <a:pt x="1051713" y="167396"/>
                  </a:lnTo>
                  <a:lnTo>
                    <a:pt x="1017084" y="137469"/>
                  </a:lnTo>
                  <a:lnTo>
                    <a:pt x="980314" y="110102"/>
                  </a:lnTo>
                  <a:lnTo>
                    <a:pt x="941540" y="85433"/>
                  </a:lnTo>
                  <a:lnTo>
                    <a:pt x="900902" y="63602"/>
                  </a:lnTo>
                  <a:lnTo>
                    <a:pt x="858540" y="44747"/>
                  </a:lnTo>
                  <a:lnTo>
                    <a:pt x="814592" y="29009"/>
                  </a:lnTo>
                  <a:lnTo>
                    <a:pt x="769198" y="16526"/>
                  </a:lnTo>
                  <a:lnTo>
                    <a:pt x="722497" y="7437"/>
                  </a:lnTo>
                  <a:lnTo>
                    <a:pt x="674627" y="1882"/>
                  </a:lnTo>
                  <a:lnTo>
                    <a:pt x="625729" y="0"/>
                  </a:lnTo>
                  <a:close/>
                </a:path>
              </a:pathLst>
            </a:custGeom>
            <a:solidFill>
              <a:srgbClr val="C41C1C">
                <a:alpha val="56077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9564624" y="4107179"/>
              <a:ext cx="943610" cy="551815"/>
            </a:xfrm>
            <a:custGeom>
              <a:avLst/>
              <a:gdLst/>
              <a:ahLst/>
              <a:cxnLst/>
              <a:rect l="l" t="t" r="r" b="b"/>
              <a:pathLst>
                <a:path w="943609" h="551814">
                  <a:moveTo>
                    <a:pt x="350900" y="120142"/>
                  </a:moveTo>
                  <a:lnTo>
                    <a:pt x="266192" y="120396"/>
                  </a:lnTo>
                  <a:lnTo>
                    <a:pt x="203453" y="355727"/>
                  </a:lnTo>
                  <a:lnTo>
                    <a:pt x="238625" y="389821"/>
                  </a:lnTo>
                  <a:lnTo>
                    <a:pt x="278617" y="426167"/>
                  </a:lnTo>
                  <a:lnTo>
                    <a:pt x="321159" y="462192"/>
                  </a:lnTo>
                  <a:lnTo>
                    <a:pt x="363982" y="495327"/>
                  </a:lnTo>
                  <a:lnTo>
                    <a:pt x="404813" y="523002"/>
                  </a:lnTo>
                  <a:lnTo>
                    <a:pt x="441384" y="542645"/>
                  </a:lnTo>
                  <a:lnTo>
                    <a:pt x="471424" y="551688"/>
                  </a:lnTo>
                  <a:lnTo>
                    <a:pt x="482092" y="551688"/>
                  </a:lnTo>
                  <a:lnTo>
                    <a:pt x="419353" y="489077"/>
                  </a:lnTo>
                  <a:lnTo>
                    <a:pt x="414639" y="481976"/>
                  </a:lnTo>
                  <a:lnTo>
                    <a:pt x="413067" y="473900"/>
                  </a:lnTo>
                  <a:lnTo>
                    <a:pt x="414639" y="465824"/>
                  </a:lnTo>
                  <a:lnTo>
                    <a:pt x="419353" y="458724"/>
                  </a:lnTo>
                  <a:lnTo>
                    <a:pt x="426454" y="454009"/>
                  </a:lnTo>
                  <a:lnTo>
                    <a:pt x="434530" y="452437"/>
                  </a:lnTo>
                  <a:lnTo>
                    <a:pt x="501332" y="452437"/>
                  </a:lnTo>
                  <a:lnTo>
                    <a:pt x="478154" y="429260"/>
                  </a:lnTo>
                  <a:lnTo>
                    <a:pt x="473440" y="422159"/>
                  </a:lnTo>
                  <a:lnTo>
                    <a:pt x="471868" y="414083"/>
                  </a:lnTo>
                  <a:lnTo>
                    <a:pt x="473440" y="406007"/>
                  </a:lnTo>
                  <a:lnTo>
                    <a:pt x="478154" y="398907"/>
                  </a:lnTo>
                  <a:lnTo>
                    <a:pt x="485255" y="394192"/>
                  </a:lnTo>
                  <a:lnTo>
                    <a:pt x="493331" y="392620"/>
                  </a:lnTo>
                  <a:lnTo>
                    <a:pt x="559140" y="392620"/>
                  </a:lnTo>
                  <a:lnTo>
                    <a:pt x="537336" y="370840"/>
                  </a:lnTo>
                  <a:lnTo>
                    <a:pt x="532622" y="363739"/>
                  </a:lnTo>
                  <a:lnTo>
                    <a:pt x="531062" y="355727"/>
                  </a:lnTo>
                  <a:lnTo>
                    <a:pt x="532622" y="347587"/>
                  </a:lnTo>
                  <a:lnTo>
                    <a:pt x="537336" y="340487"/>
                  </a:lnTo>
                  <a:lnTo>
                    <a:pt x="544437" y="335772"/>
                  </a:lnTo>
                  <a:lnTo>
                    <a:pt x="552513" y="334200"/>
                  </a:lnTo>
                  <a:lnTo>
                    <a:pt x="622429" y="334200"/>
                  </a:lnTo>
                  <a:lnTo>
                    <a:pt x="611663" y="324834"/>
                  </a:lnTo>
                  <a:lnTo>
                    <a:pt x="556372" y="280146"/>
                  </a:lnTo>
                  <a:lnTo>
                    <a:pt x="374650" y="280146"/>
                  </a:lnTo>
                  <a:lnTo>
                    <a:pt x="338633" y="279683"/>
                  </a:lnTo>
                  <a:lnTo>
                    <a:pt x="305307" y="262636"/>
                  </a:lnTo>
                  <a:lnTo>
                    <a:pt x="294036" y="238585"/>
                  </a:lnTo>
                  <a:lnTo>
                    <a:pt x="295910" y="203771"/>
                  </a:lnTo>
                  <a:lnTo>
                    <a:pt x="313880" y="162766"/>
                  </a:lnTo>
                  <a:lnTo>
                    <a:pt x="350900" y="120142"/>
                  </a:lnTo>
                  <a:close/>
                </a:path>
                <a:path w="943609" h="551814">
                  <a:moveTo>
                    <a:pt x="501332" y="452437"/>
                  </a:moveTo>
                  <a:lnTo>
                    <a:pt x="434530" y="452437"/>
                  </a:lnTo>
                  <a:lnTo>
                    <a:pt x="442606" y="454009"/>
                  </a:lnTo>
                  <a:lnTo>
                    <a:pt x="449706" y="458724"/>
                  </a:lnTo>
                  <a:lnTo>
                    <a:pt x="534670" y="543560"/>
                  </a:lnTo>
                  <a:lnTo>
                    <a:pt x="549953" y="549618"/>
                  </a:lnTo>
                  <a:lnTo>
                    <a:pt x="565689" y="545449"/>
                  </a:lnTo>
                  <a:lnTo>
                    <a:pt x="576996" y="536969"/>
                  </a:lnTo>
                  <a:lnTo>
                    <a:pt x="578993" y="530098"/>
                  </a:lnTo>
                  <a:lnTo>
                    <a:pt x="501332" y="452437"/>
                  </a:lnTo>
                  <a:close/>
                </a:path>
                <a:path w="943609" h="551814">
                  <a:moveTo>
                    <a:pt x="559140" y="392620"/>
                  </a:moveTo>
                  <a:lnTo>
                    <a:pt x="493331" y="392620"/>
                  </a:lnTo>
                  <a:lnTo>
                    <a:pt x="501407" y="394192"/>
                  </a:lnTo>
                  <a:lnTo>
                    <a:pt x="508507" y="398907"/>
                  </a:lnTo>
                  <a:lnTo>
                    <a:pt x="621156" y="511556"/>
                  </a:lnTo>
                  <a:lnTo>
                    <a:pt x="634976" y="517501"/>
                  </a:lnTo>
                  <a:lnTo>
                    <a:pt x="647604" y="510825"/>
                  </a:lnTo>
                  <a:lnTo>
                    <a:pt x="656089" y="499340"/>
                  </a:lnTo>
                  <a:lnTo>
                    <a:pt x="657478" y="490855"/>
                  </a:lnTo>
                  <a:lnTo>
                    <a:pt x="559140" y="392620"/>
                  </a:lnTo>
                  <a:close/>
                </a:path>
                <a:path w="943609" h="551814">
                  <a:moveTo>
                    <a:pt x="622429" y="334200"/>
                  </a:moveTo>
                  <a:lnTo>
                    <a:pt x="552513" y="334200"/>
                  </a:lnTo>
                  <a:lnTo>
                    <a:pt x="560589" y="335772"/>
                  </a:lnTo>
                  <a:lnTo>
                    <a:pt x="567690" y="340487"/>
                  </a:lnTo>
                  <a:lnTo>
                    <a:pt x="692784" y="465455"/>
                  </a:lnTo>
                  <a:lnTo>
                    <a:pt x="700125" y="467290"/>
                  </a:lnTo>
                  <a:lnTo>
                    <a:pt x="708453" y="460994"/>
                  </a:lnTo>
                  <a:lnTo>
                    <a:pt x="714376" y="450292"/>
                  </a:lnTo>
                  <a:lnTo>
                    <a:pt x="714501" y="438912"/>
                  </a:lnTo>
                  <a:lnTo>
                    <a:pt x="695791" y="404954"/>
                  </a:lnTo>
                  <a:lnTo>
                    <a:pt x="658843" y="365882"/>
                  </a:lnTo>
                  <a:lnTo>
                    <a:pt x="622429" y="334200"/>
                  </a:lnTo>
                  <a:close/>
                </a:path>
                <a:path w="943609" h="551814">
                  <a:moveTo>
                    <a:pt x="920369" y="40894"/>
                  </a:moveTo>
                  <a:lnTo>
                    <a:pt x="878467" y="41511"/>
                  </a:lnTo>
                  <a:lnTo>
                    <a:pt x="827007" y="47513"/>
                  </a:lnTo>
                  <a:lnTo>
                    <a:pt x="827268" y="47513"/>
                  </a:lnTo>
                  <a:lnTo>
                    <a:pt x="775564" y="56475"/>
                  </a:lnTo>
                  <a:lnTo>
                    <a:pt x="728926" y="66529"/>
                  </a:lnTo>
                  <a:lnTo>
                    <a:pt x="695071" y="75438"/>
                  </a:lnTo>
                  <a:lnTo>
                    <a:pt x="672836" y="85655"/>
                  </a:lnTo>
                  <a:lnTo>
                    <a:pt x="665019" y="96599"/>
                  </a:lnTo>
                  <a:lnTo>
                    <a:pt x="665942" y="107281"/>
                  </a:lnTo>
                  <a:lnTo>
                    <a:pt x="669925" y="116713"/>
                  </a:lnTo>
                  <a:lnTo>
                    <a:pt x="693285" y="173372"/>
                  </a:lnTo>
                  <a:lnTo>
                    <a:pt x="715372" y="230476"/>
                  </a:lnTo>
                  <a:lnTo>
                    <a:pt x="735822" y="285400"/>
                  </a:lnTo>
                  <a:lnTo>
                    <a:pt x="754271" y="335519"/>
                  </a:lnTo>
                  <a:lnTo>
                    <a:pt x="770357" y="378209"/>
                  </a:lnTo>
                  <a:lnTo>
                    <a:pt x="783717" y="410845"/>
                  </a:lnTo>
                  <a:lnTo>
                    <a:pt x="795073" y="437721"/>
                  </a:lnTo>
                  <a:lnTo>
                    <a:pt x="798560" y="444595"/>
                  </a:lnTo>
                  <a:lnTo>
                    <a:pt x="801737" y="441420"/>
                  </a:lnTo>
                  <a:lnTo>
                    <a:pt x="812165" y="438150"/>
                  </a:lnTo>
                  <a:lnTo>
                    <a:pt x="920369" y="438150"/>
                  </a:lnTo>
                  <a:lnTo>
                    <a:pt x="929318" y="436346"/>
                  </a:lnTo>
                  <a:lnTo>
                    <a:pt x="936625" y="431434"/>
                  </a:lnTo>
                  <a:lnTo>
                    <a:pt x="941550" y="424166"/>
                  </a:lnTo>
                  <a:lnTo>
                    <a:pt x="943355" y="415290"/>
                  </a:lnTo>
                  <a:lnTo>
                    <a:pt x="943235" y="334200"/>
                  </a:lnTo>
                  <a:lnTo>
                    <a:pt x="943110" y="249370"/>
                  </a:lnTo>
                  <a:lnTo>
                    <a:pt x="942997" y="173372"/>
                  </a:lnTo>
                  <a:lnTo>
                    <a:pt x="942871" y="88392"/>
                  </a:lnTo>
                  <a:lnTo>
                    <a:pt x="942848" y="72644"/>
                  </a:lnTo>
                  <a:lnTo>
                    <a:pt x="943300" y="62682"/>
                  </a:lnTo>
                  <a:lnTo>
                    <a:pt x="942181" y="52863"/>
                  </a:lnTo>
                  <a:lnTo>
                    <a:pt x="935775" y="44997"/>
                  </a:lnTo>
                  <a:lnTo>
                    <a:pt x="920369" y="40894"/>
                  </a:lnTo>
                  <a:close/>
                </a:path>
                <a:path w="943609" h="551814">
                  <a:moveTo>
                    <a:pt x="22986" y="0"/>
                  </a:moveTo>
                  <a:lnTo>
                    <a:pt x="14037" y="1537"/>
                  </a:lnTo>
                  <a:lnTo>
                    <a:pt x="6730" y="6492"/>
                  </a:lnTo>
                  <a:lnTo>
                    <a:pt x="1805" y="13948"/>
                  </a:lnTo>
                  <a:lnTo>
                    <a:pt x="0" y="22987"/>
                  </a:lnTo>
                  <a:lnTo>
                    <a:pt x="0" y="374396"/>
                  </a:lnTo>
                  <a:lnTo>
                    <a:pt x="22986" y="397383"/>
                  </a:lnTo>
                  <a:lnTo>
                    <a:pt x="131191" y="397383"/>
                  </a:lnTo>
                  <a:lnTo>
                    <a:pt x="175439" y="326787"/>
                  </a:lnTo>
                  <a:lnTo>
                    <a:pt x="190457" y="276272"/>
                  </a:lnTo>
                  <a:lnTo>
                    <a:pt x="204311" y="225742"/>
                  </a:lnTo>
                  <a:lnTo>
                    <a:pt x="216619" y="174027"/>
                  </a:lnTo>
                  <a:lnTo>
                    <a:pt x="226917" y="120396"/>
                  </a:lnTo>
                  <a:lnTo>
                    <a:pt x="235031" y="62682"/>
                  </a:lnTo>
                  <a:lnTo>
                    <a:pt x="235076" y="62357"/>
                  </a:lnTo>
                  <a:lnTo>
                    <a:pt x="234455" y="54429"/>
                  </a:lnTo>
                  <a:lnTo>
                    <a:pt x="166665" y="19645"/>
                  </a:lnTo>
                  <a:lnTo>
                    <a:pt x="119967" y="9334"/>
                  </a:lnTo>
                  <a:lnTo>
                    <a:pt x="72435" y="3405"/>
                  </a:lnTo>
                  <a:lnTo>
                    <a:pt x="22986" y="0"/>
                  </a:lnTo>
                  <a:close/>
                </a:path>
                <a:path w="943609" h="551814">
                  <a:moveTo>
                    <a:pt x="660167" y="179369"/>
                  </a:moveTo>
                  <a:lnTo>
                    <a:pt x="488410" y="179369"/>
                  </a:lnTo>
                  <a:lnTo>
                    <a:pt x="507619" y="186690"/>
                  </a:lnTo>
                  <a:lnTo>
                    <a:pt x="537030" y="211963"/>
                  </a:lnTo>
                  <a:lnTo>
                    <a:pt x="616489" y="278526"/>
                  </a:lnTo>
                  <a:lnTo>
                    <a:pt x="659680" y="315251"/>
                  </a:lnTo>
                  <a:lnTo>
                    <a:pt x="700606" y="351228"/>
                  </a:lnTo>
                  <a:lnTo>
                    <a:pt x="735837" y="384175"/>
                  </a:lnTo>
                  <a:lnTo>
                    <a:pt x="660167" y="179369"/>
                  </a:lnTo>
                  <a:close/>
                </a:path>
                <a:path w="943609" h="551814">
                  <a:moveTo>
                    <a:pt x="488823" y="221234"/>
                  </a:moveTo>
                  <a:lnTo>
                    <a:pt x="478686" y="224266"/>
                  </a:lnTo>
                  <a:lnTo>
                    <a:pt x="468122" y="227965"/>
                  </a:lnTo>
                  <a:lnTo>
                    <a:pt x="457176" y="231949"/>
                  </a:lnTo>
                  <a:lnTo>
                    <a:pt x="445897" y="235839"/>
                  </a:lnTo>
                  <a:lnTo>
                    <a:pt x="411142" y="265154"/>
                  </a:lnTo>
                  <a:lnTo>
                    <a:pt x="374650" y="280146"/>
                  </a:lnTo>
                  <a:lnTo>
                    <a:pt x="556372" y="280146"/>
                  </a:lnTo>
                  <a:lnTo>
                    <a:pt x="518645" y="249370"/>
                  </a:lnTo>
                  <a:lnTo>
                    <a:pt x="488823" y="221234"/>
                  </a:lnTo>
                  <a:close/>
                </a:path>
                <a:path w="943609" h="551814">
                  <a:moveTo>
                    <a:pt x="481734" y="82288"/>
                  </a:moveTo>
                  <a:lnTo>
                    <a:pt x="443319" y="93059"/>
                  </a:lnTo>
                  <a:lnTo>
                    <a:pt x="412763" y="115837"/>
                  </a:lnTo>
                  <a:lnTo>
                    <a:pt x="378126" y="147653"/>
                  </a:lnTo>
                  <a:lnTo>
                    <a:pt x="346418" y="188731"/>
                  </a:lnTo>
                  <a:lnTo>
                    <a:pt x="333628" y="233299"/>
                  </a:lnTo>
                  <a:lnTo>
                    <a:pt x="340094" y="239188"/>
                  </a:lnTo>
                  <a:lnTo>
                    <a:pt x="353536" y="241458"/>
                  </a:lnTo>
                  <a:lnTo>
                    <a:pt x="369883" y="240442"/>
                  </a:lnTo>
                  <a:lnTo>
                    <a:pt x="385064" y="236474"/>
                  </a:lnTo>
                  <a:lnTo>
                    <a:pt x="399381" y="226268"/>
                  </a:lnTo>
                  <a:lnTo>
                    <a:pt x="409209" y="213502"/>
                  </a:lnTo>
                  <a:lnTo>
                    <a:pt x="418586" y="202951"/>
                  </a:lnTo>
                  <a:lnTo>
                    <a:pt x="431546" y="199390"/>
                  </a:lnTo>
                  <a:lnTo>
                    <a:pt x="450897" y="195208"/>
                  </a:lnTo>
                  <a:lnTo>
                    <a:pt x="469677" y="185372"/>
                  </a:lnTo>
                  <a:lnTo>
                    <a:pt x="488410" y="179369"/>
                  </a:lnTo>
                  <a:lnTo>
                    <a:pt x="660167" y="179369"/>
                  </a:lnTo>
                  <a:lnTo>
                    <a:pt x="646683" y="142875"/>
                  </a:lnTo>
                  <a:lnTo>
                    <a:pt x="643449" y="138326"/>
                  </a:lnTo>
                  <a:lnTo>
                    <a:pt x="638143" y="134683"/>
                  </a:lnTo>
                  <a:lnTo>
                    <a:pt x="631074" y="131516"/>
                  </a:lnTo>
                  <a:lnTo>
                    <a:pt x="599106" y="119739"/>
                  </a:lnTo>
                  <a:lnTo>
                    <a:pt x="539257" y="96946"/>
                  </a:lnTo>
                  <a:lnTo>
                    <a:pt x="512952" y="87503"/>
                  </a:lnTo>
                  <a:lnTo>
                    <a:pt x="502308" y="84558"/>
                  </a:lnTo>
                  <a:lnTo>
                    <a:pt x="491902" y="82804"/>
                  </a:lnTo>
                  <a:lnTo>
                    <a:pt x="481734" y="8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5098" y="1275664"/>
            <a:ext cx="539623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/>
              <a:t>Contact</a:t>
            </a:r>
            <a:r>
              <a:rPr sz="8000" spc="5" dirty="0"/>
              <a:t> </a:t>
            </a:r>
            <a:r>
              <a:rPr sz="8000" spc="-25" dirty="0"/>
              <a:t>Us</a:t>
            </a:r>
            <a:endParaRPr sz="8000" dirty="0"/>
          </a:p>
        </p:txBody>
      </p:sp>
      <p:sp>
        <p:nvSpPr>
          <p:cNvPr id="3" name="object 3"/>
          <p:cNvSpPr/>
          <p:nvPr/>
        </p:nvSpPr>
        <p:spPr>
          <a:xfrm>
            <a:off x="0" y="4945379"/>
            <a:ext cx="7767955" cy="739140"/>
          </a:xfrm>
          <a:custGeom>
            <a:avLst/>
            <a:gdLst/>
            <a:ahLst/>
            <a:cxnLst/>
            <a:rect l="l" t="t" r="r" b="b"/>
            <a:pathLst>
              <a:path w="7767955" h="739139">
                <a:moveTo>
                  <a:pt x="7767828" y="0"/>
                </a:moveTo>
                <a:lnTo>
                  <a:pt x="0" y="0"/>
                </a:lnTo>
                <a:lnTo>
                  <a:pt x="0" y="739140"/>
                </a:lnTo>
                <a:lnTo>
                  <a:pt x="7767828" y="739140"/>
                </a:lnTo>
                <a:lnTo>
                  <a:pt x="7767828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1684507" y="4945379"/>
            <a:ext cx="508000" cy="739140"/>
          </a:xfrm>
          <a:custGeom>
            <a:avLst/>
            <a:gdLst/>
            <a:ahLst/>
            <a:cxnLst/>
            <a:rect l="l" t="t" r="r" b="b"/>
            <a:pathLst>
              <a:path w="508000" h="739139">
                <a:moveTo>
                  <a:pt x="507492" y="0"/>
                </a:moveTo>
                <a:lnTo>
                  <a:pt x="0" y="0"/>
                </a:lnTo>
                <a:lnTo>
                  <a:pt x="0" y="739140"/>
                </a:lnTo>
                <a:lnTo>
                  <a:pt x="507492" y="739140"/>
                </a:lnTo>
                <a:lnTo>
                  <a:pt x="507492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364236" y="0"/>
            <a:ext cx="508000" cy="2277110"/>
          </a:xfrm>
          <a:custGeom>
            <a:avLst/>
            <a:gdLst/>
            <a:ahLst/>
            <a:cxnLst/>
            <a:rect l="l" t="t" r="r" b="b"/>
            <a:pathLst>
              <a:path w="508000" h="2277110">
                <a:moveTo>
                  <a:pt x="507492" y="0"/>
                </a:moveTo>
                <a:lnTo>
                  <a:pt x="0" y="0"/>
                </a:lnTo>
                <a:lnTo>
                  <a:pt x="0" y="2276855"/>
                </a:lnTo>
                <a:lnTo>
                  <a:pt x="507492" y="2276855"/>
                </a:lnTo>
                <a:lnTo>
                  <a:pt x="507492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261609" y="4996158"/>
            <a:ext cx="2370455" cy="5822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600" b="1" dirty="0">
                <a:latin typeface="Century Gothic"/>
                <a:cs typeface="Century Gothic"/>
              </a:rPr>
              <a:t>Email</a:t>
            </a:r>
            <a:r>
              <a:rPr sz="1600" b="1" spc="-35" dirty="0">
                <a:latin typeface="Century Gothic"/>
                <a:cs typeface="Century Gothic"/>
              </a:rPr>
              <a:t> </a:t>
            </a:r>
            <a:r>
              <a:rPr sz="1600" b="1" spc="-10" dirty="0">
                <a:latin typeface="Century Gothic"/>
                <a:cs typeface="Century Gothic"/>
              </a:rPr>
              <a:t>Address</a:t>
            </a:r>
            <a:endParaRPr sz="1600" dirty="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00" spc="-10" dirty="0">
                <a:solidFill>
                  <a:srgbClr val="2C2C2C"/>
                </a:solidFill>
                <a:latin typeface="Arial"/>
                <a:cs typeface="Arial"/>
                <a:hlinkClick r:id="rId2"/>
              </a:rPr>
              <a:t>emailaddress123@gmail.com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48477" y="3375278"/>
            <a:ext cx="1192530" cy="1209675"/>
            <a:chOff x="5848477" y="3375278"/>
            <a:chExt cx="1192530" cy="1209675"/>
          </a:xfrm>
        </p:grpSpPr>
        <p:sp>
          <p:nvSpPr>
            <p:cNvPr id="8" name="object 8"/>
            <p:cNvSpPr/>
            <p:nvPr/>
          </p:nvSpPr>
          <p:spPr>
            <a:xfrm>
              <a:off x="5848477" y="3375278"/>
              <a:ext cx="1192530" cy="1209675"/>
            </a:xfrm>
            <a:custGeom>
              <a:avLst/>
              <a:gdLst/>
              <a:ahLst/>
              <a:cxnLst/>
              <a:rect l="l" t="t" r="r" b="b"/>
              <a:pathLst>
                <a:path w="1192529" h="1209675">
                  <a:moveTo>
                    <a:pt x="1192530" y="612902"/>
                  </a:moveTo>
                  <a:lnTo>
                    <a:pt x="1190625" y="566000"/>
                  </a:lnTo>
                  <a:lnTo>
                    <a:pt x="1190548" y="564007"/>
                  </a:lnTo>
                  <a:lnTo>
                    <a:pt x="1184719" y="516191"/>
                  </a:lnTo>
                  <a:lnTo>
                    <a:pt x="1175194" y="469620"/>
                  </a:lnTo>
                  <a:lnTo>
                    <a:pt x="1168146" y="445262"/>
                  </a:lnTo>
                  <a:lnTo>
                    <a:pt x="1168146" y="612902"/>
                  </a:lnTo>
                  <a:lnTo>
                    <a:pt x="1166241" y="659815"/>
                  </a:lnTo>
                  <a:lnTo>
                    <a:pt x="1160653" y="705675"/>
                  </a:lnTo>
                  <a:lnTo>
                    <a:pt x="1151521" y="750341"/>
                  </a:lnTo>
                  <a:lnTo>
                    <a:pt x="1138986" y="793673"/>
                  </a:lnTo>
                  <a:lnTo>
                    <a:pt x="1123200" y="835507"/>
                  </a:lnTo>
                  <a:lnTo>
                    <a:pt x="1104303" y="875728"/>
                  </a:lnTo>
                  <a:lnTo>
                    <a:pt x="1082459" y="914158"/>
                  </a:lnTo>
                  <a:lnTo>
                    <a:pt x="1057808" y="950658"/>
                  </a:lnTo>
                  <a:lnTo>
                    <a:pt x="1030478" y="985088"/>
                  </a:lnTo>
                  <a:lnTo>
                    <a:pt x="1000645" y="1017295"/>
                  </a:lnTo>
                  <a:lnTo>
                    <a:pt x="968438" y="1047127"/>
                  </a:lnTo>
                  <a:lnTo>
                    <a:pt x="934008" y="1074445"/>
                  </a:lnTo>
                  <a:lnTo>
                    <a:pt x="897509" y="1099108"/>
                  </a:lnTo>
                  <a:lnTo>
                    <a:pt x="859078" y="1120952"/>
                  </a:lnTo>
                  <a:lnTo>
                    <a:pt x="818857" y="1139850"/>
                  </a:lnTo>
                  <a:lnTo>
                    <a:pt x="777024" y="1155636"/>
                  </a:lnTo>
                  <a:lnTo>
                    <a:pt x="733691" y="1168171"/>
                  </a:lnTo>
                  <a:lnTo>
                    <a:pt x="689025" y="1177302"/>
                  </a:lnTo>
                  <a:lnTo>
                    <a:pt x="643166" y="1182890"/>
                  </a:lnTo>
                  <a:lnTo>
                    <a:pt x="596265" y="1184783"/>
                  </a:lnTo>
                  <a:lnTo>
                    <a:pt x="549351" y="1182890"/>
                  </a:lnTo>
                  <a:lnTo>
                    <a:pt x="503491" y="1177302"/>
                  </a:lnTo>
                  <a:lnTo>
                    <a:pt x="458825" y="1168171"/>
                  </a:lnTo>
                  <a:lnTo>
                    <a:pt x="415493" y="1155636"/>
                  </a:lnTo>
                  <a:lnTo>
                    <a:pt x="373659" y="1139850"/>
                  </a:lnTo>
                  <a:lnTo>
                    <a:pt x="333438" y="1120952"/>
                  </a:lnTo>
                  <a:lnTo>
                    <a:pt x="295008" y="1099108"/>
                  </a:lnTo>
                  <a:lnTo>
                    <a:pt x="258508" y="1074445"/>
                  </a:lnTo>
                  <a:lnTo>
                    <a:pt x="224078" y="1047127"/>
                  </a:lnTo>
                  <a:lnTo>
                    <a:pt x="191871" y="1017295"/>
                  </a:lnTo>
                  <a:lnTo>
                    <a:pt x="162039" y="985088"/>
                  </a:lnTo>
                  <a:lnTo>
                    <a:pt x="134708" y="950658"/>
                  </a:lnTo>
                  <a:lnTo>
                    <a:pt x="110058" y="914158"/>
                  </a:lnTo>
                  <a:lnTo>
                    <a:pt x="88214" y="875728"/>
                  </a:lnTo>
                  <a:lnTo>
                    <a:pt x="69316" y="835507"/>
                  </a:lnTo>
                  <a:lnTo>
                    <a:pt x="53530" y="793673"/>
                  </a:lnTo>
                  <a:lnTo>
                    <a:pt x="40995" y="750341"/>
                  </a:lnTo>
                  <a:lnTo>
                    <a:pt x="31864" y="705675"/>
                  </a:lnTo>
                  <a:lnTo>
                    <a:pt x="26276" y="659815"/>
                  </a:lnTo>
                  <a:lnTo>
                    <a:pt x="24384" y="612902"/>
                  </a:lnTo>
                  <a:lnTo>
                    <a:pt x="26276" y="566000"/>
                  </a:lnTo>
                  <a:lnTo>
                    <a:pt x="31864" y="520141"/>
                  </a:lnTo>
                  <a:lnTo>
                    <a:pt x="40995" y="475475"/>
                  </a:lnTo>
                  <a:lnTo>
                    <a:pt x="53530" y="432142"/>
                  </a:lnTo>
                  <a:lnTo>
                    <a:pt x="69316" y="390309"/>
                  </a:lnTo>
                  <a:lnTo>
                    <a:pt x="88214" y="350088"/>
                  </a:lnTo>
                  <a:lnTo>
                    <a:pt x="110058" y="311658"/>
                  </a:lnTo>
                  <a:lnTo>
                    <a:pt x="134708" y="275158"/>
                  </a:lnTo>
                  <a:lnTo>
                    <a:pt x="162039" y="240728"/>
                  </a:lnTo>
                  <a:lnTo>
                    <a:pt x="191871" y="208521"/>
                  </a:lnTo>
                  <a:lnTo>
                    <a:pt x="224078" y="178689"/>
                  </a:lnTo>
                  <a:lnTo>
                    <a:pt x="258508" y="151371"/>
                  </a:lnTo>
                  <a:lnTo>
                    <a:pt x="295008" y="126707"/>
                  </a:lnTo>
                  <a:lnTo>
                    <a:pt x="333438" y="104863"/>
                  </a:lnTo>
                  <a:lnTo>
                    <a:pt x="335788" y="103759"/>
                  </a:lnTo>
                  <a:lnTo>
                    <a:pt x="340995" y="115824"/>
                  </a:lnTo>
                  <a:lnTo>
                    <a:pt x="356997" y="107315"/>
                  </a:lnTo>
                  <a:lnTo>
                    <a:pt x="401650" y="90690"/>
                  </a:lnTo>
                  <a:lnTo>
                    <a:pt x="447890" y="77482"/>
                  </a:lnTo>
                  <a:lnTo>
                    <a:pt x="495566" y="67843"/>
                  </a:lnTo>
                  <a:lnTo>
                    <a:pt x="544525" y="61950"/>
                  </a:lnTo>
                  <a:lnTo>
                    <a:pt x="594614" y="59944"/>
                  </a:lnTo>
                  <a:lnTo>
                    <a:pt x="644626" y="61950"/>
                  </a:lnTo>
                  <a:lnTo>
                    <a:pt x="693547" y="67843"/>
                  </a:lnTo>
                  <a:lnTo>
                    <a:pt x="741210" y="77482"/>
                  </a:lnTo>
                  <a:lnTo>
                    <a:pt x="787438" y="90690"/>
                  </a:lnTo>
                  <a:lnTo>
                    <a:pt x="832104" y="107315"/>
                  </a:lnTo>
                  <a:lnTo>
                    <a:pt x="854710" y="119380"/>
                  </a:lnTo>
                  <a:lnTo>
                    <a:pt x="859967" y="105371"/>
                  </a:lnTo>
                  <a:lnTo>
                    <a:pt x="897509" y="126707"/>
                  </a:lnTo>
                  <a:lnTo>
                    <a:pt x="934008" y="151371"/>
                  </a:lnTo>
                  <a:lnTo>
                    <a:pt x="968438" y="178689"/>
                  </a:lnTo>
                  <a:lnTo>
                    <a:pt x="1000645" y="208521"/>
                  </a:lnTo>
                  <a:lnTo>
                    <a:pt x="1030478" y="240728"/>
                  </a:lnTo>
                  <a:lnTo>
                    <a:pt x="1057795" y="275158"/>
                  </a:lnTo>
                  <a:lnTo>
                    <a:pt x="1082459" y="311658"/>
                  </a:lnTo>
                  <a:lnTo>
                    <a:pt x="1104303" y="350088"/>
                  </a:lnTo>
                  <a:lnTo>
                    <a:pt x="1123200" y="390309"/>
                  </a:lnTo>
                  <a:lnTo>
                    <a:pt x="1138986" y="432142"/>
                  </a:lnTo>
                  <a:lnTo>
                    <a:pt x="1151521" y="475475"/>
                  </a:lnTo>
                  <a:lnTo>
                    <a:pt x="1160653" y="520141"/>
                  </a:lnTo>
                  <a:lnTo>
                    <a:pt x="1166241" y="566000"/>
                  </a:lnTo>
                  <a:lnTo>
                    <a:pt x="1168146" y="612902"/>
                  </a:lnTo>
                  <a:lnTo>
                    <a:pt x="1168146" y="445262"/>
                  </a:lnTo>
                  <a:lnTo>
                    <a:pt x="1145667" y="380809"/>
                  </a:lnTo>
                  <a:lnTo>
                    <a:pt x="1125969" y="338886"/>
                  </a:lnTo>
                  <a:lnTo>
                    <a:pt x="1103185" y="298818"/>
                  </a:lnTo>
                  <a:lnTo>
                    <a:pt x="1077480" y="260756"/>
                  </a:lnTo>
                  <a:lnTo>
                    <a:pt x="1048994" y="224866"/>
                  </a:lnTo>
                  <a:lnTo>
                    <a:pt x="1017879" y="191287"/>
                  </a:lnTo>
                  <a:lnTo>
                    <a:pt x="984300" y="160172"/>
                  </a:lnTo>
                  <a:lnTo>
                    <a:pt x="948410" y="131686"/>
                  </a:lnTo>
                  <a:lnTo>
                    <a:pt x="910348" y="105981"/>
                  </a:lnTo>
                  <a:lnTo>
                    <a:pt x="870280" y="83197"/>
                  </a:lnTo>
                  <a:lnTo>
                    <a:pt x="868578" y="82410"/>
                  </a:lnTo>
                  <a:lnTo>
                    <a:pt x="875919" y="62865"/>
                  </a:lnTo>
                  <a:lnTo>
                    <a:pt x="806627" y="33782"/>
                  </a:lnTo>
                  <a:lnTo>
                    <a:pt x="755802" y="19265"/>
                  </a:lnTo>
                  <a:lnTo>
                    <a:pt x="703402" y="8674"/>
                  </a:lnTo>
                  <a:lnTo>
                    <a:pt x="649605" y="2197"/>
                  </a:lnTo>
                  <a:lnTo>
                    <a:pt x="594614" y="0"/>
                  </a:lnTo>
                  <a:lnTo>
                    <a:pt x="539546" y="2197"/>
                  </a:lnTo>
                  <a:lnTo>
                    <a:pt x="485711" y="8674"/>
                  </a:lnTo>
                  <a:lnTo>
                    <a:pt x="433298" y="19265"/>
                  </a:lnTo>
                  <a:lnTo>
                    <a:pt x="382460" y="33782"/>
                  </a:lnTo>
                  <a:lnTo>
                    <a:pt x="333375" y="52070"/>
                  </a:lnTo>
                  <a:lnTo>
                    <a:pt x="317246" y="60706"/>
                  </a:lnTo>
                  <a:lnTo>
                    <a:pt x="326136" y="81368"/>
                  </a:lnTo>
                  <a:lnTo>
                    <a:pt x="322237" y="83197"/>
                  </a:lnTo>
                  <a:lnTo>
                    <a:pt x="282168" y="105981"/>
                  </a:lnTo>
                  <a:lnTo>
                    <a:pt x="244106" y="131686"/>
                  </a:lnTo>
                  <a:lnTo>
                    <a:pt x="208216" y="160172"/>
                  </a:lnTo>
                  <a:lnTo>
                    <a:pt x="174637" y="191287"/>
                  </a:lnTo>
                  <a:lnTo>
                    <a:pt x="143522" y="224866"/>
                  </a:lnTo>
                  <a:lnTo>
                    <a:pt x="115036" y="260756"/>
                  </a:lnTo>
                  <a:lnTo>
                    <a:pt x="89331" y="298818"/>
                  </a:lnTo>
                  <a:lnTo>
                    <a:pt x="66548" y="338886"/>
                  </a:lnTo>
                  <a:lnTo>
                    <a:pt x="46850" y="380809"/>
                  </a:lnTo>
                  <a:lnTo>
                    <a:pt x="30391" y="424446"/>
                  </a:lnTo>
                  <a:lnTo>
                    <a:pt x="17322" y="469620"/>
                  </a:lnTo>
                  <a:lnTo>
                    <a:pt x="7797" y="516191"/>
                  </a:lnTo>
                  <a:lnTo>
                    <a:pt x="1968" y="564007"/>
                  </a:lnTo>
                  <a:lnTo>
                    <a:pt x="0" y="612902"/>
                  </a:lnTo>
                  <a:lnTo>
                    <a:pt x="1892" y="659815"/>
                  </a:lnTo>
                  <a:lnTo>
                    <a:pt x="1968" y="661809"/>
                  </a:lnTo>
                  <a:lnTo>
                    <a:pt x="7797" y="709625"/>
                  </a:lnTo>
                  <a:lnTo>
                    <a:pt x="17322" y="756196"/>
                  </a:lnTo>
                  <a:lnTo>
                    <a:pt x="30391" y="801370"/>
                  </a:lnTo>
                  <a:lnTo>
                    <a:pt x="46850" y="845007"/>
                  </a:lnTo>
                  <a:lnTo>
                    <a:pt x="66548" y="886929"/>
                  </a:lnTo>
                  <a:lnTo>
                    <a:pt x="89331" y="926998"/>
                  </a:lnTo>
                  <a:lnTo>
                    <a:pt x="115036" y="965060"/>
                  </a:lnTo>
                  <a:lnTo>
                    <a:pt x="143522" y="1000950"/>
                  </a:lnTo>
                  <a:lnTo>
                    <a:pt x="174637" y="1034529"/>
                  </a:lnTo>
                  <a:lnTo>
                    <a:pt x="208216" y="1065644"/>
                  </a:lnTo>
                  <a:lnTo>
                    <a:pt x="244106" y="1094130"/>
                  </a:lnTo>
                  <a:lnTo>
                    <a:pt x="282168" y="1119835"/>
                  </a:lnTo>
                  <a:lnTo>
                    <a:pt x="322237" y="1142619"/>
                  </a:lnTo>
                  <a:lnTo>
                    <a:pt x="364159" y="1162316"/>
                  </a:lnTo>
                  <a:lnTo>
                    <a:pt x="407797" y="1178775"/>
                  </a:lnTo>
                  <a:lnTo>
                    <a:pt x="452970" y="1191844"/>
                  </a:lnTo>
                  <a:lnTo>
                    <a:pt x="499541" y="1201369"/>
                  </a:lnTo>
                  <a:lnTo>
                    <a:pt x="547357" y="1207198"/>
                  </a:lnTo>
                  <a:lnTo>
                    <a:pt x="596265" y="1209167"/>
                  </a:lnTo>
                  <a:lnTo>
                    <a:pt x="645160" y="1207198"/>
                  </a:lnTo>
                  <a:lnTo>
                    <a:pt x="692975" y="1201369"/>
                  </a:lnTo>
                  <a:lnTo>
                    <a:pt x="739546" y="1191844"/>
                  </a:lnTo>
                  <a:lnTo>
                    <a:pt x="763943" y="1184783"/>
                  </a:lnTo>
                  <a:lnTo>
                    <a:pt x="784720" y="1178775"/>
                  </a:lnTo>
                  <a:lnTo>
                    <a:pt x="828357" y="1162316"/>
                  </a:lnTo>
                  <a:lnTo>
                    <a:pt x="870280" y="1142619"/>
                  </a:lnTo>
                  <a:lnTo>
                    <a:pt x="910348" y="1119835"/>
                  </a:lnTo>
                  <a:lnTo>
                    <a:pt x="948410" y="1094130"/>
                  </a:lnTo>
                  <a:lnTo>
                    <a:pt x="984300" y="1065644"/>
                  </a:lnTo>
                  <a:lnTo>
                    <a:pt x="1017879" y="1034529"/>
                  </a:lnTo>
                  <a:lnTo>
                    <a:pt x="1048994" y="1000950"/>
                  </a:lnTo>
                  <a:lnTo>
                    <a:pt x="1077480" y="965060"/>
                  </a:lnTo>
                  <a:lnTo>
                    <a:pt x="1103185" y="926998"/>
                  </a:lnTo>
                  <a:lnTo>
                    <a:pt x="1125969" y="886929"/>
                  </a:lnTo>
                  <a:lnTo>
                    <a:pt x="1145667" y="845007"/>
                  </a:lnTo>
                  <a:lnTo>
                    <a:pt x="1162126" y="801370"/>
                  </a:lnTo>
                  <a:lnTo>
                    <a:pt x="1175194" y="756196"/>
                  </a:lnTo>
                  <a:lnTo>
                    <a:pt x="1184719" y="709625"/>
                  </a:lnTo>
                  <a:lnTo>
                    <a:pt x="1190548" y="661809"/>
                  </a:lnTo>
                  <a:lnTo>
                    <a:pt x="1192530" y="61290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3308" y="3427475"/>
              <a:ext cx="1100328" cy="11003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68365" y="3502913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4">
                  <a:moveTo>
                    <a:pt x="477012" y="0"/>
                  </a:moveTo>
                  <a:lnTo>
                    <a:pt x="428248" y="2461"/>
                  </a:lnTo>
                  <a:lnTo>
                    <a:pt x="380891" y="9687"/>
                  </a:lnTo>
                  <a:lnTo>
                    <a:pt x="335181" y="21438"/>
                  </a:lnTo>
                  <a:lnTo>
                    <a:pt x="291357" y="37474"/>
                  </a:lnTo>
                  <a:lnTo>
                    <a:pt x="249661" y="57556"/>
                  </a:lnTo>
                  <a:lnTo>
                    <a:pt x="210331" y="81445"/>
                  </a:lnTo>
                  <a:lnTo>
                    <a:pt x="173608" y="108900"/>
                  </a:lnTo>
                  <a:lnTo>
                    <a:pt x="139731" y="139684"/>
                  </a:lnTo>
                  <a:lnTo>
                    <a:pt x="108942" y="173555"/>
                  </a:lnTo>
                  <a:lnTo>
                    <a:pt x="81478" y="210275"/>
                  </a:lnTo>
                  <a:lnTo>
                    <a:pt x="57582" y="249604"/>
                  </a:lnTo>
                  <a:lnTo>
                    <a:pt x="37492" y="291304"/>
                  </a:lnTo>
                  <a:lnTo>
                    <a:pt x="21449" y="335134"/>
                  </a:lnTo>
                  <a:lnTo>
                    <a:pt x="9693" y="380854"/>
                  </a:lnTo>
                  <a:lnTo>
                    <a:pt x="2463" y="428227"/>
                  </a:lnTo>
                  <a:lnTo>
                    <a:pt x="0" y="477012"/>
                  </a:lnTo>
                  <a:lnTo>
                    <a:pt x="2463" y="525775"/>
                  </a:lnTo>
                  <a:lnTo>
                    <a:pt x="9693" y="573132"/>
                  </a:lnTo>
                  <a:lnTo>
                    <a:pt x="21449" y="618842"/>
                  </a:lnTo>
                  <a:lnTo>
                    <a:pt x="37492" y="662666"/>
                  </a:lnTo>
                  <a:lnTo>
                    <a:pt x="57582" y="704362"/>
                  </a:lnTo>
                  <a:lnTo>
                    <a:pt x="81478" y="743692"/>
                  </a:lnTo>
                  <a:lnTo>
                    <a:pt x="108942" y="780415"/>
                  </a:lnTo>
                  <a:lnTo>
                    <a:pt x="139731" y="814292"/>
                  </a:lnTo>
                  <a:lnTo>
                    <a:pt x="173608" y="845081"/>
                  </a:lnTo>
                  <a:lnTo>
                    <a:pt x="210331" y="872545"/>
                  </a:lnTo>
                  <a:lnTo>
                    <a:pt x="249661" y="896441"/>
                  </a:lnTo>
                  <a:lnTo>
                    <a:pt x="291357" y="916531"/>
                  </a:lnTo>
                  <a:lnTo>
                    <a:pt x="335181" y="932574"/>
                  </a:lnTo>
                  <a:lnTo>
                    <a:pt x="380891" y="944330"/>
                  </a:lnTo>
                  <a:lnTo>
                    <a:pt x="428248" y="951560"/>
                  </a:lnTo>
                  <a:lnTo>
                    <a:pt x="477012" y="954024"/>
                  </a:lnTo>
                  <a:lnTo>
                    <a:pt x="525796" y="951560"/>
                  </a:lnTo>
                  <a:lnTo>
                    <a:pt x="573169" y="944330"/>
                  </a:lnTo>
                  <a:lnTo>
                    <a:pt x="618889" y="932574"/>
                  </a:lnTo>
                  <a:lnTo>
                    <a:pt x="662719" y="916531"/>
                  </a:lnTo>
                  <a:lnTo>
                    <a:pt x="704419" y="896441"/>
                  </a:lnTo>
                  <a:lnTo>
                    <a:pt x="743748" y="872545"/>
                  </a:lnTo>
                  <a:lnTo>
                    <a:pt x="780468" y="845081"/>
                  </a:lnTo>
                  <a:lnTo>
                    <a:pt x="814339" y="814292"/>
                  </a:lnTo>
                  <a:lnTo>
                    <a:pt x="845123" y="780415"/>
                  </a:lnTo>
                  <a:lnTo>
                    <a:pt x="872578" y="743692"/>
                  </a:lnTo>
                  <a:lnTo>
                    <a:pt x="896467" y="704362"/>
                  </a:lnTo>
                  <a:lnTo>
                    <a:pt x="916549" y="662666"/>
                  </a:lnTo>
                  <a:lnTo>
                    <a:pt x="932585" y="618842"/>
                  </a:lnTo>
                  <a:lnTo>
                    <a:pt x="944336" y="573132"/>
                  </a:lnTo>
                  <a:lnTo>
                    <a:pt x="951562" y="525775"/>
                  </a:lnTo>
                  <a:lnTo>
                    <a:pt x="954024" y="477012"/>
                  </a:lnTo>
                  <a:lnTo>
                    <a:pt x="951562" y="428227"/>
                  </a:lnTo>
                  <a:lnTo>
                    <a:pt x="944336" y="380854"/>
                  </a:lnTo>
                  <a:lnTo>
                    <a:pt x="932585" y="335134"/>
                  </a:lnTo>
                  <a:lnTo>
                    <a:pt x="916549" y="291304"/>
                  </a:lnTo>
                  <a:lnTo>
                    <a:pt x="896467" y="249604"/>
                  </a:lnTo>
                  <a:lnTo>
                    <a:pt x="872578" y="210275"/>
                  </a:lnTo>
                  <a:lnTo>
                    <a:pt x="845123" y="173555"/>
                  </a:lnTo>
                  <a:lnTo>
                    <a:pt x="814339" y="139684"/>
                  </a:lnTo>
                  <a:lnTo>
                    <a:pt x="780468" y="108900"/>
                  </a:lnTo>
                  <a:lnTo>
                    <a:pt x="743748" y="81445"/>
                  </a:lnTo>
                  <a:lnTo>
                    <a:pt x="704419" y="57556"/>
                  </a:lnTo>
                  <a:lnTo>
                    <a:pt x="662719" y="37474"/>
                  </a:lnTo>
                  <a:lnTo>
                    <a:pt x="618889" y="21438"/>
                  </a:lnTo>
                  <a:lnTo>
                    <a:pt x="573169" y="9687"/>
                  </a:lnTo>
                  <a:lnTo>
                    <a:pt x="525796" y="246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38672" y="3678935"/>
              <a:ext cx="612775" cy="600710"/>
            </a:xfrm>
            <a:custGeom>
              <a:avLst/>
              <a:gdLst/>
              <a:ahLst/>
              <a:cxnLst/>
              <a:rect l="l" t="t" r="r" b="b"/>
              <a:pathLst>
                <a:path w="612775" h="600710">
                  <a:moveTo>
                    <a:pt x="320548" y="0"/>
                  </a:moveTo>
                  <a:lnTo>
                    <a:pt x="270736" y="2809"/>
                  </a:lnTo>
                  <a:lnTo>
                    <a:pt x="224758" y="11239"/>
                  </a:lnTo>
                  <a:lnTo>
                    <a:pt x="182637" y="25288"/>
                  </a:lnTo>
                  <a:lnTo>
                    <a:pt x="144399" y="44957"/>
                  </a:lnTo>
                  <a:lnTo>
                    <a:pt x="110180" y="69913"/>
                  </a:lnTo>
                  <a:lnTo>
                    <a:pt x="80105" y="99821"/>
                  </a:lnTo>
                  <a:lnTo>
                    <a:pt x="54173" y="134683"/>
                  </a:lnTo>
                  <a:lnTo>
                    <a:pt x="32385" y="174497"/>
                  </a:lnTo>
                  <a:lnTo>
                    <a:pt x="8096" y="245252"/>
                  </a:lnTo>
                  <a:lnTo>
                    <a:pt x="0" y="319531"/>
                  </a:lnTo>
                  <a:lnTo>
                    <a:pt x="1485" y="349015"/>
                  </a:lnTo>
                  <a:lnTo>
                    <a:pt x="1568" y="350674"/>
                  </a:lnTo>
                  <a:lnTo>
                    <a:pt x="1692" y="353133"/>
                  </a:lnTo>
                  <a:lnTo>
                    <a:pt x="15171" y="416448"/>
                  </a:lnTo>
                  <a:lnTo>
                    <a:pt x="39346" y="469485"/>
                  </a:lnTo>
                  <a:lnTo>
                    <a:pt x="71540" y="510581"/>
                  </a:lnTo>
                  <a:lnTo>
                    <a:pt x="114024" y="545867"/>
                  </a:lnTo>
                  <a:lnTo>
                    <a:pt x="165701" y="572676"/>
                  </a:lnTo>
                  <a:lnTo>
                    <a:pt x="225946" y="590436"/>
                  </a:lnTo>
                  <a:lnTo>
                    <a:pt x="292189" y="599338"/>
                  </a:lnTo>
                  <a:lnTo>
                    <a:pt x="327405" y="600456"/>
                  </a:lnTo>
                  <a:lnTo>
                    <a:pt x="361285" y="599338"/>
                  </a:lnTo>
                  <a:lnTo>
                    <a:pt x="363824" y="599338"/>
                  </a:lnTo>
                  <a:lnTo>
                    <a:pt x="431579" y="589311"/>
                  </a:lnTo>
                  <a:lnTo>
                    <a:pt x="487318" y="569854"/>
                  </a:lnTo>
                  <a:lnTo>
                    <a:pt x="517018" y="554227"/>
                  </a:lnTo>
                  <a:lnTo>
                    <a:pt x="326389" y="554227"/>
                  </a:lnTo>
                  <a:lnTo>
                    <a:pt x="287647" y="552584"/>
                  </a:lnTo>
                  <a:lnTo>
                    <a:pt x="215447" y="539440"/>
                  </a:lnTo>
                  <a:lnTo>
                    <a:pt x="151322" y="512911"/>
                  </a:lnTo>
                  <a:lnTo>
                    <a:pt x="101463" y="472092"/>
                  </a:lnTo>
                  <a:lnTo>
                    <a:pt x="67220" y="417323"/>
                  </a:lnTo>
                  <a:lnTo>
                    <a:pt x="50024" y="351462"/>
                  </a:lnTo>
                  <a:lnTo>
                    <a:pt x="48002" y="316710"/>
                  </a:lnTo>
                  <a:lnTo>
                    <a:pt x="47878" y="314578"/>
                  </a:lnTo>
                  <a:lnTo>
                    <a:pt x="49986" y="279302"/>
                  </a:lnTo>
                  <a:lnTo>
                    <a:pt x="50024" y="278667"/>
                  </a:lnTo>
                  <a:lnTo>
                    <a:pt x="56467" y="243887"/>
                  </a:lnTo>
                  <a:lnTo>
                    <a:pt x="67150" y="210444"/>
                  </a:lnTo>
                  <a:lnTo>
                    <a:pt x="67220" y="210226"/>
                  </a:lnTo>
                  <a:lnTo>
                    <a:pt x="82295" y="177672"/>
                  </a:lnTo>
                  <a:lnTo>
                    <a:pt x="123809" y="121284"/>
                  </a:lnTo>
                  <a:lnTo>
                    <a:pt x="179324" y="79756"/>
                  </a:lnTo>
                  <a:lnTo>
                    <a:pt x="245237" y="54102"/>
                  </a:lnTo>
                  <a:lnTo>
                    <a:pt x="317626" y="45593"/>
                  </a:lnTo>
                  <a:lnTo>
                    <a:pt x="488401" y="45593"/>
                  </a:lnTo>
                  <a:lnTo>
                    <a:pt x="464693" y="31622"/>
                  </a:lnTo>
                  <a:lnTo>
                    <a:pt x="431686" y="17787"/>
                  </a:lnTo>
                  <a:lnTo>
                    <a:pt x="396668" y="7905"/>
                  </a:lnTo>
                  <a:lnTo>
                    <a:pt x="359626" y="1976"/>
                  </a:lnTo>
                  <a:lnTo>
                    <a:pt x="320548" y="0"/>
                  </a:lnTo>
                  <a:close/>
                </a:path>
                <a:path w="612775" h="600710">
                  <a:moveTo>
                    <a:pt x="612648" y="459994"/>
                  </a:moveTo>
                  <a:lnTo>
                    <a:pt x="554101" y="459994"/>
                  </a:lnTo>
                  <a:lnTo>
                    <a:pt x="538099" y="478950"/>
                  </a:lnTo>
                  <a:lnTo>
                    <a:pt x="518477" y="496395"/>
                  </a:lnTo>
                  <a:lnTo>
                    <a:pt x="468375" y="526795"/>
                  </a:lnTo>
                  <a:lnTo>
                    <a:pt x="404240" y="547369"/>
                  </a:lnTo>
                  <a:lnTo>
                    <a:pt x="366525" y="552584"/>
                  </a:lnTo>
                  <a:lnTo>
                    <a:pt x="365348" y="552584"/>
                  </a:lnTo>
                  <a:lnTo>
                    <a:pt x="326389" y="554227"/>
                  </a:lnTo>
                  <a:lnTo>
                    <a:pt x="517018" y="554227"/>
                  </a:lnTo>
                  <a:lnTo>
                    <a:pt x="535031" y="542942"/>
                  </a:lnTo>
                  <a:lnTo>
                    <a:pt x="556005" y="526795"/>
                  </a:lnTo>
                  <a:lnTo>
                    <a:pt x="574607" y="509839"/>
                  </a:lnTo>
                  <a:lnTo>
                    <a:pt x="590232" y="493061"/>
                  </a:lnTo>
                  <a:lnTo>
                    <a:pt x="602904" y="476450"/>
                  </a:lnTo>
                  <a:lnTo>
                    <a:pt x="612648" y="459994"/>
                  </a:lnTo>
                  <a:close/>
                </a:path>
                <a:path w="612775" h="600710">
                  <a:moveTo>
                    <a:pt x="488401" y="45593"/>
                  </a:moveTo>
                  <a:lnTo>
                    <a:pt x="317626" y="45593"/>
                  </a:lnTo>
                  <a:lnTo>
                    <a:pt x="350059" y="47285"/>
                  </a:lnTo>
                  <a:lnTo>
                    <a:pt x="381063" y="52371"/>
                  </a:lnTo>
                  <a:lnTo>
                    <a:pt x="438784" y="72770"/>
                  </a:lnTo>
                  <a:lnTo>
                    <a:pt x="486806" y="104393"/>
                  </a:lnTo>
                  <a:lnTo>
                    <a:pt x="521207" y="145161"/>
                  </a:lnTo>
                  <a:lnTo>
                    <a:pt x="542004" y="192087"/>
                  </a:lnTo>
                  <a:lnTo>
                    <a:pt x="548850" y="241792"/>
                  </a:lnTo>
                  <a:lnTo>
                    <a:pt x="548724" y="245252"/>
                  </a:lnTo>
                  <a:lnTo>
                    <a:pt x="543544" y="286464"/>
                  </a:lnTo>
                  <a:lnTo>
                    <a:pt x="527508" y="328882"/>
                  </a:lnTo>
                  <a:lnTo>
                    <a:pt x="527430" y="329056"/>
                  </a:lnTo>
                  <a:lnTo>
                    <a:pt x="502078" y="366807"/>
                  </a:lnTo>
                  <a:lnTo>
                    <a:pt x="469010" y="395986"/>
                  </a:lnTo>
                  <a:lnTo>
                    <a:pt x="433292" y="413845"/>
                  </a:lnTo>
                  <a:lnTo>
                    <a:pt x="424052" y="415036"/>
                  </a:lnTo>
                  <a:lnTo>
                    <a:pt x="339598" y="415036"/>
                  </a:lnTo>
                  <a:lnTo>
                    <a:pt x="340766" y="423868"/>
                  </a:lnTo>
                  <a:lnTo>
                    <a:pt x="359608" y="457033"/>
                  </a:lnTo>
                  <a:lnTo>
                    <a:pt x="391795" y="466851"/>
                  </a:lnTo>
                  <a:lnTo>
                    <a:pt x="392555" y="466851"/>
                  </a:lnTo>
                  <a:lnTo>
                    <a:pt x="402081" y="467232"/>
                  </a:lnTo>
                  <a:lnTo>
                    <a:pt x="436090" y="463311"/>
                  </a:lnTo>
                  <a:lnTo>
                    <a:pt x="436265" y="463311"/>
                  </a:lnTo>
                  <a:lnTo>
                    <a:pt x="469233" y="451437"/>
                  </a:lnTo>
                  <a:lnTo>
                    <a:pt x="500737" y="431710"/>
                  </a:lnTo>
                  <a:lnTo>
                    <a:pt x="530859" y="404113"/>
                  </a:lnTo>
                  <a:lnTo>
                    <a:pt x="559696" y="367778"/>
                  </a:lnTo>
                  <a:lnTo>
                    <a:pt x="580202" y="329056"/>
                  </a:lnTo>
                  <a:lnTo>
                    <a:pt x="580294" y="328882"/>
                  </a:lnTo>
                  <a:lnTo>
                    <a:pt x="592653" y="287438"/>
                  </a:lnTo>
                  <a:lnTo>
                    <a:pt x="596732" y="243887"/>
                  </a:lnTo>
                  <a:lnTo>
                    <a:pt x="596668" y="241792"/>
                  </a:lnTo>
                  <a:lnTo>
                    <a:pt x="588946" y="182403"/>
                  </a:lnTo>
                  <a:lnTo>
                    <a:pt x="565403" y="126111"/>
                  </a:lnTo>
                  <a:lnTo>
                    <a:pt x="521811" y="71104"/>
                  </a:lnTo>
                  <a:lnTo>
                    <a:pt x="494930" y="49440"/>
                  </a:lnTo>
                  <a:lnTo>
                    <a:pt x="488401" y="45593"/>
                  </a:lnTo>
                  <a:close/>
                </a:path>
                <a:path w="612775" h="600710">
                  <a:moveTo>
                    <a:pt x="291083" y="127634"/>
                  </a:moveTo>
                  <a:lnTo>
                    <a:pt x="234541" y="141726"/>
                  </a:lnTo>
                  <a:lnTo>
                    <a:pt x="196326" y="166679"/>
                  </a:lnTo>
                  <a:lnTo>
                    <a:pt x="163560" y="204017"/>
                  </a:lnTo>
                  <a:lnTo>
                    <a:pt x="138084" y="252243"/>
                  </a:lnTo>
                  <a:lnTo>
                    <a:pt x="124852" y="301928"/>
                  </a:lnTo>
                  <a:lnTo>
                    <a:pt x="123196" y="326897"/>
                  </a:lnTo>
                  <a:lnTo>
                    <a:pt x="124238" y="346075"/>
                  </a:lnTo>
                  <a:lnTo>
                    <a:pt x="132780" y="383420"/>
                  </a:lnTo>
                  <a:lnTo>
                    <a:pt x="159734" y="430021"/>
                  </a:lnTo>
                  <a:lnTo>
                    <a:pt x="198046" y="457743"/>
                  </a:lnTo>
                  <a:lnTo>
                    <a:pt x="226561" y="465968"/>
                  </a:lnTo>
                  <a:lnTo>
                    <a:pt x="227720" y="465968"/>
                  </a:lnTo>
                  <a:lnTo>
                    <a:pt x="240283" y="466851"/>
                  </a:lnTo>
                  <a:lnTo>
                    <a:pt x="279556" y="458868"/>
                  </a:lnTo>
                  <a:lnTo>
                    <a:pt x="317341" y="436165"/>
                  </a:lnTo>
                  <a:lnTo>
                    <a:pt x="334055" y="420750"/>
                  </a:lnTo>
                  <a:lnTo>
                    <a:pt x="252349" y="420750"/>
                  </a:lnTo>
                  <a:lnTo>
                    <a:pt x="239129" y="419254"/>
                  </a:lnTo>
                  <a:lnTo>
                    <a:pt x="204088" y="397001"/>
                  </a:lnTo>
                  <a:lnTo>
                    <a:pt x="184443" y="350674"/>
                  </a:lnTo>
                  <a:lnTo>
                    <a:pt x="183133" y="330453"/>
                  </a:lnTo>
                  <a:lnTo>
                    <a:pt x="183776" y="316710"/>
                  </a:lnTo>
                  <a:lnTo>
                    <a:pt x="193420" y="271525"/>
                  </a:lnTo>
                  <a:lnTo>
                    <a:pt x="212816" y="228752"/>
                  </a:lnTo>
                  <a:lnTo>
                    <a:pt x="238285" y="197612"/>
                  </a:lnTo>
                  <a:lnTo>
                    <a:pt x="275208" y="176672"/>
                  </a:lnTo>
                  <a:lnTo>
                    <a:pt x="295275" y="174116"/>
                  </a:lnTo>
                  <a:lnTo>
                    <a:pt x="381006" y="174116"/>
                  </a:lnTo>
                  <a:lnTo>
                    <a:pt x="379130" y="171469"/>
                  </a:lnTo>
                  <a:lnTo>
                    <a:pt x="344804" y="141858"/>
                  </a:lnTo>
                  <a:lnTo>
                    <a:pt x="305014" y="128518"/>
                  </a:lnTo>
                  <a:lnTo>
                    <a:pt x="291083" y="127634"/>
                  </a:lnTo>
                  <a:close/>
                </a:path>
                <a:path w="612775" h="600710">
                  <a:moveTo>
                    <a:pt x="381006" y="174116"/>
                  </a:moveTo>
                  <a:lnTo>
                    <a:pt x="295275" y="174116"/>
                  </a:lnTo>
                  <a:lnTo>
                    <a:pt x="310393" y="175591"/>
                  </a:lnTo>
                  <a:lnTo>
                    <a:pt x="324310" y="180006"/>
                  </a:lnTo>
                  <a:lnTo>
                    <a:pt x="358062" y="210444"/>
                  </a:lnTo>
                  <a:lnTo>
                    <a:pt x="370331" y="263397"/>
                  </a:lnTo>
                  <a:lnTo>
                    <a:pt x="369714" y="277098"/>
                  </a:lnTo>
                  <a:lnTo>
                    <a:pt x="369615" y="279302"/>
                  </a:lnTo>
                  <a:lnTo>
                    <a:pt x="358775" y="326897"/>
                  </a:lnTo>
                  <a:lnTo>
                    <a:pt x="337522" y="368224"/>
                  </a:lnTo>
                  <a:lnTo>
                    <a:pt x="310054" y="397240"/>
                  </a:lnTo>
                  <a:lnTo>
                    <a:pt x="270922" y="418099"/>
                  </a:lnTo>
                  <a:lnTo>
                    <a:pt x="252349" y="420750"/>
                  </a:lnTo>
                  <a:lnTo>
                    <a:pt x="334055" y="420750"/>
                  </a:lnTo>
                  <a:lnTo>
                    <a:pt x="339598" y="415036"/>
                  </a:lnTo>
                  <a:lnTo>
                    <a:pt x="417829" y="415036"/>
                  </a:lnTo>
                  <a:lnTo>
                    <a:pt x="412496" y="413003"/>
                  </a:lnTo>
                  <a:lnTo>
                    <a:pt x="403605" y="404875"/>
                  </a:lnTo>
                  <a:lnTo>
                    <a:pt x="401447" y="400050"/>
                  </a:lnTo>
                  <a:lnTo>
                    <a:pt x="401447" y="394462"/>
                  </a:lnTo>
                  <a:lnTo>
                    <a:pt x="411014" y="346463"/>
                  </a:lnTo>
                  <a:lnTo>
                    <a:pt x="446939" y="185038"/>
                  </a:lnTo>
                  <a:lnTo>
                    <a:pt x="388747" y="185038"/>
                  </a:lnTo>
                  <a:lnTo>
                    <a:pt x="381006" y="174116"/>
                  </a:lnTo>
                  <a:close/>
                </a:path>
                <a:path w="612775" h="600710">
                  <a:moveTo>
                    <a:pt x="457707" y="136651"/>
                  </a:moveTo>
                  <a:lnTo>
                    <a:pt x="399796" y="136651"/>
                  </a:lnTo>
                  <a:lnTo>
                    <a:pt x="388747" y="185038"/>
                  </a:lnTo>
                  <a:lnTo>
                    <a:pt x="446939" y="185038"/>
                  </a:lnTo>
                  <a:lnTo>
                    <a:pt x="457707" y="136651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5739" y="4996158"/>
            <a:ext cx="2147570" cy="5822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09"/>
              </a:spcBef>
            </a:pPr>
            <a:r>
              <a:rPr sz="1600" b="1" spc="-10" dirty="0">
                <a:latin typeface="Century Gothic"/>
                <a:cs typeface="Century Gothic"/>
              </a:rPr>
              <a:t>Address</a:t>
            </a:r>
            <a:endParaRPr sz="1600" dirty="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#</a:t>
            </a:r>
            <a:r>
              <a:rPr sz="14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Street</a:t>
            </a:r>
            <a:r>
              <a:rPr sz="14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number,</a:t>
            </a:r>
            <a:r>
              <a:rPr sz="14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C2C2C"/>
                </a:solidFill>
                <a:latin typeface="Arial"/>
                <a:cs typeface="Arial"/>
              </a:rPr>
              <a:t>city,</a:t>
            </a:r>
            <a:r>
              <a:rPr sz="14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2C2C2C"/>
                </a:solidFill>
                <a:latin typeface="Arial"/>
                <a:cs typeface="Arial"/>
              </a:rPr>
              <a:t>state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83678" y="3375278"/>
            <a:ext cx="1193165" cy="1209675"/>
            <a:chOff x="1083678" y="3375278"/>
            <a:chExt cx="1193165" cy="1209675"/>
          </a:xfrm>
        </p:grpSpPr>
        <p:sp>
          <p:nvSpPr>
            <p:cNvPr id="14" name="object 14"/>
            <p:cNvSpPr/>
            <p:nvPr/>
          </p:nvSpPr>
          <p:spPr>
            <a:xfrm>
              <a:off x="1083678" y="3375278"/>
              <a:ext cx="1193165" cy="1209675"/>
            </a:xfrm>
            <a:custGeom>
              <a:avLst/>
              <a:gdLst/>
              <a:ahLst/>
              <a:cxnLst/>
              <a:rect l="l" t="t" r="r" b="b"/>
              <a:pathLst>
                <a:path w="1193164" h="1209675">
                  <a:moveTo>
                    <a:pt x="1192542" y="612902"/>
                  </a:moveTo>
                  <a:lnTo>
                    <a:pt x="1190637" y="566000"/>
                  </a:lnTo>
                  <a:lnTo>
                    <a:pt x="1190561" y="564007"/>
                  </a:lnTo>
                  <a:lnTo>
                    <a:pt x="1184732" y="516191"/>
                  </a:lnTo>
                  <a:lnTo>
                    <a:pt x="1175207" y="469620"/>
                  </a:lnTo>
                  <a:lnTo>
                    <a:pt x="1168158" y="445262"/>
                  </a:lnTo>
                  <a:lnTo>
                    <a:pt x="1168158" y="612902"/>
                  </a:lnTo>
                  <a:lnTo>
                    <a:pt x="1166253" y="659815"/>
                  </a:lnTo>
                  <a:lnTo>
                    <a:pt x="1160665" y="705675"/>
                  </a:lnTo>
                  <a:lnTo>
                    <a:pt x="1151534" y="750341"/>
                  </a:lnTo>
                  <a:lnTo>
                    <a:pt x="1138999" y="793673"/>
                  </a:lnTo>
                  <a:lnTo>
                    <a:pt x="1123213" y="835507"/>
                  </a:lnTo>
                  <a:lnTo>
                    <a:pt x="1104315" y="875728"/>
                  </a:lnTo>
                  <a:lnTo>
                    <a:pt x="1082471" y="914158"/>
                  </a:lnTo>
                  <a:lnTo>
                    <a:pt x="1057821" y="950658"/>
                  </a:lnTo>
                  <a:lnTo>
                    <a:pt x="1030490" y="985088"/>
                  </a:lnTo>
                  <a:lnTo>
                    <a:pt x="1000658" y="1017295"/>
                  </a:lnTo>
                  <a:lnTo>
                    <a:pt x="968451" y="1047127"/>
                  </a:lnTo>
                  <a:lnTo>
                    <a:pt x="934021" y="1074445"/>
                  </a:lnTo>
                  <a:lnTo>
                    <a:pt x="897521" y="1099108"/>
                  </a:lnTo>
                  <a:lnTo>
                    <a:pt x="859091" y="1120952"/>
                  </a:lnTo>
                  <a:lnTo>
                    <a:pt x="818870" y="1139850"/>
                  </a:lnTo>
                  <a:lnTo>
                    <a:pt x="777036" y="1155636"/>
                  </a:lnTo>
                  <a:lnTo>
                    <a:pt x="733704" y="1168171"/>
                  </a:lnTo>
                  <a:lnTo>
                    <a:pt x="689038" y="1177302"/>
                  </a:lnTo>
                  <a:lnTo>
                    <a:pt x="643178" y="1182890"/>
                  </a:lnTo>
                  <a:lnTo>
                    <a:pt x="596277" y="1184783"/>
                  </a:lnTo>
                  <a:lnTo>
                    <a:pt x="549363" y="1182890"/>
                  </a:lnTo>
                  <a:lnTo>
                    <a:pt x="503504" y="1177302"/>
                  </a:lnTo>
                  <a:lnTo>
                    <a:pt x="458838" y="1168171"/>
                  </a:lnTo>
                  <a:lnTo>
                    <a:pt x="415505" y="1155636"/>
                  </a:lnTo>
                  <a:lnTo>
                    <a:pt x="373672" y="1139850"/>
                  </a:lnTo>
                  <a:lnTo>
                    <a:pt x="333451" y="1120952"/>
                  </a:lnTo>
                  <a:lnTo>
                    <a:pt x="295021" y="1099108"/>
                  </a:lnTo>
                  <a:lnTo>
                    <a:pt x="258521" y="1074445"/>
                  </a:lnTo>
                  <a:lnTo>
                    <a:pt x="224091" y="1047127"/>
                  </a:lnTo>
                  <a:lnTo>
                    <a:pt x="191884" y="1017295"/>
                  </a:lnTo>
                  <a:lnTo>
                    <a:pt x="162052" y="985088"/>
                  </a:lnTo>
                  <a:lnTo>
                    <a:pt x="134734" y="950658"/>
                  </a:lnTo>
                  <a:lnTo>
                    <a:pt x="110070" y="914158"/>
                  </a:lnTo>
                  <a:lnTo>
                    <a:pt x="88226" y="875728"/>
                  </a:lnTo>
                  <a:lnTo>
                    <a:pt x="69329" y="835507"/>
                  </a:lnTo>
                  <a:lnTo>
                    <a:pt x="53543" y="793673"/>
                  </a:lnTo>
                  <a:lnTo>
                    <a:pt x="41008" y="750341"/>
                  </a:lnTo>
                  <a:lnTo>
                    <a:pt x="31877" y="705675"/>
                  </a:lnTo>
                  <a:lnTo>
                    <a:pt x="26289" y="659815"/>
                  </a:lnTo>
                  <a:lnTo>
                    <a:pt x="24396" y="612902"/>
                  </a:lnTo>
                  <a:lnTo>
                    <a:pt x="26289" y="566000"/>
                  </a:lnTo>
                  <a:lnTo>
                    <a:pt x="31877" y="520141"/>
                  </a:lnTo>
                  <a:lnTo>
                    <a:pt x="41008" y="475475"/>
                  </a:lnTo>
                  <a:lnTo>
                    <a:pt x="53543" y="432142"/>
                  </a:lnTo>
                  <a:lnTo>
                    <a:pt x="69329" y="390309"/>
                  </a:lnTo>
                  <a:lnTo>
                    <a:pt x="88226" y="350088"/>
                  </a:lnTo>
                  <a:lnTo>
                    <a:pt x="110070" y="311658"/>
                  </a:lnTo>
                  <a:lnTo>
                    <a:pt x="134721" y="275158"/>
                  </a:lnTo>
                  <a:lnTo>
                    <a:pt x="162052" y="240728"/>
                  </a:lnTo>
                  <a:lnTo>
                    <a:pt x="191884" y="208521"/>
                  </a:lnTo>
                  <a:lnTo>
                    <a:pt x="224091" y="178689"/>
                  </a:lnTo>
                  <a:lnTo>
                    <a:pt x="258521" y="151371"/>
                  </a:lnTo>
                  <a:lnTo>
                    <a:pt x="295021" y="126707"/>
                  </a:lnTo>
                  <a:lnTo>
                    <a:pt x="333451" y="104863"/>
                  </a:lnTo>
                  <a:lnTo>
                    <a:pt x="335775" y="103771"/>
                  </a:lnTo>
                  <a:lnTo>
                    <a:pt x="341007" y="115824"/>
                  </a:lnTo>
                  <a:lnTo>
                    <a:pt x="357009" y="107315"/>
                  </a:lnTo>
                  <a:lnTo>
                    <a:pt x="401662" y="90690"/>
                  </a:lnTo>
                  <a:lnTo>
                    <a:pt x="447890" y="77482"/>
                  </a:lnTo>
                  <a:lnTo>
                    <a:pt x="495554" y="67843"/>
                  </a:lnTo>
                  <a:lnTo>
                    <a:pt x="544474" y="61950"/>
                  </a:lnTo>
                  <a:lnTo>
                    <a:pt x="594499" y="59944"/>
                  </a:lnTo>
                  <a:lnTo>
                    <a:pt x="644575" y="61950"/>
                  </a:lnTo>
                  <a:lnTo>
                    <a:pt x="693534" y="67843"/>
                  </a:lnTo>
                  <a:lnTo>
                    <a:pt x="741210" y="77482"/>
                  </a:lnTo>
                  <a:lnTo>
                    <a:pt x="787450" y="90690"/>
                  </a:lnTo>
                  <a:lnTo>
                    <a:pt x="832116" y="107315"/>
                  </a:lnTo>
                  <a:lnTo>
                    <a:pt x="854595" y="119380"/>
                  </a:lnTo>
                  <a:lnTo>
                    <a:pt x="859866" y="105321"/>
                  </a:lnTo>
                  <a:lnTo>
                    <a:pt x="897521" y="126707"/>
                  </a:lnTo>
                  <a:lnTo>
                    <a:pt x="934021" y="151371"/>
                  </a:lnTo>
                  <a:lnTo>
                    <a:pt x="968451" y="178689"/>
                  </a:lnTo>
                  <a:lnTo>
                    <a:pt x="1000658" y="208521"/>
                  </a:lnTo>
                  <a:lnTo>
                    <a:pt x="1030490" y="240728"/>
                  </a:lnTo>
                  <a:lnTo>
                    <a:pt x="1057821" y="275158"/>
                  </a:lnTo>
                  <a:lnTo>
                    <a:pt x="1082471" y="311658"/>
                  </a:lnTo>
                  <a:lnTo>
                    <a:pt x="1104315" y="350088"/>
                  </a:lnTo>
                  <a:lnTo>
                    <a:pt x="1123213" y="390309"/>
                  </a:lnTo>
                  <a:lnTo>
                    <a:pt x="1138999" y="432142"/>
                  </a:lnTo>
                  <a:lnTo>
                    <a:pt x="1151534" y="475475"/>
                  </a:lnTo>
                  <a:lnTo>
                    <a:pt x="1160665" y="520141"/>
                  </a:lnTo>
                  <a:lnTo>
                    <a:pt x="1166253" y="566000"/>
                  </a:lnTo>
                  <a:lnTo>
                    <a:pt x="1168158" y="612902"/>
                  </a:lnTo>
                  <a:lnTo>
                    <a:pt x="1168158" y="445262"/>
                  </a:lnTo>
                  <a:lnTo>
                    <a:pt x="1145679" y="380809"/>
                  </a:lnTo>
                  <a:lnTo>
                    <a:pt x="1125982" y="338886"/>
                  </a:lnTo>
                  <a:lnTo>
                    <a:pt x="1103198" y="298818"/>
                  </a:lnTo>
                  <a:lnTo>
                    <a:pt x="1077493" y="260756"/>
                  </a:lnTo>
                  <a:lnTo>
                    <a:pt x="1049007" y="224866"/>
                  </a:lnTo>
                  <a:lnTo>
                    <a:pt x="1017892" y="191287"/>
                  </a:lnTo>
                  <a:lnTo>
                    <a:pt x="984313" y="160172"/>
                  </a:lnTo>
                  <a:lnTo>
                    <a:pt x="948423" y="131686"/>
                  </a:lnTo>
                  <a:lnTo>
                    <a:pt x="910361" y="105981"/>
                  </a:lnTo>
                  <a:lnTo>
                    <a:pt x="870292" y="83197"/>
                  </a:lnTo>
                  <a:lnTo>
                    <a:pt x="868489" y="82359"/>
                  </a:lnTo>
                  <a:lnTo>
                    <a:pt x="875804" y="62865"/>
                  </a:lnTo>
                  <a:lnTo>
                    <a:pt x="806640" y="33782"/>
                  </a:lnTo>
                  <a:lnTo>
                    <a:pt x="755802" y="19265"/>
                  </a:lnTo>
                  <a:lnTo>
                    <a:pt x="703389" y="8674"/>
                  </a:lnTo>
                  <a:lnTo>
                    <a:pt x="649554" y="2197"/>
                  </a:lnTo>
                  <a:lnTo>
                    <a:pt x="594499" y="0"/>
                  </a:lnTo>
                  <a:lnTo>
                    <a:pt x="539483" y="2197"/>
                  </a:lnTo>
                  <a:lnTo>
                    <a:pt x="485660" y="8674"/>
                  </a:lnTo>
                  <a:lnTo>
                    <a:pt x="433222" y="19265"/>
                  </a:lnTo>
                  <a:lnTo>
                    <a:pt x="382358" y="33782"/>
                  </a:lnTo>
                  <a:lnTo>
                    <a:pt x="333260" y="52070"/>
                  </a:lnTo>
                  <a:lnTo>
                    <a:pt x="317131" y="60706"/>
                  </a:lnTo>
                  <a:lnTo>
                    <a:pt x="326085" y="81394"/>
                  </a:lnTo>
                  <a:lnTo>
                    <a:pt x="322249" y="83197"/>
                  </a:lnTo>
                  <a:lnTo>
                    <a:pt x="282181" y="105981"/>
                  </a:lnTo>
                  <a:lnTo>
                    <a:pt x="244119" y="131686"/>
                  </a:lnTo>
                  <a:lnTo>
                    <a:pt x="208216" y="160172"/>
                  </a:lnTo>
                  <a:lnTo>
                    <a:pt x="174637" y="191287"/>
                  </a:lnTo>
                  <a:lnTo>
                    <a:pt x="143535" y="224866"/>
                  </a:lnTo>
                  <a:lnTo>
                    <a:pt x="115036" y="260756"/>
                  </a:lnTo>
                  <a:lnTo>
                    <a:pt x="89331" y="298818"/>
                  </a:lnTo>
                  <a:lnTo>
                    <a:pt x="66548" y="338886"/>
                  </a:lnTo>
                  <a:lnTo>
                    <a:pt x="46850" y="380809"/>
                  </a:lnTo>
                  <a:lnTo>
                    <a:pt x="30391" y="424446"/>
                  </a:lnTo>
                  <a:lnTo>
                    <a:pt x="17322" y="469620"/>
                  </a:lnTo>
                  <a:lnTo>
                    <a:pt x="7797" y="516191"/>
                  </a:lnTo>
                  <a:lnTo>
                    <a:pt x="1968" y="564007"/>
                  </a:lnTo>
                  <a:lnTo>
                    <a:pt x="0" y="612902"/>
                  </a:lnTo>
                  <a:lnTo>
                    <a:pt x="1892" y="659815"/>
                  </a:lnTo>
                  <a:lnTo>
                    <a:pt x="1968" y="661809"/>
                  </a:lnTo>
                  <a:lnTo>
                    <a:pt x="7797" y="709625"/>
                  </a:lnTo>
                  <a:lnTo>
                    <a:pt x="17322" y="756196"/>
                  </a:lnTo>
                  <a:lnTo>
                    <a:pt x="30391" y="801370"/>
                  </a:lnTo>
                  <a:lnTo>
                    <a:pt x="46850" y="845007"/>
                  </a:lnTo>
                  <a:lnTo>
                    <a:pt x="66548" y="886929"/>
                  </a:lnTo>
                  <a:lnTo>
                    <a:pt x="89331" y="926998"/>
                  </a:lnTo>
                  <a:lnTo>
                    <a:pt x="115036" y="965060"/>
                  </a:lnTo>
                  <a:lnTo>
                    <a:pt x="143535" y="1000950"/>
                  </a:lnTo>
                  <a:lnTo>
                    <a:pt x="174637" y="1034529"/>
                  </a:lnTo>
                  <a:lnTo>
                    <a:pt x="208216" y="1065644"/>
                  </a:lnTo>
                  <a:lnTo>
                    <a:pt x="244119" y="1094130"/>
                  </a:lnTo>
                  <a:lnTo>
                    <a:pt x="282181" y="1119835"/>
                  </a:lnTo>
                  <a:lnTo>
                    <a:pt x="322249" y="1142619"/>
                  </a:lnTo>
                  <a:lnTo>
                    <a:pt x="364172" y="1162316"/>
                  </a:lnTo>
                  <a:lnTo>
                    <a:pt x="407797" y="1178775"/>
                  </a:lnTo>
                  <a:lnTo>
                    <a:pt x="452983" y="1191844"/>
                  </a:lnTo>
                  <a:lnTo>
                    <a:pt x="499554" y="1201369"/>
                  </a:lnTo>
                  <a:lnTo>
                    <a:pt x="547370" y="1207198"/>
                  </a:lnTo>
                  <a:lnTo>
                    <a:pt x="596277" y="1209167"/>
                  </a:lnTo>
                  <a:lnTo>
                    <a:pt x="645172" y="1207198"/>
                  </a:lnTo>
                  <a:lnTo>
                    <a:pt x="692988" y="1201369"/>
                  </a:lnTo>
                  <a:lnTo>
                    <a:pt x="739559" y="1191844"/>
                  </a:lnTo>
                  <a:lnTo>
                    <a:pt x="763955" y="1184783"/>
                  </a:lnTo>
                  <a:lnTo>
                    <a:pt x="784733" y="1178775"/>
                  </a:lnTo>
                  <a:lnTo>
                    <a:pt x="828370" y="1162316"/>
                  </a:lnTo>
                  <a:lnTo>
                    <a:pt x="870292" y="1142619"/>
                  </a:lnTo>
                  <a:lnTo>
                    <a:pt x="910361" y="1119835"/>
                  </a:lnTo>
                  <a:lnTo>
                    <a:pt x="948423" y="1094130"/>
                  </a:lnTo>
                  <a:lnTo>
                    <a:pt x="984313" y="1065644"/>
                  </a:lnTo>
                  <a:lnTo>
                    <a:pt x="1017892" y="1034529"/>
                  </a:lnTo>
                  <a:lnTo>
                    <a:pt x="1049007" y="1000950"/>
                  </a:lnTo>
                  <a:lnTo>
                    <a:pt x="1077493" y="965060"/>
                  </a:lnTo>
                  <a:lnTo>
                    <a:pt x="1103198" y="926998"/>
                  </a:lnTo>
                  <a:lnTo>
                    <a:pt x="1125982" y="886929"/>
                  </a:lnTo>
                  <a:lnTo>
                    <a:pt x="1145679" y="845007"/>
                  </a:lnTo>
                  <a:lnTo>
                    <a:pt x="1162138" y="801370"/>
                  </a:lnTo>
                  <a:lnTo>
                    <a:pt x="1175207" y="756196"/>
                  </a:lnTo>
                  <a:lnTo>
                    <a:pt x="1184732" y="709625"/>
                  </a:lnTo>
                  <a:lnTo>
                    <a:pt x="1190561" y="661809"/>
                  </a:lnTo>
                  <a:lnTo>
                    <a:pt x="1192542" y="61290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284" y="3427475"/>
              <a:ext cx="1098816" cy="11003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03540" y="3502913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4">
                  <a:moveTo>
                    <a:pt x="477050" y="0"/>
                  </a:moveTo>
                  <a:lnTo>
                    <a:pt x="428265" y="2461"/>
                  </a:lnTo>
                  <a:lnTo>
                    <a:pt x="380891" y="9687"/>
                  </a:lnTo>
                  <a:lnTo>
                    <a:pt x="335168" y="21438"/>
                  </a:lnTo>
                  <a:lnTo>
                    <a:pt x="291336" y="37474"/>
                  </a:lnTo>
                  <a:lnTo>
                    <a:pt x="249634" y="57556"/>
                  </a:lnTo>
                  <a:lnTo>
                    <a:pt x="210301" y="81445"/>
                  </a:lnTo>
                  <a:lnTo>
                    <a:pt x="173578" y="108900"/>
                  </a:lnTo>
                  <a:lnTo>
                    <a:pt x="139703" y="139684"/>
                  </a:lnTo>
                  <a:lnTo>
                    <a:pt x="108916" y="173555"/>
                  </a:lnTo>
                  <a:lnTo>
                    <a:pt x="81457" y="210275"/>
                  </a:lnTo>
                  <a:lnTo>
                    <a:pt x="57565" y="249604"/>
                  </a:lnTo>
                  <a:lnTo>
                    <a:pt x="37480" y="291304"/>
                  </a:lnTo>
                  <a:lnTo>
                    <a:pt x="21442" y="335134"/>
                  </a:lnTo>
                  <a:lnTo>
                    <a:pt x="9689" y="380854"/>
                  </a:lnTo>
                  <a:lnTo>
                    <a:pt x="2462" y="428227"/>
                  </a:lnTo>
                  <a:lnTo>
                    <a:pt x="0" y="477012"/>
                  </a:lnTo>
                  <a:lnTo>
                    <a:pt x="2462" y="525775"/>
                  </a:lnTo>
                  <a:lnTo>
                    <a:pt x="9689" y="573132"/>
                  </a:lnTo>
                  <a:lnTo>
                    <a:pt x="21442" y="618842"/>
                  </a:lnTo>
                  <a:lnTo>
                    <a:pt x="37480" y="662666"/>
                  </a:lnTo>
                  <a:lnTo>
                    <a:pt x="57565" y="704362"/>
                  </a:lnTo>
                  <a:lnTo>
                    <a:pt x="81457" y="743692"/>
                  </a:lnTo>
                  <a:lnTo>
                    <a:pt x="108916" y="780415"/>
                  </a:lnTo>
                  <a:lnTo>
                    <a:pt x="139703" y="814292"/>
                  </a:lnTo>
                  <a:lnTo>
                    <a:pt x="173578" y="845081"/>
                  </a:lnTo>
                  <a:lnTo>
                    <a:pt x="210301" y="872545"/>
                  </a:lnTo>
                  <a:lnTo>
                    <a:pt x="249634" y="896441"/>
                  </a:lnTo>
                  <a:lnTo>
                    <a:pt x="291336" y="916531"/>
                  </a:lnTo>
                  <a:lnTo>
                    <a:pt x="335168" y="932574"/>
                  </a:lnTo>
                  <a:lnTo>
                    <a:pt x="380891" y="944330"/>
                  </a:lnTo>
                  <a:lnTo>
                    <a:pt x="428265" y="951560"/>
                  </a:lnTo>
                  <a:lnTo>
                    <a:pt x="477050" y="954024"/>
                  </a:lnTo>
                  <a:lnTo>
                    <a:pt x="525813" y="951560"/>
                  </a:lnTo>
                  <a:lnTo>
                    <a:pt x="573170" y="944330"/>
                  </a:lnTo>
                  <a:lnTo>
                    <a:pt x="618880" y="932574"/>
                  </a:lnTo>
                  <a:lnTo>
                    <a:pt x="662704" y="916531"/>
                  </a:lnTo>
                  <a:lnTo>
                    <a:pt x="704400" y="896441"/>
                  </a:lnTo>
                  <a:lnTo>
                    <a:pt x="743730" y="872545"/>
                  </a:lnTo>
                  <a:lnTo>
                    <a:pt x="780453" y="845081"/>
                  </a:lnTo>
                  <a:lnTo>
                    <a:pt x="814330" y="814292"/>
                  </a:lnTo>
                  <a:lnTo>
                    <a:pt x="845120" y="780415"/>
                  </a:lnTo>
                  <a:lnTo>
                    <a:pt x="872583" y="743692"/>
                  </a:lnTo>
                  <a:lnTo>
                    <a:pt x="896479" y="704362"/>
                  </a:lnTo>
                  <a:lnTo>
                    <a:pt x="916569" y="662666"/>
                  </a:lnTo>
                  <a:lnTo>
                    <a:pt x="932612" y="618842"/>
                  </a:lnTo>
                  <a:lnTo>
                    <a:pt x="944368" y="573132"/>
                  </a:lnTo>
                  <a:lnTo>
                    <a:pt x="951598" y="525775"/>
                  </a:lnTo>
                  <a:lnTo>
                    <a:pt x="954062" y="477012"/>
                  </a:lnTo>
                  <a:lnTo>
                    <a:pt x="951598" y="428227"/>
                  </a:lnTo>
                  <a:lnTo>
                    <a:pt x="944368" y="380854"/>
                  </a:lnTo>
                  <a:lnTo>
                    <a:pt x="932612" y="335134"/>
                  </a:lnTo>
                  <a:lnTo>
                    <a:pt x="916569" y="291304"/>
                  </a:lnTo>
                  <a:lnTo>
                    <a:pt x="896479" y="249604"/>
                  </a:lnTo>
                  <a:lnTo>
                    <a:pt x="872583" y="210275"/>
                  </a:lnTo>
                  <a:lnTo>
                    <a:pt x="845120" y="173555"/>
                  </a:lnTo>
                  <a:lnTo>
                    <a:pt x="814330" y="139684"/>
                  </a:lnTo>
                  <a:lnTo>
                    <a:pt x="780453" y="108900"/>
                  </a:lnTo>
                  <a:lnTo>
                    <a:pt x="743730" y="81445"/>
                  </a:lnTo>
                  <a:lnTo>
                    <a:pt x="704400" y="57556"/>
                  </a:lnTo>
                  <a:lnTo>
                    <a:pt x="662704" y="37474"/>
                  </a:lnTo>
                  <a:lnTo>
                    <a:pt x="618880" y="21438"/>
                  </a:lnTo>
                  <a:lnTo>
                    <a:pt x="573170" y="9687"/>
                  </a:lnTo>
                  <a:lnTo>
                    <a:pt x="525813" y="2461"/>
                  </a:lnTo>
                  <a:lnTo>
                    <a:pt x="477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373806" y="3706621"/>
              <a:ext cx="613410" cy="545465"/>
            </a:xfrm>
            <a:custGeom>
              <a:avLst/>
              <a:gdLst/>
              <a:ahLst/>
              <a:cxnLst/>
              <a:rect l="l" t="t" r="r" b="b"/>
              <a:pathLst>
                <a:path w="613410" h="545464">
                  <a:moveTo>
                    <a:pt x="316309" y="129666"/>
                  </a:moveTo>
                  <a:lnTo>
                    <a:pt x="279680" y="155053"/>
                  </a:lnTo>
                  <a:lnTo>
                    <a:pt x="193450" y="213343"/>
                  </a:lnTo>
                  <a:lnTo>
                    <a:pt x="147604" y="245113"/>
                  </a:lnTo>
                  <a:lnTo>
                    <a:pt x="102441" y="277875"/>
                  </a:lnTo>
                  <a:lnTo>
                    <a:pt x="102441" y="545338"/>
                  </a:lnTo>
                  <a:lnTo>
                    <a:pt x="234521" y="545338"/>
                  </a:lnTo>
                  <a:lnTo>
                    <a:pt x="234521" y="344677"/>
                  </a:lnTo>
                  <a:lnTo>
                    <a:pt x="526558" y="344677"/>
                  </a:lnTo>
                  <a:lnTo>
                    <a:pt x="527383" y="277875"/>
                  </a:lnTo>
                  <a:lnTo>
                    <a:pt x="316309" y="129666"/>
                  </a:lnTo>
                  <a:close/>
                </a:path>
                <a:path w="613410" h="545464">
                  <a:moveTo>
                    <a:pt x="526558" y="344677"/>
                  </a:moveTo>
                  <a:lnTo>
                    <a:pt x="395303" y="344677"/>
                  </a:lnTo>
                  <a:lnTo>
                    <a:pt x="395303" y="545338"/>
                  </a:lnTo>
                  <a:lnTo>
                    <a:pt x="524081" y="545338"/>
                  </a:lnTo>
                  <a:lnTo>
                    <a:pt x="526558" y="344677"/>
                  </a:lnTo>
                  <a:close/>
                </a:path>
                <a:path w="613410" h="545464">
                  <a:moveTo>
                    <a:pt x="317387" y="0"/>
                  </a:moveTo>
                  <a:lnTo>
                    <a:pt x="308689" y="0"/>
                  </a:lnTo>
                  <a:lnTo>
                    <a:pt x="301148" y="1791"/>
                  </a:lnTo>
                  <a:lnTo>
                    <a:pt x="16462" y="200659"/>
                  </a:lnTo>
                  <a:lnTo>
                    <a:pt x="0" y="226187"/>
                  </a:lnTo>
                  <a:lnTo>
                    <a:pt x="89" y="234695"/>
                  </a:lnTo>
                  <a:lnTo>
                    <a:pt x="156" y="241129"/>
                  </a:lnTo>
                  <a:lnTo>
                    <a:pt x="6302" y="255142"/>
                  </a:lnTo>
                  <a:lnTo>
                    <a:pt x="17533" y="265598"/>
                  </a:lnTo>
                  <a:lnTo>
                    <a:pt x="31575" y="270684"/>
                  </a:lnTo>
                  <a:lnTo>
                    <a:pt x="46664" y="270127"/>
                  </a:lnTo>
                  <a:lnTo>
                    <a:pt x="61039" y="263651"/>
                  </a:lnTo>
                  <a:lnTo>
                    <a:pt x="312626" y="84708"/>
                  </a:lnTo>
                  <a:lnTo>
                    <a:pt x="454727" y="84708"/>
                  </a:lnTo>
                  <a:lnTo>
                    <a:pt x="346154" y="11556"/>
                  </a:lnTo>
                  <a:lnTo>
                    <a:pt x="335228" y="5393"/>
                  </a:lnTo>
                  <a:lnTo>
                    <a:pt x="325516" y="1587"/>
                  </a:lnTo>
                  <a:lnTo>
                    <a:pt x="317387" y="0"/>
                  </a:lnTo>
                  <a:close/>
                </a:path>
                <a:path w="613410" h="545464">
                  <a:moveTo>
                    <a:pt x="454727" y="84708"/>
                  </a:moveTo>
                  <a:lnTo>
                    <a:pt x="312626" y="84708"/>
                  </a:lnTo>
                  <a:lnTo>
                    <a:pt x="551259" y="245490"/>
                  </a:lnTo>
                  <a:lnTo>
                    <a:pt x="565566" y="251412"/>
                  </a:lnTo>
                  <a:lnTo>
                    <a:pt x="580462" y="251412"/>
                  </a:lnTo>
                  <a:lnTo>
                    <a:pt x="594800" y="245633"/>
                  </a:lnTo>
                  <a:lnTo>
                    <a:pt x="606250" y="234695"/>
                  </a:lnTo>
                  <a:lnTo>
                    <a:pt x="612586" y="220293"/>
                  </a:lnTo>
                  <a:lnTo>
                    <a:pt x="612933" y="205295"/>
                  </a:lnTo>
                  <a:lnTo>
                    <a:pt x="607589" y="191440"/>
                  </a:lnTo>
                  <a:lnTo>
                    <a:pt x="596852" y="180466"/>
                  </a:lnTo>
                  <a:lnTo>
                    <a:pt x="454727" y="84708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28213" y="4996158"/>
            <a:ext cx="1670050" cy="5822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600" b="1" dirty="0">
                <a:latin typeface="Century Gothic"/>
                <a:cs typeface="Century Gothic"/>
              </a:rPr>
              <a:t>Contact</a:t>
            </a:r>
            <a:r>
              <a:rPr sz="1600" b="1" spc="-60" dirty="0">
                <a:latin typeface="Century Gothic"/>
                <a:cs typeface="Century Gothic"/>
              </a:rPr>
              <a:t> </a:t>
            </a:r>
            <a:r>
              <a:rPr sz="1600" b="1" spc="-10" dirty="0">
                <a:latin typeface="Century Gothic"/>
                <a:cs typeface="Century Gothic"/>
              </a:rPr>
              <a:t>Number</a:t>
            </a:r>
            <a:endParaRPr sz="1600" dirty="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400" spc="-10" dirty="0">
                <a:solidFill>
                  <a:srgbClr val="2C2C2C"/>
                </a:solidFill>
                <a:latin typeface="Arial"/>
                <a:cs typeface="Arial"/>
              </a:rPr>
              <a:t>0123456789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66084" y="3375278"/>
            <a:ext cx="1192530" cy="1209675"/>
            <a:chOff x="3466084" y="3375278"/>
            <a:chExt cx="1192530" cy="1209675"/>
          </a:xfrm>
        </p:grpSpPr>
        <p:sp>
          <p:nvSpPr>
            <p:cNvPr id="20" name="object 20"/>
            <p:cNvSpPr/>
            <p:nvPr/>
          </p:nvSpPr>
          <p:spPr>
            <a:xfrm>
              <a:off x="3466084" y="3375278"/>
              <a:ext cx="1192530" cy="1209675"/>
            </a:xfrm>
            <a:custGeom>
              <a:avLst/>
              <a:gdLst/>
              <a:ahLst/>
              <a:cxnLst/>
              <a:rect l="l" t="t" r="r" b="b"/>
              <a:pathLst>
                <a:path w="1192529" h="1209675">
                  <a:moveTo>
                    <a:pt x="1192530" y="612902"/>
                  </a:moveTo>
                  <a:lnTo>
                    <a:pt x="1190625" y="566000"/>
                  </a:lnTo>
                  <a:lnTo>
                    <a:pt x="1190548" y="564007"/>
                  </a:lnTo>
                  <a:lnTo>
                    <a:pt x="1184719" y="516191"/>
                  </a:lnTo>
                  <a:lnTo>
                    <a:pt x="1175194" y="469620"/>
                  </a:lnTo>
                  <a:lnTo>
                    <a:pt x="1168146" y="445262"/>
                  </a:lnTo>
                  <a:lnTo>
                    <a:pt x="1168146" y="612902"/>
                  </a:lnTo>
                  <a:lnTo>
                    <a:pt x="1166241" y="659815"/>
                  </a:lnTo>
                  <a:lnTo>
                    <a:pt x="1160653" y="705675"/>
                  </a:lnTo>
                  <a:lnTo>
                    <a:pt x="1151521" y="750341"/>
                  </a:lnTo>
                  <a:lnTo>
                    <a:pt x="1138986" y="793673"/>
                  </a:lnTo>
                  <a:lnTo>
                    <a:pt x="1123200" y="835507"/>
                  </a:lnTo>
                  <a:lnTo>
                    <a:pt x="1104303" y="875728"/>
                  </a:lnTo>
                  <a:lnTo>
                    <a:pt x="1082459" y="914158"/>
                  </a:lnTo>
                  <a:lnTo>
                    <a:pt x="1057808" y="950658"/>
                  </a:lnTo>
                  <a:lnTo>
                    <a:pt x="1030478" y="985088"/>
                  </a:lnTo>
                  <a:lnTo>
                    <a:pt x="1000645" y="1017295"/>
                  </a:lnTo>
                  <a:lnTo>
                    <a:pt x="968438" y="1047127"/>
                  </a:lnTo>
                  <a:lnTo>
                    <a:pt x="934008" y="1074445"/>
                  </a:lnTo>
                  <a:lnTo>
                    <a:pt x="897509" y="1099108"/>
                  </a:lnTo>
                  <a:lnTo>
                    <a:pt x="859078" y="1120952"/>
                  </a:lnTo>
                  <a:lnTo>
                    <a:pt x="818857" y="1139850"/>
                  </a:lnTo>
                  <a:lnTo>
                    <a:pt x="777024" y="1155636"/>
                  </a:lnTo>
                  <a:lnTo>
                    <a:pt x="733691" y="1168171"/>
                  </a:lnTo>
                  <a:lnTo>
                    <a:pt x="689025" y="1177302"/>
                  </a:lnTo>
                  <a:lnTo>
                    <a:pt x="643166" y="1182890"/>
                  </a:lnTo>
                  <a:lnTo>
                    <a:pt x="596265" y="1184783"/>
                  </a:lnTo>
                  <a:lnTo>
                    <a:pt x="549351" y="1182890"/>
                  </a:lnTo>
                  <a:lnTo>
                    <a:pt x="503491" y="1177302"/>
                  </a:lnTo>
                  <a:lnTo>
                    <a:pt x="458825" y="1168171"/>
                  </a:lnTo>
                  <a:lnTo>
                    <a:pt x="415493" y="1155636"/>
                  </a:lnTo>
                  <a:lnTo>
                    <a:pt x="373659" y="1139850"/>
                  </a:lnTo>
                  <a:lnTo>
                    <a:pt x="333438" y="1120952"/>
                  </a:lnTo>
                  <a:lnTo>
                    <a:pt x="295008" y="1099108"/>
                  </a:lnTo>
                  <a:lnTo>
                    <a:pt x="258508" y="1074445"/>
                  </a:lnTo>
                  <a:lnTo>
                    <a:pt x="224078" y="1047127"/>
                  </a:lnTo>
                  <a:lnTo>
                    <a:pt x="191871" y="1017295"/>
                  </a:lnTo>
                  <a:lnTo>
                    <a:pt x="162039" y="985088"/>
                  </a:lnTo>
                  <a:lnTo>
                    <a:pt x="134708" y="950658"/>
                  </a:lnTo>
                  <a:lnTo>
                    <a:pt x="110058" y="914158"/>
                  </a:lnTo>
                  <a:lnTo>
                    <a:pt x="88214" y="875728"/>
                  </a:lnTo>
                  <a:lnTo>
                    <a:pt x="69316" y="835507"/>
                  </a:lnTo>
                  <a:lnTo>
                    <a:pt x="53530" y="793673"/>
                  </a:lnTo>
                  <a:lnTo>
                    <a:pt x="40995" y="750341"/>
                  </a:lnTo>
                  <a:lnTo>
                    <a:pt x="31864" y="705675"/>
                  </a:lnTo>
                  <a:lnTo>
                    <a:pt x="26276" y="659815"/>
                  </a:lnTo>
                  <a:lnTo>
                    <a:pt x="24384" y="612902"/>
                  </a:lnTo>
                  <a:lnTo>
                    <a:pt x="26276" y="566000"/>
                  </a:lnTo>
                  <a:lnTo>
                    <a:pt x="31864" y="520141"/>
                  </a:lnTo>
                  <a:lnTo>
                    <a:pt x="40995" y="475475"/>
                  </a:lnTo>
                  <a:lnTo>
                    <a:pt x="53530" y="432142"/>
                  </a:lnTo>
                  <a:lnTo>
                    <a:pt x="69316" y="390309"/>
                  </a:lnTo>
                  <a:lnTo>
                    <a:pt x="88214" y="350088"/>
                  </a:lnTo>
                  <a:lnTo>
                    <a:pt x="110058" y="311658"/>
                  </a:lnTo>
                  <a:lnTo>
                    <a:pt x="134708" y="275158"/>
                  </a:lnTo>
                  <a:lnTo>
                    <a:pt x="162039" y="240728"/>
                  </a:lnTo>
                  <a:lnTo>
                    <a:pt x="191871" y="208521"/>
                  </a:lnTo>
                  <a:lnTo>
                    <a:pt x="224078" y="178689"/>
                  </a:lnTo>
                  <a:lnTo>
                    <a:pt x="258508" y="151371"/>
                  </a:lnTo>
                  <a:lnTo>
                    <a:pt x="295008" y="126707"/>
                  </a:lnTo>
                  <a:lnTo>
                    <a:pt x="333438" y="104863"/>
                  </a:lnTo>
                  <a:lnTo>
                    <a:pt x="335762" y="103771"/>
                  </a:lnTo>
                  <a:lnTo>
                    <a:pt x="340995" y="115824"/>
                  </a:lnTo>
                  <a:lnTo>
                    <a:pt x="356997" y="107315"/>
                  </a:lnTo>
                  <a:lnTo>
                    <a:pt x="401650" y="90690"/>
                  </a:lnTo>
                  <a:lnTo>
                    <a:pt x="447878" y="77482"/>
                  </a:lnTo>
                  <a:lnTo>
                    <a:pt x="495541" y="67843"/>
                  </a:lnTo>
                  <a:lnTo>
                    <a:pt x="544461" y="61950"/>
                  </a:lnTo>
                  <a:lnTo>
                    <a:pt x="594487" y="59944"/>
                  </a:lnTo>
                  <a:lnTo>
                    <a:pt x="644563" y="61950"/>
                  </a:lnTo>
                  <a:lnTo>
                    <a:pt x="693521" y="67843"/>
                  </a:lnTo>
                  <a:lnTo>
                    <a:pt x="741197" y="77482"/>
                  </a:lnTo>
                  <a:lnTo>
                    <a:pt x="787438" y="90690"/>
                  </a:lnTo>
                  <a:lnTo>
                    <a:pt x="832104" y="107315"/>
                  </a:lnTo>
                  <a:lnTo>
                    <a:pt x="854583" y="119380"/>
                  </a:lnTo>
                  <a:lnTo>
                    <a:pt x="859878" y="105333"/>
                  </a:lnTo>
                  <a:lnTo>
                    <a:pt x="897509" y="126707"/>
                  </a:lnTo>
                  <a:lnTo>
                    <a:pt x="934008" y="151371"/>
                  </a:lnTo>
                  <a:lnTo>
                    <a:pt x="968438" y="178689"/>
                  </a:lnTo>
                  <a:lnTo>
                    <a:pt x="1000645" y="208521"/>
                  </a:lnTo>
                  <a:lnTo>
                    <a:pt x="1030478" y="240728"/>
                  </a:lnTo>
                  <a:lnTo>
                    <a:pt x="1057808" y="275158"/>
                  </a:lnTo>
                  <a:lnTo>
                    <a:pt x="1082459" y="311658"/>
                  </a:lnTo>
                  <a:lnTo>
                    <a:pt x="1104303" y="350088"/>
                  </a:lnTo>
                  <a:lnTo>
                    <a:pt x="1123200" y="390309"/>
                  </a:lnTo>
                  <a:lnTo>
                    <a:pt x="1138986" y="432142"/>
                  </a:lnTo>
                  <a:lnTo>
                    <a:pt x="1151521" y="475475"/>
                  </a:lnTo>
                  <a:lnTo>
                    <a:pt x="1160653" y="520141"/>
                  </a:lnTo>
                  <a:lnTo>
                    <a:pt x="1166241" y="566000"/>
                  </a:lnTo>
                  <a:lnTo>
                    <a:pt x="1168146" y="612902"/>
                  </a:lnTo>
                  <a:lnTo>
                    <a:pt x="1168146" y="445262"/>
                  </a:lnTo>
                  <a:lnTo>
                    <a:pt x="1145667" y="380809"/>
                  </a:lnTo>
                  <a:lnTo>
                    <a:pt x="1125969" y="338886"/>
                  </a:lnTo>
                  <a:lnTo>
                    <a:pt x="1103185" y="298818"/>
                  </a:lnTo>
                  <a:lnTo>
                    <a:pt x="1077480" y="260756"/>
                  </a:lnTo>
                  <a:lnTo>
                    <a:pt x="1048994" y="224866"/>
                  </a:lnTo>
                  <a:lnTo>
                    <a:pt x="1017879" y="191287"/>
                  </a:lnTo>
                  <a:lnTo>
                    <a:pt x="984300" y="160172"/>
                  </a:lnTo>
                  <a:lnTo>
                    <a:pt x="948410" y="131686"/>
                  </a:lnTo>
                  <a:lnTo>
                    <a:pt x="910348" y="105981"/>
                  </a:lnTo>
                  <a:lnTo>
                    <a:pt x="870280" y="83197"/>
                  </a:lnTo>
                  <a:lnTo>
                    <a:pt x="868540" y="82384"/>
                  </a:lnTo>
                  <a:lnTo>
                    <a:pt x="875919" y="62865"/>
                  </a:lnTo>
                  <a:lnTo>
                    <a:pt x="806627" y="33782"/>
                  </a:lnTo>
                  <a:lnTo>
                    <a:pt x="755789" y="19265"/>
                  </a:lnTo>
                  <a:lnTo>
                    <a:pt x="703376" y="8674"/>
                  </a:lnTo>
                  <a:lnTo>
                    <a:pt x="649541" y="2197"/>
                  </a:lnTo>
                  <a:lnTo>
                    <a:pt x="594487" y="0"/>
                  </a:lnTo>
                  <a:lnTo>
                    <a:pt x="539483" y="2197"/>
                  </a:lnTo>
                  <a:lnTo>
                    <a:pt x="485686" y="8674"/>
                  </a:lnTo>
                  <a:lnTo>
                    <a:pt x="433285" y="19265"/>
                  </a:lnTo>
                  <a:lnTo>
                    <a:pt x="382460" y="33782"/>
                  </a:lnTo>
                  <a:lnTo>
                    <a:pt x="333375" y="52070"/>
                  </a:lnTo>
                  <a:lnTo>
                    <a:pt x="317119" y="60706"/>
                  </a:lnTo>
                  <a:lnTo>
                    <a:pt x="326072" y="81394"/>
                  </a:lnTo>
                  <a:lnTo>
                    <a:pt x="322237" y="83197"/>
                  </a:lnTo>
                  <a:lnTo>
                    <a:pt x="282168" y="105981"/>
                  </a:lnTo>
                  <a:lnTo>
                    <a:pt x="244106" y="131686"/>
                  </a:lnTo>
                  <a:lnTo>
                    <a:pt x="208216" y="160172"/>
                  </a:lnTo>
                  <a:lnTo>
                    <a:pt x="174637" y="191287"/>
                  </a:lnTo>
                  <a:lnTo>
                    <a:pt x="143522" y="224866"/>
                  </a:lnTo>
                  <a:lnTo>
                    <a:pt x="115036" y="260756"/>
                  </a:lnTo>
                  <a:lnTo>
                    <a:pt x="89331" y="298818"/>
                  </a:lnTo>
                  <a:lnTo>
                    <a:pt x="66548" y="338886"/>
                  </a:lnTo>
                  <a:lnTo>
                    <a:pt x="46850" y="380809"/>
                  </a:lnTo>
                  <a:lnTo>
                    <a:pt x="30391" y="424446"/>
                  </a:lnTo>
                  <a:lnTo>
                    <a:pt x="17322" y="469620"/>
                  </a:lnTo>
                  <a:lnTo>
                    <a:pt x="7797" y="516191"/>
                  </a:lnTo>
                  <a:lnTo>
                    <a:pt x="1968" y="564007"/>
                  </a:lnTo>
                  <a:lnTo>
                    <a:pt x="0" y="612902"/>
                  </a:lnTo>
                  <a:lnTo>
                    <a:pt x="1892" y="659815"/>
                  </a:lnTo>
                  <a:lnTo>
                    <a:pt x="1968" y="661809"/>
                  </a:lnTo>
                  <a:lnTo>
                    <a:pt x="7797" y="709625"/>
                  </a:lnTo>
                  <a:lnTo>
                    <a:pt x="17322" y="756196"/>
                  </a:lnTo>
                  <a:lnTo>
                    <a:pt x="30391" y="801370"/>
                  </a:lnTo>
                  <a:lnTo>
                    <a:pt x="46850" y="845007"/>
                  </a:lnTo>
                  <a:lnTo>
                    <a:pt x="66548" y="886929"/>
                  </a:lnTo>
                  <a:lnTo>
                    <a:pt x="89331" y="926998"/>
                  </a:lnTo>
                  <a:lnTo>
                    <a:pt x="115036" y="965060"/>
                  </a:lnTo>
                  <a:lnTo>
                    <a:pt x="143522" y="1000950"/>
                  </a:lnTo>
                  <a:lnTo>
                    <a:pt x="174637" y="1034529"/>
                  </a:lnTo>
                  <a:lnTo>
                    <a:pt x="208216" y="1065644"/>
                  </a:lnTo>
                  <a:lnTo>
                    <a:pt x="244106" y="1094130"/>
                  </a:lnTo>
                  <a:lnTo>
                    <a:pt x="282168" y="1119835"/>
                  </a:lnTo>
                  <a:lnTo>
                    <a:pt x="322237" y="1142619"/>
                  </a:lnTo>
                  <a:lnTo>
                    <a:pt x="364159" y="1162316"/>
                  </a:lnTo>
                  <a:lnTo>
                    <a:pt x="407797" y="1178775"/>
                  </a:lnTo>
                  <a:lnTo>
                    <a:pt x="452970" y="1191844"/>
                  </a:lnTo>
                  <a:lnTo>
                    <a:pt x="499541" y="1201369"/>
                  </a:lnTo>
                  <a:lnTo>
                    <a:pt x="547357" y="1207198"/>
                  </a:lnTo>
                  <a:lnTo>
                    <a:pt x="596265" y="1209167"/>
                  </a:lnTo>
                  <a:lnTo>
                    <a:pt x="645160" y="1207198"/>
                  </a:lnTo>
                  <a:lnTo>
                    <a:pt x="692975" y="1201369"/>
                  </a:lnTo>
                  <a:lnTo>
                    <a:pt x="739546" y="1191844"/>
                  </a:lnTo>
                  <a:lnTo>
                    <a:pt x="763943" y="1184783"/>
                  </a:lnTo>
                  <a:lnTo>
                    <a:pt x="784720" y="1178775"/>
                  </a:lnTo>
                  <a:lnTo>
                    <a:pt x="828357" y="1162316"/>
                  </a:lnTo>
                  <a:lnTo>
                    <a:pt x="870280" y="1142619"/>
                  </a:lnTo>
                  <a:lnTo>
                    <a:pt x="910348" y="1119835"/>
                  </a:lnTo>
                  <a:lnTo>
                    <a:pt x="948410" y="1094130"/>
                  </a:lnTo>
                  <a:lnTo>
                    <a:pt x="984300" y="1065644"/>
                  </a:lnTo>
                  <a:lnTo>
                    <a:pt x="1017879" y="1034529"/>
                  </a:lnTo>
                  <a:lnTo>
                    <a:pt x="1048994" y="1000950"/>
                  </a:lnTo>
                  <a:lnTo>
                    <a:pt x="1077480" y="965060"/>
                  </a:lnTo>
                  <a:lnTo>
                    <a:pt x="1103185" y="926998"/>
                  </a:lnTo>
                  <a:lnTo>
                    <a:pt x="1125969" y="886929"/>
                  </a:lnTo>
                  <a:lnTo>
                    <a:pt x="1145667" y="845007"/>
                  </a:lnTo>
                  <a:lnTo>
                    <a:pt x="1162126" y="801370"/>
                  </a:lnTo>
                  <a:lnTo>
                    <a:pt x="1175194" y="756196"/>
                  </a:lnTo>
                  <a:lnTo>
                    <a:pt x="1184719" y="709625"/>
                  </a:lnTo>
                  <a:lnTo>
                    <a:pt x="1190548" y="661809"/>
                  </a:lnTo>
                  <a:lnTo>
                    <a:pt x="1192530" y="61290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1296" y="3427475"/>
              <a:ext cx="1098816" cy="11003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585972" y="3502913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4">
                  <a:moveTo>
                    <a:pt x="477012" y="0"/>
                  </a:moveTo>
                  <a:lnTo>
                    <a:pt x="428248" y="2461"/>
                  </a:lnTo>
                  <a:lnTo>
                    <a:pt x="380891" y="9687"/>
                  </a:lnTo>
                  <a:lnTo>
                    <a:pt x="335181" y="21438"/>
                  </a:lnTo>
                  <a:lnTo>
                    <a:pt x="291357" y="37474"/>
                  </a:lnTo>
                  <a:lnTo>
                    <a:pt x="249661" y="57556"/>
                  </a:lnTo>
                  <a:lnTo>
                    <a:pt x="210331" y="81445"/>
                  </a:lnTo>
                  <a:lnTo>
                    <a:pt x="173608" y="108900"/>
                  </a:lnTo>
                  <a:lnTo>
                    <a:pt x="139731" y="139684"/>
                  </a:lnTo>
                  <a:lnTo>
                    <a:pt x="108942" y="173555"/>
                  </a:lnTo>
                  <a:lnTo>
                    <a:pt x="81478" y="210275"/>
                  </a:lnTo>
                  <a:lnTo>
                    <a:pt x="57582" y="249604"/>
                  </a:lnTo>
                  <a:lnTo>
                    <a:pt x="37492" y="291304"/>
                  </a:lnTo>
                  <a:lnTo>
                    <a:pt x="21449" y="335134"/>
                  </a:lnTo>
                  <a:lnTo>
                    <a:pt x="9693" y="380854"/>
                  </a:lnTo>
                  <a:lnTo>
                    <a:pt x="2463" y="428227"/>
                  </a:lnTo>
                  <a:lnTo>
                    <a:pt x="0" y="477012"/>
                  </a:lnTo>
                  <a:lnTo>
                    <a:pt x="2463" y="525775"/>
                  </a:lnTo>
                  <a:lnTo>
                    <a:pt x="9693" y="573132"/>
                  </a:lnTo>
                  <a:lnTo>
                    <a:pt x="21449" y="618842"/>
                  </a:lnTo>
                  <a:lnTo>
                    <a:pt x="37492" y="662666"/>
                  </a:lnTo>
                  <a:lnTo>
                    <a:pt x="57582" y="704362"/>
                  </a:lnTo>
                  <a:lnTo>
                    <a:pt x="81478" y="743692"/>
                  </a:lnTo>
                  <a:lnTo>
                    <a:pt x="108942" y="780415"/>
                  </a:lnTo>
                  <a:lnTo>
                    <a:pt x="139731" y="814292"/>
                  </a:lnTo>
                  <a:lnTo>
                    <a:pt x="173608" y="845081"/>
                  </a:lnTo>
                  <a:lnTo>
                    <a:pt x="210331" y="872545"/>
                  </a:lnTo>
                  <a:lnTo>
                    <a:pt x="249661" y="896441"/>
                  </a:lnTo>
                  <a:lnTo>
                    <a:pt x="291357" y="916531"/>
                  </a:lnTo>
                  <a:lnTo>
                    <a:pt x="335181" y="932574"/>
                  </a:lnTo>
                  <a:lnTo>
                    <a:pt x="380891" y="944330"/>
                  </a:lnTo>
                  <a:lnTo>
                    <a:pt x="428248" y="951560"/>
                  </a:lnTo>
                  <a:lnTo>
                    <a:pt x="477012" y="954024"/>
                  </a:lnTo>
                  <a:lnTo>
                    <a:pt x="525775" y="951560"/>
                  </a:lnTo>
                  <a:lnTo>
                    <a:pt x="573132" y="944330"/>
                  </a:lnTo>
                  <a:lnTo>
                    <a:pt x="618842" y="932574"/>
                  </a:lnTo>
                  <a:lnTo>
                    <a:pt x="662666" y="916531"/>
                  </a:lnTo>
                  <a:lnTo>
                    <a:pt x="704362" y="896441"/>
                  </a:lnTo>
                  <a:lnTo>
                    <a:pt x="743692" y="872545"/>
                  </a:lnTo>
                  <a:lnTo>
                    <a:pt x="780415" y="845081"/>
                  </a:lnTo>
                  <a:lnTo>
                    <a:pt x="814292" y="814292"/>
                  </a:lnTo>
                  <a:lnTo>
                    <a:pt x="845081" y="780415"/>
                  </a:lnTo>
                  <a:lnTo>
                    <a:pt x="872545" y="743692"/>
                  </a:lnTo>
                  <a:lnTo>
                    <a:pt x="896441" y="704362"/>
                  </a:lnTo>
                  <a:lnTo>
                    <a:pt x="916531" y="662666"/>
                  </a:lnTo>
                  <a:lnTo>
                    <a:pt x="932574" y="618842"/>
                  </a:lnTo>
                  <a:lnTo>
                    <a:pt x="944330" y="573132"/>
                  </a:lnTo>
                  <a:lnTo>
                    <a:pt x="951560" y="525775"/>
                  </a:lnTo>
                  <a:lnTo>
                    <a:pt x="954024" y="477012"/>
                  </a:lnTo>
                  <a:lnTo>
                    <a:pt x="951560" y="428227"/>
                  </a:lnTo>
                  <a:lnTo>
                    <a:pt x="944330" y="380854"/>
                  </a:lnTo>
                  <a:lnTo>
                    <a:pt x="932574" y="335134"/>
                  </a:lnTo>
                  <a:lnTo>
                    <a:pt x="916531" y="291304"/>
                  </a:lnTo>
                  <a:lnTo>
                    <a:pt x="896441" y="249604"/>
                  </a:lnTo>
                  <a:lnTo>
                    <a:pt x="872545" y="210275"/>
                  </a:lnTo>
                  <a:lnTo>
                    <a:pt x="845081" y="173555"/>
                  </a:lnTo>
                  <a:lnTo>
                    <a:pt x="814292" y="139684"/>
                  </a:lnTo>
                  <a:lnTo>
                    <a:pt x="780415" y="108900"/>
                  </a:lnTo>
                  <a:lnTo>
                    <a:pt x="743692" y="81445"/>
                  </a:lnTo>
                  <a:lnTo>
                    <a:pt x="704362" y="57556"/>
                  </a:lnTo>
                  <a:lnTo>
                    <a:pt x="662666" y="37474"/>
                  </a:lnTo>
                  <a:lnTo>
                    <a:pt x="618842" y="21438"/>
                  </a:lnTo>
                  <a:lnTo>
                    <a:pt x="573132" y="9687"/>
                  </a:lnTo>
                  <a:lnTo>
                    <a:pt x="525775" y="2461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5068" y="3694175"/>
              <a:ext cx="535305" cy="570230"/>
            </a:xfrm>
            <a:custGeom>
              <a:avLst/>
              <a:gdLst/>
              <a:ahLst/>
              <a:cxnLst/>
              <a:rect l="l" t="t" r="r" b="b"/>
              <a:pathLst>
                <a:path w="535304" h="570229">
                  <a:moveTo>
                    <a:pt x="119706" y="0"/>
                  </a:moveTo>
                  <a:lnTo>
                    <a:pt x="60028" y="18424"/>
                  </a:lnTo>
                  <a:lnTo>
                    <a:pt x="36426" y="56626"/>
                  </a:lnTo>
                  <a:lnTo>
                    <a:pt x="33160" y="94136"/>
                  </a:lnTo>
                  <a:lnTo>
                    <a:pt x="34489" y="110490"/>
                  </a:lnTo>
                  <a:lnTo>
                    <a:pt x="16338" y="144949"/>
                  </a:lnTo>
                  <a:lnTo>
                    <a:pt x="4988" y="180766"/>
                  </a:lnTo>
                  <a:lnTo>
                    <a:pt x="0" y="217483"/>
                  </a:lnTo>
                  <a:lnTo>
                    <a:pt x="936" y="254643"/>
                  </a:lnTo>
                  <a:lnTo>
                    <a:pt x="18833" y="328457"/>
                  </a:lnTo>
                  <a:lnTo>
                    <a:pt x="34918" y="364196"/>
                  </a:lnTo>
                  <a:lnTo>
                    <a:pt x="55176" y="398547"/>
                  </a:lnTo>
                  <a:lnTo>
                    <a:pt x="79171" y="431051"/>
                  </a:lnTo>
                  <a:lnTo>
                    <a:pt x="106465" y="461252"/>
                  </a:lnTo>
                  <a:lnTo>
                    <a:pt x="136619" y="488690"/>
                  </a:lnTo>
                  <a:lnTo>
                    <a:pt x="169196" y="512909"/>
                  </a:lnTo>
                  <a:lnTo>
                    <a:pt x="203759" y="533450"/>
                  </a:lnTo>
                  <a:lnTo>
                    <a:pt x="239869" y="549857"/>
                  </a:lnTo>
                  <a:lnTo>
                    <a:pt x="277090" y="561671"/>
                  </a:lnTo>
                  <a:lnTo>
                    <a:pt x="314982" y="568435"/>
                  </a:lnTo>
                  <a:lnTo>
                    <a:pt x="353109" y="569690"/>
                  </a:lnTo>
                  <a:lnTo>
                    <a:pt x="391033" y="564980"/>
                  </a:lnTo>
                  <a:lnTo>
                    <a:pt x="428316" y="553847"/>
                  </a:lnTo>
                  <a:lnTo>
                    <a:pt x="462401" y="554271"/>
                  </a:lnTo>
                  <a:lnTo>
                    <a:pt x="495193" y="544686"/>
                  </a:lnTo>
                  <a:lnTo>
                    <a:pt x="521256" y="523434"/>
                  </a:lnTo>
                  <a:lnTo>
                    <a:pt x="535151" y="488855"/>
                  </a:lnTo>
                  <a:lnTo>
                    <a:pt x="531440" y="439293"/>
                  </a:lnTo>
                  <a:lnTo>
                    <a:pt x="383485" y="366775"/>
                  </a:lnTo>
                  <a:lnTo>
                    <a:pt x="361367" y="380303"/>
                  </a:lnTo>
                  <a:lnTo>
                    <a:pt x="348656" y="397748"/>
                  </a:lnTo>
                  <a:lnTo>
                    <a:pt x="342659" y="419264"/>
                  </a:lnTo>
                  <a:lnTo>
                    <a:pt x="340686" y="445007"/>
                  </a:lnTo>
                  <a:lnTo>
                    <a:pt x="323437" y="455437"/>
                  </a:lnTo>
                  <a:lnTo>
                    <a:pt x="268693" y="452559"/>
                  </a:lnTo>
                  <a:lnTo>
                    <a:pt x="202931" y="421577"/>
                  </a:lnTo>
                  <a:lnTo>
                    <a:pt x="171910" y="396878"/>
                  </a:lnTo>
                  <a:lnTo>
                    <a:pt x="145325" y="366748"/>
                  </a:lnTo>
                  <a:lnTo>
                    <a:pt x="125571" y="331720"/>
                  </a:lnTo>
                  <a:lnTo>
                    <a:pt x="115045" y="292326"/>
                  </a:lnTo>
                  <a:lnTo>
                    <a:pt x="116143" y="249096"/>
                  </a:lnTo>
                  <a:lnTo>
                    <a:pt x="131263" y="202565"/>
                  </a:lnTo>
                  <a:lnTo>
                    <a:pt x="156564" y="202944"/>
                  </a:lnTo>
                  <a:lnTo>
                    <a:pt x="180984" y="196357"/>
                  </a:lnTo>
                  <a:lnTo>
                    <a:pt x="203022" y="179508"/>
                  </a:lnTo>
                  <a:lnTo>
                    <a:pt x="221179" y="149098"/>
                  </a:lnTo>
                  <a:lnTo>
                    <a:pt x="119706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8516" y="4137659"/>
            <a:ext cx="3631691" cy="235458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7294" y="2848178"/>
            <a:ext cx="6737984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Additional</a:t>
            </a:r>
            <a:r>
              <a:rPr sz="6600" spc="-310" dirty="0"/>
              <a:t> </a:t>
            </a:r>
            <a:r>
              <a:rPr sz="6600" spc="-10" dirty="0"/>
              <a:t>Slides</a:t>
            </a:r>
            <a:endParaRPr sz="6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28040" y="1879854"/>
            <a:ext cx="3056890" cy="3099435"/>
            <a:chOff x="628040" y="1879854"/>
            <a:chExt cx="3056890" cy="3099435"/>
          </a:xfrm>
        </p:grpSpPr>
        <p:sp>
          <p:nvSpPr>
            <p:cNvPr id="4" name="object 4"/>
            <p:cNvSpPr/>
            <p:nvPr/>
          </p:nvSpPr>
          <p:spPr>
            <a:xfrm>
              <a:off x="628040" y="1879853"/>
              <a:ext cx="3056890" cy="3099435"/>
            </a:xfrm>
            <a:custGeom>
              <a:avLst/>
              <a:gdLst/>
              <a:ahLst/>
              <a:cxnLst/>
              <a:rect l="l" t="t" r="r" b="b"/>
              <a:pathLst>
                <a:path w="3056890" h="3099435">
                  <a:moveTo>
                    <a:pt x="3056737" y="1575308"/>
                  </a:moveTo>
                  <a:lnTo>
                    <a:pt x="3055975" y="1524508"/>
                  </a:lnTo>
                  <a:lnTo>
                    <a:pt x="3053727" y="1486408"/>
                  </a:lnTo>
                  <a:lnTo>
                    <a:pt x="3049994" y="1435608"/>
                  </a:lnTo>
                  <a:lnTo>
                    <a:pt x="3044825" y="1384808"/>
                  </a:lnTo>
                  <a:lnTo>
                    <a:pt x="3038221" y="1334008"/>
                  </a:lnTo>
                  <a:lnTo>
                    <a:pt x="3030207" y="1295908"/>
                  </a:lnTo>
                  <a:lnTo>
                    <a:pt x="3020809" y="1245108"/>
                  </a:lnTo>
                  <a:lnTo>
                    <a:pt x="3010052" y="1207008"/>
                  </a:lnTo>
                  <a:lnTo>
                    <a:pt x="2997962" y="1156208"/>
                  </a:lnTo>
                  <a:lnTo>
                    <a:pt x="2994253" y="1142174"/>
                  </a:lnTo>
                  <a:lnTo>
                    <a:pt x="2994253" y="1575308"/>
                  </a:lnTo>
                  <a:lnTo>
                    <a:pt x="2993466" y="1626108"/>
                  </a:lnTo>
                  <a:lnTo>
                    <a:pt x="2991129" y="1676908"/>
                  </a:lnTo>
                  <a:lnTo>
                    <a:pt x="2987268" y="1715008"/>
                  </a:lnTo>
                  <a:lnTo>
                    <a:pt x="2981909" y="1765808"/>
                  </a:lnTo>
                  <a:lnTo>
                    <a:pt x="2975064" y="1816608"/>
                  </a:lnTo>
                  <a:lnTo>
                    <a:pt x="2966758" y="1867408"/>
                  </a:lnTo>
                  <a:lnTo>
                    <a:pt x="2957030" y="1905508"/>
                  </a:lnTo>
                  <a:lnTo>
                    <a:pt x="2945904" y="1956308"/>
                  </a:lnTo>
                  <a:lnTo>
                    <a:pt x="2933382" y="1994408"/>
                  </a:lnTo>
                  <a:lnTo>
                    <a:pt x="2919514" y="2045208"/>
                  </a:lnTo>
                  <a:lnTo>
                    <a:pt x="2904299" y="2083308"/>
                  </a:lnTo>
                  <a:lnTo>
                    <a:pt x="2887789" y="2121408"/>
                  </a:lnTo>
                  <a:lnTo>
                    <a:pt x="2869984" y="2172208"/>
                  </a:lnTo>
                  <a:lnTo>
                    <a:pt x="2850921" y="2210308"/>
                  </a:lnTo>
                  <a:lnTo>
                    <a:pt x="2830626" y="2248408"/>
                  </a:lnTo>
                  <a:lnTo>
                    <a:pt x="2809113" y="2286508"/>
                  </a:lnTo>
                  <a:lnTo>
                    <a:pt x="2786405" y="2324608"/>
                  </a:lnTo>
                  <a:lnTo>
                    <a:pt x="2762542" y="2362708"/>
                  </a:lnTo>
                  <a:lnTo>
                    <a:pt x="2737535" y="2400808"/>
                  </a:lnTo>
                  <a:lnTo>
                    <a:pt x="2711412" y="2438908"/>
                  </a:lnTo>
                  <a:lnTo>
                    <a:pt x="2684195" y="2477008"/>
                  </a:lnTo>
                  <a:lnTo>
                    <a:pt x="2655913" y="2515108"/>
                  </a:lnTo>
                  <a:lnTo>
                    <a:pt x="2626576" y="2553208"/>
                  </a:lnTo>
                  <a:lnTo>
                    <a:pt x="2596235" y="2578608"/>
                  </a:lnTo>
                  <a:lnTo>
                    <a:pt x="2564892" y="2616708"/>
                  </a:lnTo>
                  <a:lnTo>
                    <a:pt x="2532583" y="2642108"/>
                  </a:lnTo>
                  <a:lnTo>
                    <a:pt x="2499322" y="2680208"/>
                  </a:lnTo>
                  <a:lnTo>
                    <a:pt x="2465133" y="2705608"/>
                  </a:lnTo>
                  <a:lnTo>
                    <a:pt x="2430043" y="2731008"/>
                  </a:lnTo>
                  <a:lnTo>
                    <a:pt x="2394089" y="2756408"/>
                  </a:lnTo>
                  <a:lnTo>
                    <a:pt x="2357285" y="2781808"/>
                  </a:lnTo>
                  <a:lnTo>
                    <a:pt x="2319642" y="2807208"/>
                  </a:lnTo>
                  <a:lnTo>
                    <a:pt x="2281212" y="2832608"/>
                  </a:lnTo>
                  <a:lnTo>
                    <a:pt x="2241994" y="2858008"/>
                  </a:lnTo>
                  <a:lnTo>
                    <a:pt x="2202027" y="2883408"/>
                  </a:lnTo>
                  <a:lnTo>
                    <a:pt x="2161324" y="2896108"/>
                  </a:lnTo>
                  <a:lnTo>
                    <a:pt x="2119922" y="2921508"/>
                  </a:lnTo>
                  <a:lnTo>
                    <a:pt x="2035086" y="2946908"/>
                  </a:lnTo>
                  <a:lnTo>
                    <a:pt x="1991702" y="2972308"/>
                  </a:lnTo>
                  <a:lnTo>
                    <a:pt x="1858010" y="3010408"/>
                  </a:lnTo>
                  <a:lnTo>
                    <a:pt x="1812340" y="3010408"/>
                  </a:lnTo>
                  <a:lnTo>
                    <a:pt x="1719491" y="3035808"/>
                  </a:lnTo>
                  <a:lnTo>
                    <a:pt x="1624787" y="3035808"/>
                  </a:lnTo>
                  <a:lnTo>
                    <a:pt x="1576793" y="3048508"/>
                  </a:lnTo>
                  <a:lnTo>
                    <a:pt x="1480019" y="3048508"/>
                  </a:lnTo>
                  <a:lnTo>
                    <a:pt x="1432026" y="3035808"/>
                  </a:lnTo>
                  <a:lnTo>
                    <a:pt x="1337310" y="3035808"/>
                  </a:lnTo>
                  <a:lnTo>
                    <a:pt x="1244447" y="3010408"/>
                  </a:lnTo>
                  <a:lnTo>
                    <a:pt x="1198765" y="3010408"/>
                  </a:lnTo>
                  <a:lnTo>
                    <a:pt x="1065072" y="2972308"/>
                  </a:lnTo>
                  <a:lnTo>
                    <a:pt x="1021689" y="2946908"/>
                  </a:lnTo>
                  <a:lnTo>
                    <a:pt x="936853" y="2921508"/>
                  </a:lnTo>
                  <a:lnTo>
                    <a:pt x="895438" y="2896108"/>
                  </a:lnTo>
                  <a:lnTo>
                    <a:pt x="854735" y="2883408"/>
                  </a:lnTo>
                  <a:lnTo>
                    <a:pt x="814768" y="2858008"/>
                  </a:lnTo>
                  <a:lnTo>
                    <a:pt x="775550" y="2832608"/>
                  </a:lnTo>
                  <a:lnTo>
                    <a:pt x="737108" y="2807208"/>
                  </a:lnTo>
                  <a:lnTo>
                    <a:pt x="699477" y="2781808"/>
                  </a:lnTo>
                  <a:lnTo>
                    <a:pt x="662673" y="2756408"/>
                  </a:lnTo>
                  <a:lnTo>
                    <a:pt x="626706" y="2731008"/>
                  </a:lnTo>
                  <a:lnTo>
                    <a:pt x="591629" y="2705608"/>
                  </a:lnTo>
                  <a:lnTo>
                    <a:pt x="557441" y="2680208"/>
                  </a:lnTo>
                  <a:lnTo>
                    <a:pt x="524179" y="2642108"/>
                  </a:lnTo>
                  <a:lnTo>
                    <a:pt x="491871" y="2616708"/>
                  </a:lnTo>
                  <a:lnTo>
                    <a:pt x="460527" y="2578608"/>
                  </a:lnTo>
                  <a:lnTo>
                    <a:pt x="430174" y="2553208"/>
                  </a:lnTo>
                  <a:lnTo>
                    <a:pt x="400850" y="2515108"/>
                  </a:lnTo>
                  <a:lnTo>
                    <a:pt x="372567" y="2477008"/>
                  </a:lnTo>
                  <a:lnTo>
                    <a:pt x="345351" y="2438908"/>
                  </a:lnTo>
                  <a:lnTo>
                    <a:pt x="319239" y="2400808"/>
                  </a:lnTo>
                  <a:lnTo>
                    <a:pt x="294233" y="2362708"/>
                  </a:lnTo>
                  <a:lnTo>
                    <a:pt x="270357" y="2324608"/>
                  </a:lnTo>
                  <a:lnTo>
                    <a:pt x="247662" y="2286508"/>
                  </a:lnTo>
                  <a:lnTo>
                    <a:pt x="226148" y="2248408"/>
                  </a:lnTo>
                  <a:lnTo>
                    <a:pt x="205854" y="2210308"/>
                  </a:lnTo>
                  <a:lnTo>
                    <a:pt x="186791" y="2172208"/>
                  </a:lnTo>
                  <a:lnTo>
                    <a:pt x="168986" y="2121408"/>
                  </a:lnTo>
                  <a:lnTo>
                    <a:pt x="152476" y="2083308"/>
                  </a:lnTo>
                  <a:lnTo>
                    <a:pt x="137261" y="2045208"/>
                  </a:lnTo>
                  <a:lnTo>
                    <a:pt x="123393" y="1994408"/>
                  </a:lnTo>
                  <a:lnTo>
                    <a:pt x="110883" y="1956308"/>
                  </a:lnTo>
                  <a:lnTo>
                    <a:pt x="99745" y="1905508"/>
                  </a:lnTo>
                  <a:lnTo>
                    <a:pt x="90017" y="1867408"/>
                  </a:lnTo>
                  <a:lnTo>
                    <a:pt x="81724" y="1816608"/>
                  </a:lnTo>
                  <a:lnTo>
                    <a:pt x="74879" y="1765808"/>
                  </a:lnTo>
                  <a:lnTo>
                    <a:pt x="69519" y="1715008"/>
                  </a:lnTo>
                  <a:lnTo>
                    <a:pt x="65659" y="1676908"/>
                  </a:lnTo>
                  <a:lnTo>
                    <a:pt x="63322" y="1626108"/>
                  </a:lnTo>
                  <a:lnTo>
                    <a:pt x="62547" y="1575308"/>
                  </a:lnTo>
                  <a:lnTo>
                    <a:pt x="63322" y="1524508"/>
                  </a:lnTo>
                  <a:lnTo>
                    <a:pt x="65659" y="1486408"/>
                  </a:lnTo>
                  <a:lnTo>
                    <a:pt x="69519" y="1435608"/>
                  </a:lnTo>
                  <a:lnTo>
                    <a:pt x="74879" y="1384808"/>
                  </a:lnTo>
                  <a:lnTo>
                    <a:pt x="81724" y="1334008"/>
                  </a:lnTo>
                  <a:lnTo>
                    <a:pt x="90017" y="1295908"/>
                  </a:lnTo>
                  <a:lnTo>
                    <a:pt x="99745" y="1245108"/>
                  </a:lnTo>
                  <a:lnTo>
                    <a:pt x="110883" y="1207008"/>
                  </a:lnTo>
                  <a:lnTo>
                    <a:pt x="123393" y="1156208"/>
                  </a:lnTo>
                  <a:lnTo>
                    <a:pt x="137261" y="1118108"/>
                  </a:lnTo>
                  <a:lnTo>
                    <a:pt x="152476" y="1067308"/>
                  </a:lnTo>
                  <a:lnTo>
                    <a:pt x="168986" y="1029208"/>
                  </a:lnTo>
                  <a:lnTo>
                    <a:pt x="186791" y="991108"/>
                  </a:lnTo>
                  <a:lnTo>
                    <a:pt x="205854" y="940308"/>
                  </a:lnTo>
                  <a:lnTo>
                    <a:pt x="226148" y="902208"/>
                  </a:lnTo>
                  <a:lnTo>
                    <a:pt x="247662" y="864108"/>
                  </a:lnTo>
                  <a:lnTo>
                    <a:pt x="270357" y="826008"/>
                  </a:lnTo>
                  <a:lnTo>
                    <a:pt x="294233" y="787908"/>
                  </a:lnTo>
                  <a:lnTo>
                    <a:pt x="319239" y="749808"/>
                  </a:lnTo>
                  <a:lnTo>
                    <a:pt x="345351" y="711708"/>
                  </a:lnTo>
                  <a:lnTo>
                    <a:pt x="372567" y="673608"/>
                  </a:lnTo>
                  <a:lnTo>
                    <a:pt x="400850" y="635508"/>
                  </a:lnTo>
                  <a:lnTo>
                    <a:pt x="430174" y="610108"/>
                  </a:lnTo>
                  <a:lnTo>
                    <a:pt x="460527" y="572008"/>
                  </a:lnTo>
                  <a:lnTo>
                    <a:pt x="491871" y="546608"/>
                  </a:lnTo>
                  <a:lnTo>
                    <a:pt x="524179" y="508508"/>
                  </a:lnTo>
                  <a:lnTo>
                    <a:pt x="557441" y="483108"/>
                  </a:lnTo>
                  <a:lnTo>
                    <a:pt x="591629" y="445008"/>
                  </a:lnTo>
                  <a:lnTo>
                    <a:pt x="626706" y="419608"/>
                  </a:lnTo>
                  <a:lnTo>
                    <a:pt x="662673" y="394208"/>
                  </a:lnTo>
                  <a:lnTo>
                    <a:pt x="699477" y="368808"/>
                  </a:lnTo>
                  <a:lnTo>
                    <a:pt x="737108" y="343408"/>
                  </a:lnTo>
                  <a:lnTo>
                    <a:pt x="775550" y="318008"/>
                  </a:lnTo>
                  <a:lnTo>
                    <a:pt x="814768" y="292608"/>
                  </a:lnTo>
                  <a:lnTo>
                    <a:pt x="854735" y="279908"/>
                  </a:lnTo>
                  <a:lnTo>
                    <a:pt x="864222" y="273989"/>
                  </a:lnTo>
                  <a:lnTo>
                    <a:pt x="874115" y="296799"/>
                  </a:lnTo>
                  <a:lnTo>
                    <a:pt x="915009" y="274828"/>
                  </a:lnTo>
                  <a:lnTo>
                    <a:pt x="962190" y="256070"/>
                  </a:lnTo>
                  <a:lnTo>
                    <a:pt x="1010107" y="238785"/>
                  </a:lnTo>
                  <a:lnTo>
                    <a:pt x="1058748" y="223012"/>
                  </a:lnTo>
                  <a:lnTo>
                    <a:pt x="1108075" y="208762"/>
                  </a:lnTo>
                  <a:lnTo>
                    <a:pt x="1158049" y="196088"/>
                  </a:lnTo>
                  <a:lnTo>
                    <a:pt x="1208659" y="185013"/>
                  </a:lnTo>
                  <a:lnTo>
                    <a:pt x="1259865" y="175564"/>
                  </a:lnTo>
                  <a:lnTo>
                    <a:pt x="1311643" y="167754"/>
                  </a:lnTo>
                  <a:lnTo>
                    <a:pt x="1363954" y="161645"/>
                  </a:lnTo>
                  <a:lnTo>
                    <a:pt x="1416773" y="157238"/>
                  </a:lnTo>
                  <a:lnTo>
                    <a:pt x="1470088" y="154571"/>
                  </a:lnTo>
                  <a:lnTo>
                    <a:pt x="1523847" y="153670"/>
                  </a:lnTo>
                  <a:lnTo>
                    <a:pt x="1577632" y="154571"/>
                  </a:lnTo>
                  <a:lnTo>
                    <a:pt x="1630959" y="157238"/>
                  </a:lnTo>
                  <a:lnTo>
                    <a:pt x="1683804" y="161645"/>
                  </a:lnTo>
                  <a:lnTo>
                    <a:pt x="1736128" y="167754"/>
                  </a:lnTo>
                  <a:lnTo>
                    <a:pt x="1787918" y="175564"/>
                  </a:lnTo>
                  <a:lnTo>
                    <a:pt x="1839137" y="185013"/>
                  </a:lnTo>
                  <a:lnTo>
                    <a:pt x="1889747" y="196088"/>
                  </a:lnTo>
                  <a:lnTo>
                    <a:pt x="1939734" y="208762"/>
                  </a:lnTo>
                  <a:lnTo>
                    <a:pt x="1989061" y="223012"/>
                  </a:lnTo>
                  <a:lnTo>
                    <a:pt x="2037702" y="238785"/>
                  </a:lnTo>
                  <a:lnTo>
                    <a:pt x="2085619" y="256070"/>
                  </a:lnTo>
                  <a:lnTo>
                    <a:pt x="2132812" y="274828"/>
                  </a:lnTo>
                  <a:lnTo>
                    <a:pt x="2190597" y="305816"/>
                  </a:lnTo>
                  <a:lnTo>
                    <a:pt x="2200656" y="279057"/>
                  </a:lnTo>
                  <a:lnTo>
                    <a:pt x="2202027" y="279908"/>
                  </a:lnTo>
                  <a:lnTo>
                    <a:pt x="2241994" y="292608"/>
                  </a:lnTo>
                  <a:lnTo>
                    <a:pt x="2281212" y="318008"/>
                  </a:lnTo>
                  <a:lnTo>
                    <a:pt x="2319642" y="343408"/>
                  </a:lnTo>
                  <a:lnTo>
                    <a:pt x="2357285" y="368808"/>
                  </a:lnTo>
                  <a:lnTo>
                    <a:pt x="2394089" y="394208"/>
                  </a:lnTo>
                  <a:lnTo>
                    <a:pt x="2430043" y="419608"/>
                  </a:lnTo>
                  <a:lnTo>
                    <a:pt x="2465133" y="445008"/>
                  </a:lnTo>
                  <a:lnTo>
                    <a:pt x="2499322" y="483108"/>
                  </a:lnTo>
                  <a:lnTo>
                    <a:pt x="2532583" y="508508"/>
                  </a:lnTo>
                  <a:lnTo>
                    <a:pt x="2564892" y="546608"/>
                  </a:lnTo>
                  <a:lnTo>
                    <a:pt x="2596235" y="572008"/>
                  </a:lnTo>
                  <a:lnTo>
                    <a:pt x="2626576" y="610108"/>
                  </a:lnTo>
                  <a:lnTo>
                    <a:pt x="2655913" y="635508"/>
                  </a:lnTo>
                  <a:lnTo>
                    <a:pt x="2684195" y="673608"/>
                  </a:lnTo>
                  <a:lnTo>
                    <a:pt x="2711412" y="711708"/>
                  </a:lnTo>
                  <a:lnTo>
                    <a:pt x="2737535" y="749808"/>
                  </a:lnTo>
                  <a:lnTo>
                    <a:pt x="2762542" y="787908"/>
                  </a:lnTo>
                  <a:lnTo>
                    <a:pt x="2786405" y="826008"/>
                  </a:lnTo>
                  <a:lnTo>
                    <a:pt x="2809113" y="864108"/>
                  </a:lnTo>
                  <a:lnTo>
                    <a:pt x="2830626" y="902208"/>
                  </a:lnTo>
                  <a:lnTo>
                    <a:pt x="2850921" y="940308"/>
                  </a:lnTo>
                  <a:lnTo>
                    <a:pt x="2869984" y="991108"/>
                  </a:lnTo>
                  <a:lnTo>
                    <a:pt x="2887789" y="1029208"/>
                  </a:lnTo>
                  <a:lnTo>
                    <a:pt x="2904299" y="1067308"/>
                  </a:lnTo>
                  <a:lnTo>
                    <a:pt x="2919514" y="1118108"/>
                  </a:lnTo>
                  <a:lnTo>
                    <a:pt x="2933382" y="1156208"/>
                  </a:lnTo>
                  <a:lnTo>
                    <a:pt x="2945904" y="1207008"/>
                  </a:lnTo>
                  <a:lnTo>
                    <a:pt x="2957030" y="1245108"/>
                  </a:lnTo>
                  <a:lnTo>
                    <a:pt x="2966758" y="1295908"/>
                  </a:lnTo>
                  <a:lnTo>
                    <a:pt x="2975064" y="1334008"/>
                  </a:lnTo>
                  <a:lnTo>
                    <a:pt x="2981909" y="1384808"/>
                  </a:lnTo>
                  <a:lnTo>
                    <a:pt x="2987268" y="1435608"/>
                  </a:lnTo>
                  <a:lnTo>
                    <a:pt x="2991129" y="1486408"/>
                  </a:lnTo>
                  <a:lnTo>
                    <a:pt x="2993466" y="1524508"/>
                  </a:lnTo>
                  <a:lnTo>
                    <a:pt x="2994253" y="1575308"/>
                  </a:lnTo>
                  <a:lnTo>
                    <a:pt x="2994253" y="1142174"/>
                  </a:lnTo>
                  <a:lnTo>
                    <a:pt x="2984538" y="1105408"/>
                  </a:lnTo>
                  <a:lnTo>
                    <a:pt x="2969831" y="1067308"/>
                  </a:lnTo>
                  <a:lnTo>
                    <a:pt x="2953855" y="1029208"/>
                  </a:lnTo>
                  <a:lnTo>
                    <a:pt x="2936621" y="978408"/>
                  </a:lnTo>
                  <a:lnTo>
                    <a:pt x="2918168" y="940308"/>
                  </a:lnTo>
                  <a:lnTo>
                    <a:pt x="2898508" y="902208"/>
                  </a:lnTo>
                  <a:lnTo>
                    <a:pt x="2877655" y="864108"/>
                  </a:lnTo>
                  <a:lnTo>
                    <a:pt x="2855658" y="813308"/>
                  </a:lnTo>
                  <a:lnTo>
                    <a:pt x="2832506" y="775208"/>
                  </a:lnTo>
                  <a:lnTo>
                    <a:pt x="2808249" y="737108"/>
                  </a:lnTo>
                  <a:lnTo>
                    <a:pt x="2782900" y="699008"/>
                  </a:lnTo>
                  <a:lnTo>
                    <a:pt x="2756484" y="660908"/>
                  </a:lnTo>
                  <a:lnTo>
                    <a:pt x="2729001" y="635508"/>
                  </a:lnTo>
                  <a:lnTo>
                    <a:pt x="2700515" y="597408"/>
                  </a:lnTo>
                  <a:lnTo>
                    <a:pt x="2671013" y="559308"/>
                  </a:lnTo>
                  <a:lnTo>
                    <a:pt x="2640533" y="533908"/>
                  </a:lnTo>
                  <a:lnTo>
                    <a:pt x="2609088" y="495808"/>
                  </a:lnTo>
                  <a:lnTo>
                    <a:pt x="2576715" y="470408"/>
                  </a:lnTo>
                  <a:lnTo>
                    <a:pt x="2543416" y="432308"/>
                  </a:lnTo>
                  <a:lnTo>
                    <a:pt x="2509240" y="406908"/>
                  </a:lnTo>
                  <a:lnTo>
                    <a:pt x="2474188" y="381508"/>
                  </a:lnTo>
                  <a:lnTo>
                    <a:pt x="2438285" y="343408"/>
                  </a:lnTo>
                  <a:lnTo>
                    <a:pt x="2401557" y="318008"/>
                  </a:lnTo>
                  <a:lnTo>
                    <a:pt x="2364041" y="292608"/>
                  </a:lnTo>
                  <a:lnTo>
                    <a:pt x="2325738" y="267208"/>
                  </a:lnTo>
                  <a:lnTo>
                    <a:pt x="2286673" y="254508"/>
                  </a:lnTo>
                  <a:lnTo>
                    <a:pt x="2246871" y="229108"/>
                  </a:lnTo>
                  <a:lnTo>
                    <a:pt x="2224671" y="215201"/>
                  </a:lnTo>
                  <a:lnTo>
                    <a:pt x="2245080" y="160909"/>
                  </a:lnTo>
                  <a:lnTo>
                    <a:pt x="2193391" y="133350"/>
                  </a:lnTo>
                  <a:lnTo>
                    <a:pt x="2148992" y="115544"/>
                  </a:lnTo>
                  <a:lnTo>
                    <a:pt x="2103983" y="98933"/>
                  </a:lnTo>
                  <a:lnTo>
                    <a:pt x="2058377" y="83540"/>
                  </a:lnTo>
                  <a:lnTo>
                    <a:pt x="2012213" y="69380"/>
                  </a:lnTo>
                  <a:lnTo>
                    <a:pt x="1965502" y="56464"/>
                  </a:lnTo>
                  <a:lnTo>
                    <a:pt x="1918271" y="44831"/>
                  </a:lnTo>
                  <a:lnTo>
                    <a:pt x="1870519" y="34480"/>
                  </a:lnTo>
                  <a:lnTo>
                    <a:pt x="1822284" y="25463"/>
                  </a:lnTo>
                  <a:lnTo>
                    <a:pt x="1773593" y="17767"/>
                  </a:lnTo>
                  <a:lnTo>
                    <a:pt x="1724444" y="11430"/>
                  </a:lnTo>
                  <a:lnTo>
                    <a:pt x="1674876" y="6464"/>
                  </a:lnTo>
                  <a:lnTo>
                    <a:pt x="1624914" y="2882"/>
                  </a:lnTo>
                  <a:lnTo>
                    <a:pt x="1574558" y="723"/>
                  </a:lnTo>
                  <a:lnTo>
                    <a:pt x="1523847" y="0"/>
                  </a:lnTo>
                  <a:lnTo>
                    <a:pt x="1473123" y="723"/>
                  </a:lnTo>
                  <a:lnTo>
                    <a:pt x="1422781" y="2882"/>
                  </a:lnTo>
                  <a:lnTo>
                    <a:pt x="1372819" y="6464"/>
                  </a:lnTo>
                  <a:lnTo>
                    <a:pt x="1323251" y="11430"/>
                  </a:lnTo>
                  <a:lnTo>
                    <a:pt x="1274127" y="17767"/>
                  </a:lnTo>
                  <a:lnTo>
                    <a:pt x="1225435" y="25463"/>
                  </a:lnTo>
                  <a:lnTo>
                    <a:pt x="1177213" y="34480"/>
                  </a:lnTo>
                  <a:lnTo>
                    <a:pt x="1129474" y="44831"/>
                  </a:lnTo>
                  <a:lnTo>
                    <a:pt x="1082230" y="56464"/>
                  </a:lnTo>
                  <a:lnTo>
                    <a:pt x="1035519" y="69380"/>
                  </a:lnTo>
                  <a:lnTo>
                    <a:pt x="989355" y="83540"/>
                  </a:lnTo>
                  <a:lnTo>
                    <a:pt x="943749" y="98933"/>
                  </a:lnTo>
                  <a:lnTo>
                    <a:pt x="898715" y="115544"/>
                  </a:lnTo>
                  <a:lnTo>
                    <a:pt x="854303" y="133350"/>
                  </a:lnTo>
                  <a:lnTo>
                    <a:pt x="812901" y="155448"/>
                  </a:lnTo>
                  <a:lnTo>
                    <a:pt x="837336" y="211899"/>
                  </a:lnTo>
                  <a:lnTo>
                    <a:pt x="809879" y="229108"/>
                  </a:lnTo>
                  <a:lnTo>
                    <a:pt x="770077" y="254508"/>
                  </a:lnTo>
                  <a:lnTo>
                    <a:pt x="731012" y="267208"/>
                  </a:lnTo>
                  <a:lnTo>
                    <a:pt x="692696" y="292608"/>
                  </a:lnTo>
                  <a:lnTo>
                    <a:pt x="655180" y="318008"/>
                  </a:lnTo>
                  <a:lnTo>
                    <a:pt x="618451" y="343408"/>
                  </a:lnTo>
                  <a:lnTo>
                    <a:pt x="582549" y="381508"/>
                  </a:lnTo>
                  <a:lnTo>
                    <a:pt x="547497" y="406908"/>
                  </a:lnTo>
                  <a:lnTo>
                    <a:pt x="513308" y="432308"/>
                  </a:lnTo>
                  <a:lnTo>
                    <a:pt x="480021" y="470408"/>
                  </a:lnTo>
                  <a:lnTo>
                    <a:pt x="447636" y="495808"/>
                  </a:lnTo>
                  <a:lnTo>
                    <a:pt x="416204" y="533908"/>
                  </a:lnTo>
                  <a:lnTo>
                    <a:pt x="385711" y="559308"/>
                  </a:lnTo>
                  <a:lnTo>
                    <a:pt x="356209" y="597408"/>
                  </a:lnTo>
                  <a:lnTo>
                    <a:pt x="327723" y="635508"/>
                  </a:lnTo>
                  <a:lnTo>
                    <a:pt x="300240" y="660908"/>
                  </a:lnTo>
                  <a:lnTo>
                    <a:pt x="273824" y="699008"/>
                  </a:lnTo>
                  <a:lnTo>
                    <a:pt x="248475" y="737108"/>
                  </a:lnTo>
                  <a:lnTo>
                    <a:pt x="224205" y="775208"/>
                  </a:lnTo>
                  <a:lnTo>
                    <a:pt x="201066" y="813308"/>
                  </a:lnTo>
                  <a:lnTo>
                    <a:pt x="179057" y="864108"/>
                  </a:lnTo>
                  <a:lnTo>
                    <a:pt x="158216" y="902208"/>
                  </a:lnTo>
                  <a:lnTo>
                    <a:pt x="138557" y="940308"/>
                  </a:lnTo>
                  <a:lnTo>
                    <a:pt x="120103" y="978408"/>
                  </a:lnTo>
                  <a:lnTo>
                    <a:pt x="102870" y="1029208"/>
                  </a:lnTo>
                  <a:lnTo>
                    <a:pt x="86893" y="1067308"/>
                  </a:lnTo>
                  <a:lnTo>
                    <a:pt x="72174" y="1105408"/>
                  </a:lnTo>
                  <a:lnTo>
                    <a:pt x="58762" y="1156208"/>
                  </a:lnTo>
                  <a:lnTo>
                    <a:pt x="46672" y="1207008"/>
                  </a:lnTo>
                  <a:lnTo>
                    <a:pt x="35915" y="1245108"/>
                  </a:lnTo>
                  <a:lnTo>
                    <a:pt x="26517" y="1295908"/>
                  </a:lnTo>
                  <a:lnTo>
                    <a:pt x="18503" y="1334008"/>
                  </a:lnTo>
                  <a:lnTo>
                    <a:pt x="11899" y="1384808"/>
                  </a:lnTo>
                  <a:lnTo>
                    <a:pt x="6731" y="1435608"/>
                  </a:lnTo>
                  <a:lnTo>
                    <a:pt x="2997" y="1486408"/>
                  </a:lnTo>
                  <a:lnTo>
                    <a:pt x="749" y="1524508"/>
                  </a:lnTo>
                  <a:lnTo>
                    <a:pt x="0" y="1575308"/>
                  </a:lnTo>
                  <a:lnTo>
                    <a:pt x="749" y="1626108"/>
                  </a:lnTo>
                  <a:lnTo>
                    <a:pt x="2997" y="1676908"/>
                  </a:lnTo>
                  <a:lnTo>
                    <a:pt x="6731" y="1727708"/>
                  </a:lnTo>
                  <a:lnTo>
                    <a:pt x="11899" y="1765808"/>
                  </a:lnTo>
                  <a:lnTo>
                    <a:pt x="18503" y="1816608"/>
                  </a:lnTo>
                  <a:lnTo>
                    <a:pt x="26517" y="1867408"/>
                  </a:lnTo>
                  <a:lnTo>
                    <a:pt x="35915" y="1905508"/>
                  </a:lnTo>
                  <a:lnTo>
                    <a:pt x="46672" y="1956308"/>
                  </a:lnTo>
                  <a:lnTo>
                    <a:pt x="58762" y="1994408"/>
                  </a:lnTo>
                  <a:lnTo>
                    <a:pt x="72174" y="2045208"/>
                  </a:lnTo>
                  <a:lnTo>
                    <a:pt x="86893" y="2083308"/>
                  </a:lnTo>
                  <a:lnTo>
                    <a:pt x="102870" y="2134108"/>
                  </a:lnTo>
                  <a:lnTo>
                    <a:pt x="120103" y="2172208"/>
                  </a:lnTo>
                  <a:lnTo>
                    <a:pt x="138557" y="2210308"/>
                  </a:lnTo>
                  <a:lnTo>
                    <a:pt x="158216" y="2261108"/>
                  </a:lnTo>
                  <a:lnTo>
                    <a:pt x="179057" y="2299208"/>
                  </a:lnTo>
                  <a:lnTo>
                    <a:pt x="201066" y="2337308"/>
                  </a:lnTo>
                  <a:lnTo>
                    <a:pt x="224205" y="2375408"/>
                  </a:lnTo>
                  <a:lnTo>
                    <a:pt x="248475" y="2413508"/>
                  </a:lnTo>
                  <a:lnTo>
                    <a:pt x="273824" y="2451608"/>
                  </a:lnTo>
                  <a:lnTo>
                    <a:pt x="300240" y="2489708"/>
                  </a:lnTo>
                  <a:lnTo>
                    <a:pt x="327723" y="2527808"/>
                  </a:lnTo>
                  <a:lnTo>
                    <a:pt x="356209" y="2553208"/>
                  </a:lnTo>
                  <a:lnTo>
                    <a:pt x="385711" y="2591308"/>
                  </a:lnTo>
                  <a:lnTo>
                    <a:pt x="416204" y="2629408"/>
                  </a:lnTo>
                  <a:lnTo>
                    <a:pt x="447636" y="2654808"/>
                  </a:lnTo>
                  <a:lnTo>
                    <a:pt x="480021" y="2692908"/>
                  </a:lnTo>
                  <a:lnTo>
                    <a:pt x="513308" y="2718308"/>
                  </a:lnTo>
                  <a:lnTo>
                    <a:pt x="547497" y="2743708"/>
                  </a:lnTo>
                  <a:lnTo>
                    <a:pt x="582549" y="2781808"/>
                  </a:lnTo>
                  <a:lnTo>
                    <a:pt x="618451" y="2807208"/>
                  </a:lnTo>
                  <a:lnTo>
                    <a:pt x="655180" y="2832608"/>
                  </a:lnTo>
                  <a:lnTo>
                    <a:pt x="692696" y="2858008"/>
                  </a:lnTo>
                  <a:lnTo>
                    <a:pt x="731012" y="2883408"/>
                  </a:lnTo>
                  <a:lnTo>
                    <a:pt x="770077" y="2908808"/>
                  </a:lnTo>
                  <a:lnTo>
                    <a:pt x="809879" y="2921508"/>
                  </a:lnTo>
                  <a:lnTo>
                    <a:pt x="850392" y="2946908"/>
                  </a:lnTo>
                  <a:lnTo>
                    <a:pt x="891590" y="2972308"/>
                  </a:lnTo>
                  <a:lnTo>
                    <a:pt x="975982" y="2997708"/>
                  </a:lnTo>
                  <a:lnTo>
                    <a:pt x="1019124" y="3023108"/>
                  </a:lnTo>
                  <a:lnTo>
                    <a:pt x="1197470" y="3073908"/>
                  </a:lnTo>
                  <a:lnTo>
                    <a:pt x="1243393" y="3073908"/>
                  </a:lnTo>
                  <a:lnTo>
                    <a:pt x="1336687" y="3099308"/>
                  </a:lnTo>
                  <a:lnTo>
                    <a:pt x="1720113" y="3099308"/>
                  </a:lnTo>
                  <a:lnTo>
                    <a:pt x="1813394" y="3073908"/>
                  </a:lnTo>
                  <a:lnTo>
                    <a:pt x="1859305" y="3073908"/>
                  </a:lnTo>
                  <a:lnTo>
                    <a:pt x="1949589" y="3048508"/>
                  </a:lnTo>
                  <a:lnTo>
                    <a:pt x="2037638" y="3023108"/>
                  </a:lnTo>
                  <a:lnTo>
                    <a:pt x="2080780" y="2997708"/>
                  </a:lnTo>
                  <a:lnTo>
                    <a:pt x="2165159" y="2972308"/>
                  </a:lnTo>
                  <a:lnTo>
                    <a:pt x="2206358" y="2946908"/>
                  </a:lnTo>
                  <a:lnTo>
                    <a:pt x="2246871" y="2921508"/>
                  </a:lnTo>
                  <a:lnTo>
                    <a:pt x="2286673" y="2908808"/>
                  </a:lnTo>
                  <a:lnTo>
                    <a:pt x="2325738" y="2883408"/>
                  </a:lnTo>
                  <a:lnTo>
                    <a:pt x="2364041" y="2858008"/>
                  </a:lnTo>
                  <a:lnTo>
                    <a:pt x="2401557" y="2832608"/>
                  </a:lnTo>
                  <a:lnTo>
                    <a:pt x="2438285" y="2807208"/>
                  </a:lnTo>
                  <a:lnTo>
                    <a:pt x="2474188" y="2781808"/>
                  </a:lnTo>
                  <a:lnTo>
                    <a:pt x="2509240" y="2743708"/>
                  </a:lnTo>
                  <a:lnTo>
                    <a:pt x="2543416" y="2718308"/>
                  </a:lnTo>
                  <a:lnTo>
                    <a:pt x="2576715" y="2692908"/>
                  </a:lnTo>
                  <a:lnTo>
                    <a:pt x="2609088" y="2654808"/>
                  </a:lnTo>
                  <a:lnTo>
                    <a:pt x="2640533" y="2629408"/>
                  </a:lnTo>
                  <a:lnTo>
                    <a:pt x="2671013" y="2591308"/>
                  </a:lnTo>
                  <a:lnTo>
                    <a:pt x="2700515" y="2553208"/>
                  </a:lnTo>
                  <a:lnTo>
                    <a:pt x="2729001" y="2527808"/>
                  </a:lnTo>
                  <a:lnTo>
                    <a:pt x="2756484" y="2489708"/>
                  </a:lnTo>
                  <a:lnTo>
                    <a:pt x="2782900" y="2451608"/>
                  </a:lnTo>
                  <a:lnTo>
                    <a:pt x="2808249" y="2413508"/>
                  </a:lnTo>
                  <a:lnTo>
                    <a:pt x="2832506" y="2375408"/>
                  </a:lnTo>
                  <a:lnTo>
                    <a:pt x="2855658" y="2337308"/>
                  </a:lnTo>
                  <a:lnTo>
                    <a:pt x="2877655" y="2299208"/>
                  </a:lnTo>
                  <a:lnTo>
                    <a:pt x="2898508" y="2261108"/>
                  </a:lnTo>
                  <a:lnTo>
                    <a:pt x="2918168" y="2210308"/>
                  </a:lnTo>
                  <a:lnTo>
                    <a:pt x="2936621" y="2172208"/>
                  </a:lnTo>
                  <a:lnTo>
                    <a:pt x="2953855" y="2134108"/>
                  </a:lnTo>
                  <a:lnTo>
                    <a:pt x="2969831" y="2083308"/>
                  </a:lnTo>
                  <a:lnTo>
                    <a:pt x="2984538" y="2045208"/>
                  </a:lnTo>
                  <a:lnTo>
                    <a:pt x="2997962" y="1994408"/>
                  </a:lnTo>
                  <a:lnTo>
                    <a:pt x="3010052" y="1956308"/>
                  </a:lnTo>
                  <a:lnTo>
                    <a:pt x="3020809" y="1905508"/>
                  </a:lnTo>
                  <a:lnTo>
                    <a:pt x="3030207" y="1867408"/>
                  </a:lnTo>
                  <a:lnTo>
                    <a:pt x="3038221" y="1816608"/>
                  </a:lnTo>
                  <a:lnTo>
                    <a:pt x="3044825" y="1765808"/>
                  </a:lnTo>
                  <a:lnTo>
                    <a:pt x="3049994" y="1727708"/>
                  </a:lnTo>
                  <a:lnTo>
                    <a:pt x="3053727" y="1676908"/>
                  </a:lnTo>
                  <a:lnTo>
                    <a:pt x="3055975" y="1626108"/>
                  </a:lnTo>
                  <a:lnTo>
                    <a:pt x="3056737" y="157530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20" y="2116836"/>
              <a:ext cx="2621280" cy="26197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35278" y="2206752"/>
              <a:ext cx="2446020" cy="2446020"/>
            </a:xfrm>
            <a:custGeom>
              <a:avLst/>
              <a:gdLst/>
              <a:ahLst/>
              <a:cxnLst/>
              <a:rect l="l" t="t" r="r" b="b"/>
              <a:pathLst>
                <a:path w="2446020" h="2446020">
                  <a:moveTo>
                    <a:pt x="1222705" y="0"/>
                  </a:moveTo>
                  <a:lnTo>
                    <a:pt x="1174695" y="925"/>
                  </a:lnTo>
                  <a:lnTo>
                    <a:pt x="1127154" y="3679"/>
                  </a:lnTo>
                  <a:lnTo>
                    <a:pt x="1080116" y="8227"/>
                  </a:lnTo>
                  <a:lnTo>
                    <a:pt x="1033614" y="14535"/>
                  </a:lnTo>
                  <a:lnTo>
                    <a:pt x="987683" y="22569"/>
                  </a:lnTo>
                  <a:lnTo>
                    <a:pt x="942357" y="32296"/>
                  </a:lnTo>
                  <a:lnTo>
                    <a:pt x="897669" y="43681"/>
                  </a:lnTo>
                  <a:lnTo>
                    <a:pt x="853654" y="56690"/>
                  </a:lnTo>
                  <a:lnTo>
                    <a:pt x="810346" y="71290"/>
                  </a:lnTo>
                  <a:lnTo>
                    <a:pt x="767778" y="87446"/>
                  </a:lnTo>
                  <a:lnTo>
                    <a:pt x="725984" y="105124"/>
                  </a:lnTo>
                  <a:lnTo>
                    <a:pt x="685000" y="124291"/>
                  </a:lnTo>
                  <a:lnTo>
                    <a:pt x="644858" y="144912"/>
                  </a:lnTo>
                  <a:lnTo>
                    <a:pt x="605592" y="166953"/>
                  </a:lnTo>
                  <a:lnTo>
                    <a:pt x="567237" y="190380"/>
                  </a:lnTo>
                  <a:lnTo>
                    <a:pt x="529826" y="215160"/>
                  </a:lnTo>
                  <a:lnTo>
                    <a:pt x="493394" y="241259"/>
                  </a:lnTo>
                  <a:lnTo>
                    <a:pt x="457974" y="268641"/>
                  </a:lnTo>
                  <a:lnTo>
                    <a:pt x="423601" y="297274"/>
                  </a:lnTo>
                  <a:lnTo>
                    <a:pt x="390308" y="327124"/>
                  </a:lnTo>
                  <a:lnTo>
                    <a:pt x="358130" y="358155"/>
                  </a:lnTo>
                  <a:lnTo>
                    <a:pt x="327100" y="390336"/>
                  </a:lnTo>
                  <a:lnTo>
                    <a:pt x="297252" y="423630"/>
                  </a:lnTo>
                  <a:lnTo>
                    <a:pt x="268621" y="458005"/>
                  </a:lnTo>
                  <a:lnTo>
                    <a:pt x="241240" y="493427"/>
                  </a:lnTo>
                  <a:lnTo>
                    <a:pt x="215144" y="529861"/>
                  </a:lnTo>
                  <a:lnTo>
                    <a:pt x="190366" y="567273"/>
                  </a:lnTo>
                  <a:lnTo>
                    <a:pt x="166940" y="605630"/>
                  </a:lnTo>
                  <a:lnTo>
                    <a:pt x="144900" y="644897"/>
                  </a:lnTo>
                  <a:lnTo>
                    <a:pt x="124281" y="685040"/>
                  </a:lnTo>
                  <a:lnTo>
                    <a:pt x="105115" y="726027"/>
                  </a:lnTo>
                  <a:lnTo>
                    <a:pt x="87439" y="767821"/>
                  </a:lnTo>
                  <a:lnTo>
                    <a:pt x="71284" y="810390"/>
                  </a:lnTo>
                  <a:lnTo>
                    <a:pt x="56686" y="853700"/>
                  </a:lnTo>
                  <a:lnTo>
                    <a:pt x="43677" y="897716"/>
                  </a:lnTo>
                  <a:lnTo>
                    <a:pt x="32293" y="942405"/>
                  </a:lnTo>
                  <a:lnTo>
                    <a:pt x="22567" y="987732"/>
                  </a:lnTo>
                  <a:lnTo>
                    <a:pt x="14534" y="1033663"/>
                  </a:lnTo>
                  <a:lnTo>
                    <a:pt x="8226" y="1080166"/>
                  </a:lnTo>
                  <a:lnTo>
                    <a:pt x="3678" y="1127204"/>
                  </a:lnTo>
                  <a:lnTo>
                    <a:pt x="925" y="1174746"/>
                  </a:lnTo>
                  <a:lnTo>
                    <a:pt x="0" y="1222756"/>
                  </a:lnTo>
                  <a:lnTo>
                    <a:pt x="925" y="1270765"/>
                  </a:lnTo>
                  <a:lnTo>
                    <a:pt x="3678" y="1318307"/>
                  </a:lnTo>
                  <a:lnTo>
                    <a:pt x="8226" y="1365345"/>
                  </a:lnTo>
                  <a:lnTo>
                    <a:pt x="14534" y="1411848"/>
                  </a:lnTo>
                  <a:lnTo>
                    <a:pt x="22567" y="1457779"/>
                  </a:lnTo>
                  <a:lnTo>
                    <a:pt x="32293" y="1503106"/>
                  </a:lnTo>
                  <a:lnTo>
                    <a:pt x="43677" y="1547795"/>
                  </a:lnTo>
                  <a:lnTo>
                    <a:pt x="56686" y="1591811"/>
                  </a:lnTo>
                  <a:lnTo>
                    <a:pt x="71284" y="1635121"/>
                  </a:lnTo>
                  <a:lnTo>
                    <a:pt x="87439" y="1677690"/>
                  </a:lnTo>
                  <a:lnTo>
                    <a:pt x="105115" y="1719484"/>
                  </a:lnTo>
                  <a:lnTo>
                    <a:pt x="124281" y="1760471"/>
                  </a:lnTo>
                  <a:lnTo>
                    <a:pt x="144900" y="1800614"/>
                  </a:lnTo>
                  <a:lnTo>
                    <a:pt x="166940" y="1839881"/>
                  </a:lnTo>
                  <a:lnTo>
                    <a:pt x="190366" y="1878238"/>
                  </a:lnTo>
                  <a:lnTo>
                    <a:pt x="215144" y="1915650"/>
                  </a:lnTo>
                  <a:lnTo>
                    <a:pt x="241240" y="1952084"/>
                  </a:lnTo>
                  <a:lnTo>
                    <a:pt x="268621" y="1987506"/>
                  </a:lnTo>
                  <a:lnTo>
                    <a:pt x="297252" y="2021881"/>
                  </a:lnTo>
                  <a:lnTo>
                    <a:pt x="327100" y="2055175"/>
                  </a:lnTo>
                  <a:lnTo>
                    <a:pt x="358130" y="2087356"/>
                  </a:lnTo>
                  <a:lnTo>
                    <a:pt x="390308" y="2118387"/>
                  </a:lnTo>
                  <a:lnTo>
                    <a:pt x="423601" y="2148237"/>
                  </a:lnTo>
                  <a:lnTo>
                    <a:pt x="457974" y="2176870"/>
                  </a:lnTo>
                  <a:lnTo>
                    <a:pt x="493394" y="2204252"/>
                  </a:lnTo>
                  <a:lnTo>
                    <a:pt x="529826" y="2230351"/>
                  </a:lnTo>
                  <a:lnTo>
                    <a:pt x="567237" y="2255131"/>
                  </a:lnTo>
                  <a:lnTo>
                    <a:pt x="605592" y="2278558"/>
                  </a:lnTo>
                  <a:lnTo>
                    <a:pt x="644858" y="2300599"/>
                  </a:lnTo>
                  <a:lnTo>
                    <a:pt x="685000" y="2321220"/>
                  </a:lnTo>
                  <a:lnTo>
                    <a:pt x="725984" y="2340387"/>
                  </a:lnTo>
                  <a:lnTo>
                    <a:pt x="767778" y="2358065"/>
                  </a:lnTo>
                  <a:lnTo>
                    <a:pt x="810346" y="2374221"/>
                  </a:lnTo>
                  <a:lnTo>
                    <a:pt x="853654" y="2388821"/>
                  </a:lnTo>
                  <a:lnTo>
                    <a:pt x="897669" y="2401830"/>
                  </a:lnTo>
                  <a:lnTo>
                    <a:pt x="942357" y="2413215"/>
                  </a:lnTo>
                  <a:lnTo>
                    <a:pt x="987683" y="2422942"/>
                  </a:lnTo>
                  <a:lnTo>
                    <a:pt x="1033614" y="2430976"/>
                  </a:lnTo>
                  <a:lnTo>
                    <a:pt x="1080116" y="2437284"/>
                  </a:lnTo>
                  <a:lnTo>
                    <a:pt x="1127154" y="2441832"/>
                  </a:lnTo>
                  <a:lnTo>
                    <a:pt x="1174695" y="2444586"/>
                  </a:lnTo>
                  <a:lnTo>
                    <a:pt x="1222705" y="2445512"/>
                  </a:lnTo>
                  <a:lnTo>
                    <a:pt x="1270715" y="2444586"/>
                  </a:lnTo>
                  <a:lnTo>
                    <a:pt x="1318256" y="2441832"/>
                  </a:lnTo>
                  <a:lnTo>
                    <a:pt x="1365295" y="2437284"/>
                  </a:lnTo>
                  <a:lnTo>
                    <a:pt x="1411797" y="2430976"/>
                  </a:lnTo>
                  <a:lnTo>
                    <a:pt x="1457728" y="2422942"/>
                  </a:lnTo>
                  <a:lnTo>
                    <a:pt x="1503056" y="2413215"/>
                  </a:lnTo>
                  <a:lnTo>
                    <a:pt x="1547744" y="2401830"/>
                  </a:lnTo>
                  <a:lnTo>
                    <a:pt x="1591760" y="2388821"/>
                  </a:lnTo>
                  <a:lnTo>
                    <a:pt x="1635070" y="2374221"/>
                  </a:lnTo>
                  <a:lnTo>
                    <a:pt x="1677639" y="2358065"/>
                  </a:lnTo>
                  <a:lnTo>
                    <a:pt x="1719434" y="2340387"/>
                  </a:lnTo>
                  <a:lnTo>
                    <a:pt x="1760420" y="2321220"/>
                  </a:lnTo>
                  <a:lnTo>
                    <a:pt x="1800563" y="2300599"/>
                  </a:lnTo>
                  <a:lnTo>
                    <a:pt x="1839831" y="2278558"/>
                  </a:lnTo>
                  <a:lnTo>
                    <a:pt x="1878187" y="2255131"/>
                  </a:lnTo>
                  <a:lnTo>
                    <a:pt x="1915600" y="2230351"/>
                  </a:lnTo>
                  <a:lnTo>
                    <a:pt x="1952034" y="2204252"/>
                  </a:lnTo>
                  <a:lnTo>
                    <a:pt x="1987455" y="2176870"/>
                  </a:lnTo>
                  <a:lnTo>
                    <a:pt x="2021830" y="2148237"/>
                  </a:lnTo>
                  <a:lnTo>
                    <a:pt x="2055125" y="2118387"/>
                  </a:lnTo>
                  <a:lnTo>
                    <a:pt x="2087305" y="2087356"/>
                  </a:lnTo>
                  <a:lnTo>
                    <a:pt x="2118337" y="2055175"/>
                  </a:lnTo>
                  <a:lnTo>
                    <a:pt x="2148186" y="2021881"/>
                  </a:lnTo>
                  <a:lnTo>
                    <a:pt x="2176819" y="1987506"/>
                  </a:lnTo>
                  <a:lnTo>
                    <a:pt x="2204202" y="1952084"/>
                  </a:lnTo>
                  <a:lnTo>
                    <a:pt x="2230300" y="1915650"/>
                  </a:lnTo>
                  <a:lnTo>
                    <a:pt x="2255080" y="1878238"/>
                  </a:lnTo>
                  <a:lnTo>
                    <a:pt x="2278507" y="1839881"/>
                  </a:lnTo>
                  <a:lnTo>
                    <a:pt x="2300549" y="1800614"/>
                  </a:lnTo>
                  <a:lnTo>
                    <a:pt x="2321170" y="1760471"/>
                  </a:lnTo>
                  <a:lnTo>
                    <a:pt x="2340336" y="1719484"/>
                  </a:lnTo>
                  <a:lnTo>
                    <a:pt x="2358014" y="1677690"/>
                  </a:lnTo>
                  <a:lnTo>
                    <a:pt x="2374170" y="1635121"/>
                  </a:lnTo>
                  <a:lnTo>
                    <a:pt x="2388770" y="1591811"/>
                  </a:lnTo>
                  <a:lnTo>
                    <a:pt x="2401779" y="1547795"/>
                  </a:lnTo>
                  <a:lnTo>
                    <a:pt x="2413164" y="1503106"/>
                  </a:lnTo>
                  <a:lnTo>
                    <a:pt x="2422891" y="1457779"/>
                  </a:lnTo>
                  <a:lnTo>
                    <a:pt x="2430925" y="1411848"/>
                  </a:lnTo>
                  <a:lnTo>
                    <a:pt x="2437234" y="1365345"/>
                  </a:lnTo>
                  <a:lnTo>
                    <a:pt x="2441782" y="1318307"/>
                  </a:lnTo>
                  <a:lnTo>
                    <a:pt x="2444535" y="1270765"/>
                  </a:lnTo>
                  <a:lnTo>
                    <a:pt x="2445461" y="1222756"/>
                  </a:lnTo>
                  <a:lnTo>
                    <a:pt x="2444535" y="1174746"/>
                  </a:lnTo>
                  <a:lnTo>
                    <a:pt x="2441782" y="1127204"/>
                  </a:lnTo>
                  <a:lnTo>
                    <a:pt x="2437234" y="1080166"/>
                  </a:lnTo>
                  <a:lnTo>
                    <a:pt x="2430925" y="1033663"/>
                  </a:lnTo>
                  <a:lnTo>
                    <a:pt x="2422891" y="987732"/>
                  </a:lnTo>
                  <a:lnTo>
                    <a:pt x="2413164" y="942405"/>
                  </a:lnTo>
                  <a:lnTo>
                    <a:pt x="2401779" y="897716"/>
                  </a:lnTo>
                  <a:lnTo>
                    <a:pt x="2388770" y="853700"/>
                  </a:lnTo>
                  <a:lnTo>
                    <a:pt x="2374170" y="810390"/>
                  </a:lnTo>
                  <a:lnTo>
                    <a:pt x="2358014" y="767821"/>
                  </a:lnTo>
                  <a:lnTo>
                    <a:pt x="2340336" y="726027"/>
                  </a:lnTo>
                  <a:lnTo>
                    <a:pt x="2321170" y="685040"/>
                  </a:lnTo>
                  <a:lnTo>
                    <a:pt x="2300549" y="644897"/>
                  </a:lnTo>
                  <a:lnTo>
                    <a:pt x="2278507" y="605630"/>
                  </a:lnTo>
                  <a:lnTo>
                    <a:pt x="2255080" y="567273"/>
                  </a:lnTo>
                  <a:lnTo>
                    <a:pt x="2230300" y="529861"/>
                  </a:lnTo>
                  <a:lnTo>
                    <a:pt x="2204202" y="493427"/>
                  </a:lnTo>
                  <a:lnTo>
                    <a:pt x="2176819" y="458005"/>
                  </a:lnTo>
                  <a:lnTo>
                    <a:pt x="2148186" y="423630"/>
                  </a:lnTo>
                  <a:lnTo>
                    <a:pt x="2118337" y="390336"/>
                  </a:lnTo>
                  <a:lnTo>
                    <a:pt x="2087305" y="358155"/>
                  </a:lnTo>
                  <a:lnTo>
                    <a:pt x="2055125" y="327124"/>
                  </a:lnTo>
                  <a:lnTo>
                    <a:pt x="2021830" y="297274"/>
                  </a:lnTo>
                  <a:lnTo>
                    <a:pt x="1987455" y="268641"/>
                  </a:lnTo>
                  <a:lnTo>
                    <a:pt x="1952034" y="241259"/>
                  </a:lnTo>
                  <a:lnTo>
                    <a:pt x="1915600" y="215160"/>
                  </a:lnTo>
                  <a:lnTo>
                    <a:pt x="1878187" y="190380"/>
                  </a:lnTo>
                  <a:lnTo>
                    <a:pt x="1839831" y="166953"/>
                  </a:lnTo>
                  <a:lnTo>
                    <a:pt x="1800563" y="144912"/>
                  </a:lnTo>
                  <a:lnTo>
                    <a:pt x="1760420" y="124291"/>
                  </a:lnTo>
                  <a:lnTo>
                    <a:pt x="1719434" y="105124"/>
                  </a:lnTo>
                  <a:lnTo>
                    <a:pt x="1677639" y="87446"/>
                  </a:lnTo>
                  <a:lnTo>
                    <a:pt x="1635070" y="71290"/>
                  </a:lnTo>
                  <a:lnTo>
                    <a:pt x="1591760" y="56690"/>
                  </a:lnTo>
                  <a:lnTo>
                    <a:pt x="1547744" y="43681"/>
                  </a:lnTo>
                  <a:lnTo>
                    <a:pt x="1503056" y="32296"/>
                  </a:lnTo>
                  <a:lnTo>
                    <a:pt x="1457728" y="22569"/>
                  </a:lnTo>
                  <a:lnTo>
                    <a:pt x="1411797" y="14535"/>
                  </a:lnTo>
                  <a:lnTo>
                    <a:pt x="1365295" y="8227"/>
                  </a:lnTo>
                  <a:lnTo>
                    <a:pt x="1318256" y="3679"/>
                  </a:lnTo>
                  <a:lnTo>
                    <a:pt x="1270715" y="925"/>
                  </a:lnTo>
                  <a:lnTo>
                    <a:pt x="1222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506093" y="2758821"/>
              <a:ext cx="1304290" cy="1341120"/>
            </a:xfrm>
            <a:custGeom>
              <a:avLst/>
              <a:gdLst/>
              <a:ahLst/>
              <a:cxnLst/>
              <a:rect l="l" t="t" r="r" b="b"/>
              <a:pathLst>
                <a:path w="1304289" h="1341120">
                  <a:moveTo>
                    <a:pt x="910208" y="85851"/>
                  </a:moveTo>
                  <a:lnTo>
                    <a:pt x="100456" y="85851"/>
                  </a:lnTo>
                  <a:lnTo>
                    <a:pt x="61400" y="93741"/>
                  </a:lnTo>
                  <a:lnTo>
                    <a:pt x="29464" y="115252"/>
                  </a:lnTo>
                  <a:lnTo>
                    <a:pt x="7909" y="147145"/>
                  </a:lnTo>
                  <a:lnTo>
                    <a:pt x="0" y="186181"/>
                  </a:lnTo>
                  <a:lnTo>
                    <a:pt x="25" y="1240789"/>
                  </a:lnTo>
                  <a:lnTo>
                    <a:pt x="7909" y="1279719"/>
                  </a:lnTo>
                  <a:lnTo>
                    <a:pt x="29463" y="1311656"/>
                  </a:lnTo>
                  <a:lnTo>
                    <a:pt x="61400" y="1333210"/>
                  </a:lnTo>
                  <a:lnTo>
                    <a:pt x="100456" y="1341120"/>
                  </a:lnTo>
                  <a:lnTo>
                    <a:pt x="910082" y="1341120"/>
                  </a:lnTo>
                  <a:lnTo>
                    <a:pt x="949138" y="1333210"/>
                  </a:lnTo>
                  <a:lnTo>
                    <a:pt x="981074" y="1311656"/>
                  </a:lnTo>
                  <a:lnTo>
                    <a:pt x="1000446" y="1282953"/>
                  </a:lnTo>
                  <a:lnTo>
                    <a:pt x="386588" y="1282953"/>
                  </a:lnTo>
                  <a:lnTo>
                    <a:pt x="373233" y="1281810"/>
                  </a:lnTo>
                  <a:lnTo>
                    <a:pt x="360521" y="1278477"/>
                  </a:lnTo>
                  <a:lnTo>
                    <a:pt x="348618" y="1273095"/>
                  </a:lnTo>
                  <a:lnTo>
                    <a:pt x="337693" y="1265808"/>
                  </a:lnTo>
                  <a:lnTo>
                    <a:pt x="100456" y="1265808"/>
                  </a:lnTo>
                  <a:lnTo>
                    <a:pt x="90687" y="1263846"/>
                  </a:lnTo>
                  <a:lnTo>
                    <a:pt x="82692" y="1258490"/>
                  </a:lnTo>
                  <a:lnTo>
                    <a:pt x="77293" y="1250539"/>
                  </a:lnTo>
                  <a:lnTo>
                    <a:pt x="75310" y="1240789"/>
                  </a:lnTo>
                  <a:lnTo>
                    <a:pt x="75310" y="186181"/>
                  </a:lnTo>
                  <a:lnTo>
                    <a:pt x="77293" y="176432"/>
                  </a:lnTo>
                  <a:lnTo>
                    <a:pt x="82692" y="168481"/>
                  </a:lnTo>
                  <a:lnTo>
                    <a:pt x="90687" y="163125"/>
                  </a:lnTo>
                  <a:lnTo>
                    <a:pt x="100456" y="161162"/>
                  </a:lnTo>
                  <a:lnTo>
                    <a:pt x="1005482" y="161162"/>
                  </a:lnTo>
                  <a:lnTo>
                    <a:pt x="1002649" y="147145"/>
                  </a:lnTo>
                  <a:lnTo>
                    <a:pt x="981138" y="115252"/>
                  </a:lnTo>
                  <a:lnTo>
                    <a:pt x="949245" y="93741"/>
                  </a:lnTo>
                  <a:lnTo>
                    <a:pt x="910208" y="85851"/>
                  </a:lnTo>
                  <a:close/>
                </a:path>
                <a:path w="1304289" h="1341120">
                  <a:moveTo>
                    <a:pt x="1010538" y="875156"/>
                  </a:moveTo>
                  <a:lnTo>
                    <a:pt x="935227" y="950467"/>
                  </a:lnTo>
                  <a:lnTo>
                    <a:pt x="935227" y="1240789"/>
                  </a:lnTo>
                  <a:lnTo>
                    <a:pt x="933209" y="1250539"/>
                  </a:lnTo>
                  <a:lnTo>
                    <a:pt x="927775" y="1258490"/>
                  </a:lnTo>
                  <a:lnTo>
                    <a:pt x="919762" y="1263846"/>
                  </a:lnTo>
                  <a:lnTo>
                    <a:pt x="910082" y="1265808"/>
                  </a:lnTo>
                  <a:lnTo>
                    <a:pt x="453136" y="1265808"/>
                  </a:lnTo>
                  <a:lnTo>
                    <a:pt x="411861" y="1279016"/>
                  </a:lnTo>
                  <a:lnTo>
                    <a:pt x="405626" y="1280757"/>
                  </a:lnTo>
                  <a:lnTo>
                    <a:pt x="399319" y="1281985"/>
                  </a:lnTo>
                  <a:lnTo>
                    <a:pt x="392965" y="1282713"/>
                  </a:lnTo>
                  <a:lnTo>
                    <a:pt x="386588" y="1282953"/>
                  </a:lnTo>
                  <a:lnTo>
                    <a:pt x="1000446" y="1282953"/>
                  </a:lnTo>
                  <a:lnTo>
                    <a:pt x="1002629" y="1279719"/>
                  </a:lnTo>
                  <a:lnTo>
                    <a:pt x="1010513" y="1240789"/>
                  </a:lnTo>
                  <a:lnTo>
                    <a:pt x="1010538" y="875156"/>
                  </a:lnTo>
                  <a:close/>
                </a:path>
                <a:path w="1304289" h="1341120">
                  <a:moveTo>
                    <a:pt x="966596" y="420624"/>
                  </a:moveTo>
                  <a:lnTo>
                    <a:pt x="609219" y="778001"/>
                  </a:lnTo>
                  <a:lnTo>
                    <a:pt x="247904" y="778001"/>
                  </a:lnTo>
                  <a:lnTo>
                    <a:pt x="238954" y="779809"/>
                  </a:lnTo>
                  <a:lnTo>
                    <a:pt x="231648" y="784748"/>
                  </a:lnTo>
                  <a:lnTo>
                    <a:pt x="226722" y="792093"/>
                  </a:lnTo>
                  <a:lnTo>
                    <a:pt x="224917" y="801115"/>
                  </a:lnTo>
                  <a:lnTo>
                    <a:pt x="226722" y="810065"/>
                  </a:lnTo>
                  <a:lnTo>
                    <a:pt x="231648" y="817372"/>
                  </a:lnTo>
                  <a:lnTo>
                    <a:pt x="238954" y="822297"/>
                  </a:lnTo>
                  <a:lnTo>
                    <a:pt x="247904" y="824102"/>
                  </a:lnTo>
                  <a:lnTo>
                    <a:pt x="563244" y="824102"/>
                  </a:lnTo>
                  <a:lnTo>
                    <a:pt x="469900" y="917447"/>
                  </a:lnTo>
                  <a:lnTo>
                    <a:pt x="467487" y="919733"/>
                  </a:lnTo>
                  <a:lnTo>
                    <a:pt x="461263" y="926083"/>
                  </a:lnTo>
                  <a:lnTo>
                    <a:pt x="458977" y="934973"/>
                  </a:lnTo>
                  <a:lnTo>
                    <a:pt x="458469" y="935989"/>
                  </a:lnTo>
                  <a:lnTo>
                    <a:pt x="457707" y="938021"/>
                  </a:lnTo>
                  <a:lnTo>
                    <a:pt x="375157" y="1197355"/>
                  </a:lnTo>
                  <a:lnTo>
                    <a:pt x="372871" y="1204595"/>
                  </a:lnTo>
                  <a:lnTo>
                    <a:pt x="374269" y="1211833"/>
                  </a:lnTo>
                  <a:lnTo>
                    <a:pt x="379094" y="1216533"/>
                  </a:lnTo>
                  <a:lnTo>
                    <a:pt x="383794" y="1221358"/>
                  </a:lnTo>
                  <a:lnTo>
                    <a:pt x="391032" y="1222755"/>
                  </a:lnTo>
                  <a:lnTo>
                    <a:pt x="638056" y="1144142"/>
                  </a:lnTo>
                  <a:lnTo>
                    <a:pt x="506094" y="1144142"/>
                  </a:lnTo>
                  <a:lnTo>
                    <a:pt x="451484" y="1089533"/>
                  </a:lnTo>
                  <a:lnTo>
                    <a:pt x="485901" y="981582"/>
                  </a:lnTo>
                  <a:lnTo>
                    <a:pt x="822363" y="981582"/>
                  </a:lnTo>
                  <a:lnTo>
                    <a:pt x="880988" y="922972"/>
                  </a:lnTo>
                  <a:lnTo>
                    <a:pt x="557974" y="922972"/>
                  </a:lnTo>
                  <a:lnTo>
                    <a:pt x="550834" y="921591"/>
                  </a:lnTo>
                  <a:lnTo>
                    <a:pt x="544576" y="917447"/>
                  </a:lnTo>
                  <a:lnTo>
                    <a:pt x="540432" y="911207"/>
                  </a:lnTo>
                  <a:lnTo>
                    <a:pt x="539051" y="904097"/>
                  </a:lnTo>
                  <a:lnTo>
                    <a:pt x="540432" y="896963"/>
                  </a:lnTo>
                  <a:lnTo>
                    <a:pt x="544576" y="890651"/>
                  </a:lnTo>
                  <a:lnTo>
                    <a:pt x="931926" y="503427"/>
                  </a:lnTo>
                  <a:lnTo>
                    <a:pt x="938164" y="499284"/>
                  </a:lnTo>
                  <a:lnTo>
                    <a:pt x="945261" y="497903"/>
                  </a:lnTo>
                  <a:lnTo>
                    <a:pt x="1043876" y="497903"/>
                  </a:lnTo>
                  <a:lnTo>
                    <a:pt x="966596" y="420624"/>
                  </a:lnTo>
                  <a:close/>
                </a:path>
                <a:path w="1304289" h="1341120">
                  <a:moveTo>
                    <a:pt x="822363" y="981582"/>
                  </a:moveTo>
                  <a:lnTo>
                    <a:pt x="485901" y="981582"/>
                  </a:lnTo>
                  <a:lnTo>
                    <a:pt x="614044" y="1109726"/>
                  </a:lnTo>
                  <a:lnTo>
                    <a:pt x="506094" y="1144142"/>
                  </a:lnTo>
                  <a:lnTo>
                    <a:pt x="638056" y="1144142"/>
                  </a:lnTo>
                  <a:lnTo>
                    <a:pt x="657606" y="1137920"/>
                  </a:lnTo>
                  <a:lnTo>
                    <a:pt x="659638" y="1137158"/>
                  </a:lnTo>
                  <a:lnTo>
                    <a:pt x="660654" y="1136649"/>
                  </a:lnTo>
                  <a:lnTo>
                    <a:pt x="669544" y="1134364"/>
                  </a:lnTo>
                  <a:lnTo>
                    <a:pt x="822363" y="981582"/>
                  </a:lnTo>
                  <a:close/>
                </a:path>
                <a:path w="1304289" h="1341120">
                  <a:moveTo>
                    <a:pt x="1043876" y="497903"/>
                  </a:moveTo>
                  <a:lnTo>
                    <a:pt x="945261" y="497903"/>
                  </a:lnTo>
                  <a:lnTo>
                    <a:pt x="952357" y="499284"/>
                  </a:lnTo>
                  <a:lnTo>
                    <a:pt x="958595" y="503427"/>
                  </a:lnTo>
                  <a:lnTo>
                    <a:pt x="962739" y="509666"/>
                  </a:lnTo>
                  <a:lnTo>
                    <a:pt x="964120" y="516762"/>
                  </a:lnTo>
                  <a:lnTo>
                    <a:pt x="962739" y="523859"/>
                  </a:lnTo>
                  <a:lnTo>
                    <a:pt x="958595" y="530098"/>
                  </a:lnTo>
                  <a:lnTo>
                    <a:pt x="571373" y="917447"/>
                  </a:lnTo>
                  <a:lnTo>
                    <a:pt x="565114" y="921591"/>
                  </a:lnTo>
                  <a:lnTo>
                    <a:pt x="557974" y="922972"/>
                  </a:lnTo>
                  <a:lnTo>
                    <a:pt x="880988" y="922972"/>
                  </a:lnTo>
                  <a:lnTo>
                    <a:pt x="1175004" y="629030"/>
                  </a:lnTo>
                  <a:lnTo>
                    <a:pt x="1043876" y="497903"/>
                  </a:lnTo>
                  <a:close/>
                </a:path>
                <a:path w="1304289" h="1341120">
                  <a:moveTo>
                    <a:pt x="739139" y="572262"/>
                  </a:moveTo>
                  <a:lnTo>
                    <a:pt x="247904" y="572262"/>
                  </a:lnTo>
                  <a:lnTo>
                    <a:pt x="238954" y="574067"/>
                  </a:lnTo>
                  <a:lnTo>
                    <a:pt x="231647" y="578993"/>
                  </a:lnTo>
                  <a:lnTo>
                    <a:pt x="226722" y="586299"/>
                  </a:lnTo>
                  <a:lnTo>
                    <a:pt x="224917" y="595249"/>
                  </a:lnTo>
                  <a:lnTo>
                    <a:pt x="226722" y="604198"/>
                  </a:lnTo>
                  <a:lnTo>
                    <a:pt x="231648" y="611505"/>
                  </a:lnTo>
                  <a:lnTo>
                    <a:pt x="238954" y="616430"/>
                  </a:lnTo>
                  <a:lnTo>
                    <a:pt x="247904" y="618236"/>
                  </a:lnTo>
                  <a:lnTo>
                    <a:pt x="739139" y="618236"/>
                  </a:lnTo>
                  <a:lnTo>
                    <a:pt x="748089" y="616430"/>
                  </a:lnTo>
                  <a:lnTo>
                    <a:pt x="755395" y="611505"/>
                  </a:lnTo>
                  <a:lnTo>
                    <a:pt x="760321" y="604198"/>
                  </a:lnTo>
                  <a:lnTo>
                    <a:pt x="762126" y="595249"/>
                  </a:lnTo>
                  <a:lnTo>
                    <a:pt x="760321" y="586299"/>
                  </a:lnTo>
                  <a:lnTo>
                    <a:pt x="755395" y="578993"/>
                  </a:lnTo>
                  <a:lnTo>
                    <a:pt x="748089" y="574067"/>
                  </a:lnTo>
                  <a:lnTo>
                    <a:pt x="739139" y="572262"/>
                  </a:lnTo>
                  <a:close/>
                </a:path>
                <a:path w="1304289" h="1341120">
                  <a:moveTo>
                    <a:pt x="1116949" y="291576"/>
                  </a:moveTo>
                  <a:lnTo>
                    <a:pt x="1095575" y="297368"/>
                  </a:lnTo>
                  <a:lnTo>
                    <a:pt x="1076070" y="311150"/>
                  </a:lnTo>
                  <a:lnTo>
                    <a:pt x="1001394" y="385952"/>
                  </a:lnTo>
                  <a:lnTo>
                    <a:pt x="1209675" y="594232"/>
                  </a:lnTo>
                  <a:lnTo>
                    <a:pt x="1284477" y="519429"/>
                  </a:lnTo>
                  <a:lnTo>
                    <a:pt x="1298205" y="499999"/>
                  </a:lnTo>
                  <a:lnTo>
                    <a:pt x="1304004" y="478663"/>
                  </a:lnTo>
                  <a:lnTo>
                    <a:pt x="1301658" y="457993"/>
                  </a:lnTo>
                  <a:lnTo>
                    <a:pt x="1290955" y="440563"/>
                  </a:lnTo>
                  <a:lnTo>
                    <a:pt x="1155064" y="304673"/>
                  </a:lnTo>
                  <a:lnTo>
                    <a:pt x="1137632" y="293951"/>
                  </a:lnTo>
                  <a:lnTo>
                    <a:pt x="1116949" y="291576"/>
                  </a:lnTo>
                  <a:close/>
                </a:path>
                <a:path w="1304289" h="1341120">
                  <a:moveTo>
                    <a:pt x="739139" y="386588"/>
                  </a:moveTo>
                  <a:lnTo>
                    <a:pt x="247904" y="386588"/>
                  </a:lnTo>
                  <a:lnTo>
                    <a:pt x="238954" y="388393"/>
                  </a:lnTo>
                  <a:lnTo>
                    <a:pt x="231647" y="393319"/>
                  </a:lnTo>
                  <a:lnTo>
                    <a:pt x="226722" y="400625"/>
                  </a:lnTo>
                  <a:lnTo>
                    <a:pt x="224917" y="409575"/>
                  </a:lnTo>
                  <a:lnTo>
                    <a:pt x="226722" y="418597"/>
                  </a:lnTo>
                  <a:lnTo>
                    <a:pt x="231648" y="425942"/>
                  </a:lnTo>
                  <a:lnTo>
                    <a:pt x="238954" y="430881"/>
                  </a:lnTo>
                  <a:lnTo>
                    <a:pt x="247904" y="432688"/>
                  </a:lnTo>
                  <a:lnTo>
                    <a:pt x="739139" y="432688"/>
                  </a:lnTo>
                  <a:lnTo>
                    <a:pt x="748089" y="430881"/>
                  </a:lnTo>
                  <a:lnTo>
                    <a:pt x="755395" y="425942"/>
                  </a:lnTo>
                  <a:lnTo>
                    <a:pt x="760321" y="418597"/>
                  </a:lnTo>
                  <a:lnTo>
                    <a:pt x="762126" y="409575"/>
                  </a:lnTo>
                  <a:lnTo>
                    <a:pt x="760321" y="400625"/>
                  </a:lnTo>
                  <a:lnTo>
                    <a:pt x="755395" y="393319"/>
                  </a:lnTo>
                  <a:lnTo>
                    <a:pt x="748089" y="388393"/>
                  </a:lnTo>
                  <a:lnTo>
                    <a:pt x="739139" y="386588"/>
                  </a:lnTo>
                  <a:close/>
                </a:path>
                <a:path w="1304289" h="1341120">
                  <a:moveTo>
                    <a:pt x="1005482" y="161162"/>
                  </a:moveTo>
                  <a:lnTo>
                    <a:pt x="910208" y="161162"/>
                  </a:lnTo>
                  <a:lnTo>
                    <a:pt x="919904" y="163125"/>
                  </a:lnTo>
                  <a:lnTo>
                    <a:pt x="927862" y="168481"/>
                  </a:lnTo>
                  <a:lnTo>
                    <a:pt x="933247" y="176432"/>
                  </a:lnTo>
                  <a:lnTo>
                    <a:pt x="935227" y="186181"/>
                  </a:lnTo>
                  <a:lnTo>
                    <a:pt x="935227" y="360171"/>
                  </a:lnTo>
                  <a:lnTo>
                    <a:pt x="1010538" y="284733"/>
                  </a:lnTo>
                  <a:lnTo>
                    <a:pt x="1010538" y="186181"/>
                  </a:lnTo>
                  <a:lnTo>
                    <a:pt x="1005482" y="161162"/>
                  </a:lnTo>
                  <a:close/>
                </a:path>
                <a:path w="1304289" h="1341120">
                  <a:moveTo>
                    <a:pt x="244856" y="161162"/>
                  </a:moveTo>
                  <a:lnTo>
                    <a:pt x="194563" y="161162"/>
                  </a:lnTo>
                  <a:lnTo>
                    <a:pt x="194563" y="200913"/>
                  </a:lnTo>
                  <a:lnTo>
                    <a:pt x="196546" y="210663"/>
                  </a:lnTo>
                  <a:lnTo>
                    <a:pt x="201945" y="218614"/>
                  </a:lnTo>
                  <a:lnTo>
                    <a:pt x="209940" y="223970"/>
                  </a:lnTo>
                  <a:lnTo>
                    <a:pt x="219709" y="225932"/>
                  </a:lnTo>
                  <a:lnTo>
                    <a:pt x="229479" y="223970"/>
                  </a:lnTo>
                  <a:lnTo>
                    <a:pt x="237474" y="218614"/>
                  </a:lnTo>
                  <a:lnTo>
                    <a:pt x="242873" y="210663"/>
                  </a:lnTo>
                  <a:lnTo>
                    <a:pt x="244856" y="200913"/>
                  </a:lnTo>
                  <a:lnTo>
                    <a:pt x="244856" y="161162"/>
                  </a:lnTo>
                  <a:close/>
                </a:path>
                <a:path w="1304289" h="1341120">
                  <a:moveTo>
                    <a:pt x="439419" y="161162"/>
                  </a:moveTo>
                  <a:lnTo>
                    <a:pt x="389127" y="161162"/>
                  </a:lnTo>
                  <a:lnTo>
                    <a:pt x="389127" y="200913"/>
                  </a:lnTo>
                  <a:lnTo>
                    <a:pt x="391110" y="210663"/>
                  </a:lnTo>
                  <a:lnTo>
                    <a:pt x="396509" y="218614"/>
                  </a:lnTo>
                  <a:lnTo>
                    <a:pt x="404504" y="223970"/>
                  </a:lnTo>
                  <a:lnTo>
                    <a:pt x="414274" y="225932"/>
                  </a:lnTo>
                  <a:lnTo>
                    <a:pt x="424043" y="223970"/>
                  </a:lnTo>
                  <a:lnTo>
                    <a:pt x="432038" y="218614"/>
                  </a:lnTo>
                  <a:lnTo>
                    <a:pt x="437437" y="210663"/>
                  </a:lnTo>
                  <a:lnTo>
                    <a:pt x="439419" y="200913"/>
                  </a:lnTo>
                  <a:lnTo>
                    <a:pt x="439419" y="161162"/>
                  </a:lnTo>
                  <a:close/>
                </a:path>
                <a:path w="1304289" h="1341120">
                  <a:moveTo>
                    <a:pt x="615188" y="161162"/>
                  </a:moveTo>
                  <a:lnTo>
                    <a:pt x="564895" y="161162"/>
                  </a:lnTo>
                  <a:lnTo>
                    <a:pt x="564895" y="200913"/>
                  </a:lnTo>
                  <a:lnTo>
                    <a:pt x="566878" y="210663"/>
                  </a:lnTo>
                  <a:lnTo>
                    <a:pt x="572277" y="218614"/>
                  </a:lnTo>
                  <a:lnTo>
                    <a:pt x="580272" y="223970"/>
                  </a:lnTo>
                  <a:lnTo>
                    <a:pt x="590042" y="225932"/>
                  </a:lnTo>
                  <a:lnTo>
                    <a:pt x="599811" y="223970"/>
                  </a:lnTo>
                  <a:lnTo>
                    <a:pt x="607806" y="218614"/>
                  </a:lnTo>
                  <a:lnTo>
                    <a:pt x="613205" y="210663"/>
                  </a:lnTo>
                  <a:lnTo>
                    <a:pt x="615188" y="200913"/>
                  </a:lnTo>
                  <a:lnTo>
                    <a:pt x="615188" y="161162"/>
                  </a:lnTo>
                  <a:close/>
                </a:path>
                <a:path w="1304289" h="1341120">
                  <a:moveTo>
                    <a:pt x="803401" y="161162"/>
                  </a:moveTo>
                  <a:lnTo>
                    <a:pt x="753237" y="161162"/>
                  </a:lnTo>
                  <a:lnTo>
                    <a:pt x="753237" y="200913"/>
                  </a:lnTo>
                  <a:lnTo>
                    <a:pt x="755201" y="210663"/>
                  </a:lnTo>
                  <a:lnTo>
                    <a:pt x="760571" y="218614"/>
                  </a:lnTo>
                  <a:lnTo>
                    <a:pt x="768560" y="223970"/>
                  </a:lnTo>
                  <a:lnTo>
                    <a:pt x="778382" y="225932"/>
                  </a:lnTo>
                  <a:lnTo>
                    <a:pt x="788132" y="223970"/>
                  </a:lnTo>
                  <a:lnTo>
                    <a:pt x="796083" y="218614"/>
                  </a:lnTo>
                  <a:lnTo>
                    <a:pt x="801439" y="210663"/>
                  </a:lnTo>
                  <a:lnTo>
                    <a:pt x="803401" y="200913"/>
                  </a:lnTo>
                  <a:lnTo>
                    <a:pt x="803401" y="161162"/>
                  </a:lnTo>
                  <a:close/>
                </a:path>
                <a:path w="1304289" h="1341120">
                  <a:moveTo>
                    <a:pt x="219709" y="0"/>
                  </a:moveTo>
                  <a:lnTo>
                    <a:pt x="209860" y="1982"/>
                  </a:lnTo>
                  <a:lnTo>
                    <a:pt x="201866" y="7381"/>
                  </a:lnTo>
                  <a:lnTo>
                    <a:pt x="196517" y="15376"/>
                  </a:lnTo>
                  <a:lnTo>
                    <a:pt x="194563" y="25145"/>
                  </a:lnTo>
                  <a:lnTo>
                    <a:pt x="194563" y="85851"/>
                  </a:lnTo>
                  <a:lnTo>
                    <a:pt x="244729" y="85851"/>
                  </a:lnTo>
                  <a:lnTo>
                    <a:pt x="244729" y="25145"/>
                  </a:lnTo>
                  <a:lnTo>
                    <a:pt x="242766" y="15376"/>
                  </a:lnTo>
                  <a:lnTo>
                    <a:pt x="237410" y="7381"/>
                  </a:lnTo>
                  <a:lnTo>
                    <a:pt x="229459" y="1982"/>
                  </a:lnTo>
                  <a:lnTo>
                    <a:pt x="219709" y="0"/>
                  </a:lnTo>
                  <a:close/>
                </a:path>
                <a:path w="1304289" h="1341120">
                  <a:moveTo>
                    <a:pt x="414274" y="0"/>
                  </a:moveTo>
                  <a:lnTo>
                    <a:pt x="404478" y="1982"/>
                  </a:lnTo>
                  <a:lnTo>
                    <a:pt x="396477" y="7381"/>
                  </a:lnTo>
                  <a:lnTo>
                    <a:pt x="391099" y="15376"/>
                  </a:lnTo>
                  <a:lnTo>
                    <a:pt x="389127" y="25145"/>
                  </a:lnTo>
                  <a:lnTo>
                    <a:pt x="389127" y="85851"/>
                  </a:lnTo>
                  <a:lnTo>
                    <a:pt x="439419" y="85851"/>
                  </a:lnTo>
                  <a:lnTo>
                    <a:pt x="439419" y="25145"/>
                  </a:lnTo>
                  <a:lnTo>
                    <a:pt x="437437" y="15376"/>
                  </a:lnTo>
                  <a:lnTo>
                    <a:pt x="432038" y="7381"/>
                  </a:lnTo>
                  <a:lnTo>
                    <a:pt x="424043" y="1982"/>
                  </a:lnTo>
                  <a:lnTo>
                    <a:pt x="414274" y="0"/>
                  </a:lnTo>
                  <a:close/>
                </a:path>
                <a:path w="1304289" h="1341120">
                  <a:moveTo>
                    <a:pt x="590042" y="0"/>
                  </a:moveTo>
                  <a:lnTo>
                    <a:pt x="580192" y="1982"/>
                  </a:lnTo>
                  <a:lnTo>
                    <a:pt x="572198" y="7381"/>
                  </a:lnTo>
                  <a:lnTo>
                    <a:pt x="566849" y="15376"/>
                  </a:lnTo>
                  <a:lnTo>
                    <a:pt x="564895" y="25145"/>
                  </a:lnTo>
                  <a:lnTo>
                    <a:pt x="564895" y="85851"/>
                  </a:lnTo>
                  <a:lnTo>
                    <a:pt x="615061" y="85851"/>
                  </a:lnTo>
                  <a:lnTo>
                    <a:pt x="615061" y="25145"/>
                  </a:lnTo>
                  <a:lnTo>
                    <a:pt x="613098" y="15376"/>
                  </a:lnTo>
                  <a:lnTo>
                    <a:pt x="607742" y="7381"/>
                  </a:lnTo>
                  <a:lnTo>
                    <a:pt x="599791" y="1982"/>
                  </a:lnTo>
                  <a:lnTo>
                    <a:pt x="590042" y="0"/>
                  </a:lnTo>
                  <a:close/>
                </a:path>
                <a:path w="1304289" h="1341120">
                  <a:moveTo>
                    <a:pt x="778382" y="0"/>
                  </a:moveTo>
                  <a:lnTo>
                    <a:pt x="768587" y="1982"/>
                  </a:lnTo>
                  <a:lnTo>
                    <a:pt x="760586" y="7381"/>
                  </a:lnTo>
                  <a:lnTo>
                    <a:pt x="755208" y="15376"/>
                  </a:lnTo>
                  <a:lnTo>
                    <a:pt x="753237" y="25145"/>
                  </a:lnTo>
                  <a:lnTo>
                    <a:pt x="753237" y="85851"/>
                  </a:lnTo>
                  <a:lnTo>
                    <a:pt x="803401" y="85851"/>
                  </a:lnTo>
                  <a:lnTo>
                    <a:pt x="803401" y="25145"/>
                  </a:lnTo>
                  <a:lnTo>
                    <a:pt x="801439" y="15376"/>
                  </a:lnTo>
                  <a:lnTo>
                    <a:pt x="796083" y="7381"/>
                  </a:lnTo>
                  <a:lnTo>
                    <a:pt x="788132" y="1982"/>
                  </a:lnTo>
                  <a:lnTo>
                    <a:pt x="778382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/>
          <p:nvPr/>
        </p:nvSpPr>
        <p:spPr>
          <a:xfrm>
            <a:off x="1787651" y="0"/>
            <a:ext cx="739140" cy="1797050"/>
          </a:xfrm>
          <a:custGeom>
            <a:avLst/>
            <a:gdLst/>
            <a:ahLst/>
            <a:cxnLst/>
            <a:rect l="l" t="t" r="r" b="b"/>
            <a:pathLst>
              <a:path w="739139" h="1797050">
                <a:moveTo>
                  <a:pt x="739139" y="0"/>
                </a:moveTo>
                <a:lnTo>
                  <a:pt x="0" y="0"/>
                </a:lnTo>
                <a:lnTo>
                  <a:pt x="0" y="1796796"/>
                </a:lnTo>
                <a:lnTo>
                  <a:pt x="739139" y="1796796"/>
                </a:lnTo>
                <a:lnTo>
                  <a:pt x="739139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787651" y="5061203"/>
            <a:ext cx="739140" cy="1797050"/>
          </a:xfrm>
          <a:custGeom>
            <a:avLst/>
            <a:gdLst/>
            <a:ahLst/>
            <a:cxnLst/>
            <a:rect l="l" t="t" r="r" b="b"/>
            <a:pathLst>
              <a:path w="739139" h="1797050">
                <a:moveTo>
                  <a:pt x="739139" y="0"/>
                </a:moveTo>
                <a:lnTo>
                  <a:pt x="0" y="0"/>
                </a:lnTo>
                <a:lnTo>
                  <a:pt x="0" y="1796796"/>
                </a:lnTo>
                <a:lnTo>
                  <a:pt x="739139" y="1796796"/>
                </a:lnTo>
                <a:lnTo>
                  <a:pt x="739139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824" y="4595621"/>
            <a:ext cx="29756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entury Gothic"/>
                <a:cs typeface="Century Gothic"/>
              </a:rPr>
              <a:t>About</a:t>
            </a:r>
            <a:r>
              <a:rPr sz="5400" b="1" spc="-160" dirty="0">
                <a:latin typeface="Century Gothic"/>
                <a:cs typeface="Century Gothic"/>
              </a:rPr>
              <a:t> </a:t>
            </a:r>
            <a:r>
              <a:rPr sz="5400" b="1" spc="-25" dirty="0">
                <a:latin typeface="Century Gothic"/>
                <a:cs typeface="Century Gothic"/>
              </a:rPr>
              <a:t>Us</a:t>
            </a:r>
            <a:endParaRPr sz="5400" dirty="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0788" y="0"/>
            <a:ext cx="741045" cy="4186554"/>
          </a:xfrm>
          <a:custGeom>
            <a:avLst/>
            <a:gdLst/>
            <a:ahLst/>
            <a:cxnLst/>
            <a:rect l="l" t="t" r="r" b="b"/>
            <a:pathLst>
              <a:path w="741044" h="4186554">
                <a:moveTo>
                  <a:pt x="740663" y="0"/>
                </a:moveTo>
                <a:lnTo>
                  <a:pt x="0" y="0"/>
                </a:lnTo>
                <a:lnTo>
                  <a:pt x="0" y="4186428"/>
                </a:lnTo>
                <a:lnTo>
                  <a:pt x="740663" y="4186428"/>
                </a:lnTo>
                <a:lnTo>
                  <a:pt x="740663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970788" y="5958840"/>
            <a:ext cx="741045" cy="899160"/>
          </a:xfrm>
          <a:custGeom>
            <a:avLst/>
            <a:gdLst/>
            <a:ahLst/>
            <a:cxnLst/>
            <a:rect l="l" t="t" r="r" b="b"/>
            <a:pathLst>
              <a:path w="741044" h="899159">
                <a:moveTo>
                  <a:pt x="740663" y="0"/>
                </a:moveTo>
                <a:lnTo>
                  <a:pt x="0" y="0"/>
                </a:lnTo>
                <a:lnTo>
                  <a:pt x="0" y="899160"/>
                </a:lnTo>
                <a:lnTo>
                  <a:pt x="740663" y="899160"/>
                </a:lnTo>
                <a:lnTo>
                  <a:pt x="740663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67329" y="2218943"/>
            <a:ext cx="2298700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65"/>
              </a:spcBef>
            </a:pPr>
            <a:r>
              <a:rPr sz="1800" dirty="0"/>
              <a:t>Target</a:t>
            </a:r>
            <a:r>
              <a:rPr sz="1800" spc="-25" dirty="0"/>
              <a:t> </a:t>
            </a:r>
            <a:r>
              <a:rPr sz="1800" spc="-10" dirty="0"/>
              <a:t>Audience</a:t>
            </a:r>
            <a:endParaRPr sz="1800" dirty="0"/>
          </a:p>
          <a:p>
            <a:pPr marL="12065" marR="5080" algn="ctr">
              <a:lnSpc>
                <a:spcPct val="100000"/>
              </a:lnSpc>
              <a:spcBef>
                <a:spcPts val="445"/>
              </a:spcBef>
            </a:pP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b="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b="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b="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b="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b="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b="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b="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b="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b="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b="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20669" y="915542"/>
            <a:ext cx="1192530" cy="1209040"/>
            <a:chOff x="3320669" y="915542"/>
            <a:chExt cx="1192530" cy="1209040"/>
          </a:xfrm>
        </p:grpSpPr>
        <p:sp>
          <p:nvSpPr>
            <p:cNvPr id="7" name="object 7"/>
            <p:cNvSpPr/>
            <p:nvPr/>
          </p:nvSpPr>
          <p:spPr>
            <a:xfrm>
              <a:off x="3320669" y="915542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29" h="1209039">
                  <a:moveTo>
                    <a:pt x="1192530" y="612775"/>
                  </a:moveTo>
                  <a:lnTo>
                    <a:pt x="1190625" y="565899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808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31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31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08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99"/>
                  </a:lnTo>
                  <a:lnTo>
                    <a:pt x="31864" y="520052"/>
                  </a:lnTo>
                  <a:lnTo>
                    <a:pt x="40995" y="475386"/>
                  </a:lnTo>
                  <a:lnTo>
                    <a:pt x="53530" y="432066"/>
                  </a:lnTo>
                  <a:lnTo>
                    <a:pt x="69316" y="390232"/>
                  </a:lnTo>
                  <a:lnTo>
                    <a:pt x="88214" y="350024"/>
                  </a:lnTo>
                  <a:lnTo>
                    <a:pt x="110058" y="311594"/>
                  </a:lnTo>
                  <a:lnTo>
                    <a:pt x="134708" y="275082"/>
                  </a:lnTo>
                  <a:lnTo>
                    <a:pt x="162039" y="240652"/>
                  </a:lnTo>
                  <a:lnTo>
                    <a:pt x="191871" y="208445"/>
                  </a:lnTo>
                  <a:lnTo>
                    <a:pt x="224078" y="178600"/>
                  </a:lnTo>
                  <a:lnTo>
                    <a:pt x="258508" y="151269"/>
                  </a:lnTo>
                  <a:lnTo>
                    <a:pt x="295008" y="126606"/>
                  </a:lnTo>
                  <a:lnTo>
                    <a:pt x="333438" y="104749"/>
                  </a:lnTo>
                  <a:lnTo>
                    <a:pt x="335762" y="103657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710" y="119253"/>
                  </a:lnTo>
                  <a:lnTo>
                    <a:pt x="859955" y="105257"/>
                  </a:lnTo>
                  <a:lnTo>
                    <a:pt x="897509" y="126606"/>
                  </a:lnTo>
                  <a:lnTo>
                    <a:pt x="934008" y="151269"/>
                  </a:lnTo>
                  <a:lnTo>
                    <a:pt x="968438" y="178600"/>
                  </a:lnTo>
                  <a:lnTo>
                    <a:pt x="1000645" y="208445"/>
                  </a:lnTo>
                  <a:lnTo>
                    <a:pt x="1030478" y="240652"/>
                  </a:lnTo>
                  <a:lnTo>
                    <a:pt x="1057808" y="275082"/>
                  </a:lnTo>
                  <a:lnTo>
                    <a:pt x="1082459" y="311594"/>
                  </a:lnTo>
                  <a:lnTo>
                    <a:pt x="1104303" y="350024"/>
                  </a:lnTo>
                  <a:lnTo>
                    <a:pt x="1123200" y="390232"/>
                  </a:lnTo>
                  <a:lnTo>
                    <a:pt x="1138986" y="432066"/>
                  </a:lnTo>
                  <a:lnTo>
                    <a:pt x="1151521" y="475386"/>
                  </a:lnTo>
                  <a:lnTo>
                    <a:pt x="1160653" y="520052"/>
                  </a:lnTo>
                  <a:lnTo>
                    <a:pt x="1166241" y="565899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578" y="82283"/>
                  </a:lnTo>
                  <a:lnTo>
                    <a:pt x="875919" y="62738"/>
                  </a:lnTo>
                  <a:lnTo>
                    <a:pt x="806627" y="33718"/>
                  </a:lnTo>
                  <a:lnTo>
                    <a:pt x="755789" y="19240"/>
                  </a:lnTo>
                  <a:lnTo>
                    <a:pt x="703376" y="8674"/>
                  </a:lnTo>
                  <a:lnTo>
                    <a:pt x="649541" y="2197"/>
                  </a:lnTo>
                  <a:lnTo>
                    <a:pt x="594487" y="0"/>
                  </a:lnTo>
                  <a:lnTo>
                    <a:pt x="539483" y="2197"/>
                  </a:lnTo>
                  <a:lnTo>
                    <a:pt x="485686" y="8674"/>
                  </a:lnTo>
                  <a:lnTo>
                    <a:pt x="433285" y="19240"/>
                  </a:lnTo>
                  <a:lnTo>
                    <a:pt x="382460" y="33718"/>
                  </a:lnTo>
                  <a:lnTo>
                    <a:pt x="333375" y="51943"/>
                  </a:lnTo>
                  <a:lnTo>
                    <a:pt x="317119" y="60706"/>
                  </a:lnTo>
                  <a:lnTo>
                    <a:pt x="326047" y="81280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4992" y="967739"/>
              <a:ext cx="1100327" cy="11003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440557" y="1043050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5">
                  <a:moveTo>
                    <a:pt x="477012" y="0"/>
                  </a:moveTo>
                  <a:lnTo>
                    <a:pt x="428248" y="2463"/>
                  </a:lnTo>
                  <a:lnTo>
                    <a:pt x="380891" y="9693"/>
                  </a:lnTo>
                  <a:lnTo>
                    <a:pt x="335181" y="21449"/>
                  </a:lnTo>
                  <a:lnTo>
                    <a:pt x="291357" y="37492"/>
                  </a:lnTo>
                  <a:lnTo>
                    <a:pt x="249661" y="57582"/>
                  </a:lnTo>
                  <a:lnTo>
                    <a:pt x="210331" y="81478"/>
                  </a:lnTo>
                  <a:lnTo>
                    <a:pt x="173608" y="108942"/>
                  </a:lnTo>
                  <a:lnTo>
                    <a:pt x="139731" y="139731"/>
                  </a:lnTo>
                  <a:lnTo>
                    <a:pt x="108942" y="173608"/>
                  </a:lnTo>
                  <a:lnTo>
                    <a:pt x="81478" y="210331"/>
                  </a:lnTo>
                  <a:lnTo>
                    <a:pt x="57582" y="249661"/>
                  </a:lnTo>
                  <a:lnTo>
                    <a:pt x="37492" y="291357"/>
                  </a:lnTo>
                  <a:lnTo>
                    <a:pt x="21449" y="335181"/>
                  </a:lnTo>
                  <a:lnTo>
                    <a:pt x="9693" y="380891"/>
                  </a:lnTo>
                  <a:lnTo>
                    <a:pt x="2463" y="428248"/>
                  </a:lnTo>
                  <a:lnTo>
                    <a:pt x="0" y="477012"/>
                  </a:lnTo>
                  <a:lnTo>
                    <a:pt x="2463" y="525796"/>
                  </a:lnTo>
                  <a:lnTo>
                    <a:pt x="9693" y="573169"/>
                  </a:lnTo>
                  <a:lnTo>
                    <a:pt x="21449" y="618889"/>
                  </a:lnTo>
                  <a:lnTo>
                    <a:pt x="37492" y="662719"/>
                  </a:lnTo>
                  <a:lnTo>
                    <a:pt x="57582" y="704419"/>
                  </a:lnTo>
                  <a:lnTo>
                    <a:pt x="81478" y="743748"/>
                  </a:lnTo>
                  <a:lnTo>
                    <a:pt x="108942" y="780468"/>
                  </a:lnTo>
                  <a:lnTo>
                    <a:pt x="139731" y="814339"/>
                  </a:lnTo>
                  <a:lnTo>
                    <a:pt x="173608" y="845123"/>
                  </a:lnTo>
                  <a:lnTo>
                    <a:pt x="210331" y="872578"/>
                  </a:lnTo>
                  <a:lnTo>
                    <a:pt x="249661" y="896467"/>
                  </a:lnTo>
                  <a:lnTo>
                    <a:pt x="291357" y="916549"/>
                  </a:lnTo>
                  <a:lnTo>
                    <a:pt x="335181" y="932585"/>
                  </a:lnTo>
                  <a:lnTo>
                    <a:pt x="380891" y="944336"/>
                  </a:lnTo>
                  <a:lnTo>
                    <a:pt x="428248" y="951562"/>
                  </a:lnTo>
                  <a:lnTo>
                    <a:pt x="477012" y="954024"/>
                  </a:lnTo>
                  <a:lnTo>
                    <a:pt x="525796" y="951562"/>
                  </a:lnTo>
                  <a:lnTo>
                    <a:pt x="573169" y="944336"/>
                  </a:lnTo>
                  <a:lnTo>
                    <a:pt x="618889" y="932585"/>
                  </a:lnTo>
                  <a:lnTo>
                    <a:pt x="662719" y="916549"/>
                  </a:lnTo>
                  <a:lnTo>
                    <a:pt x="704419" y="896467"/>
                  </a:lnTo>
                  <a:lnTo>
                    <a:pt x="743748" y="872578"/>
                  </a:lnTo>
                  <a:lnTo>
                    <a:pt x="780468" y="845123"/>
                  </a:lnTo>
                  <a:lnTo>
                    <a:pt x="814339" y="814339"/>
                  </a:lnTo>
                  <a:lnTo>
                    <a:pt x="845123" y="780468"/>
                  </a:lnTo>
                  <a:lnTo>
                    <a:pt x="872578" y="743748"/>
                  </a:lnTo>
                  <a:lnTo>
                    <a:pt x="896467" y="704419"/>
                  </a:lnTo>
                  <a:lnTo>
                    <a:pt x="916549" y="662719"/>
                  </a:lnTo>
                  <a:lnTo>
                    <a:pt x="932585" y="618889"/>
                  </a:lnTo>
                  <a:lnTo>
                    <a:pt x="944336" y="573169"/>
                  </a:lnTo>
                  <a:lnTo>
                    <a:pt x="951562" y="525796"/>
                  </a:lnTo>
                  <a:lnTo>
                    <a:pt x="954023" y="477012"/>
                  </a:lnTo>
                  <a:lnTo>
                    <a:pt x="951562" y="428248"/>
                  </a:lnTo>
                  <a:lnTo>
                    <a:pt x="944336" y="380891"/>
                  </a:lnTo>
                  <a:lnTo>
                    <a:pt x="932585" y="335181"/>
                  </a:lnTo>
                  <a:lnTo>
                    <a:pt x="916549" y="291357"/>
                  </a:lnTo>
                  <a:lnTo>
                    <a:pt x="896467" y="249661"/>
                  </a:lnTo>
                  <a:lnTo>
                    <a:pt x="872578" y="210331"/>
                  </a:lnTo>
                  <a:lnTo>
                    <a:pt x="845123" y="173608"/>
                  </a:lnTo>
                  <a:lnTo>
                    <a:pt x="814339" y="139731"/>
                  </a:lnTo>
                  <a:lnTo>
                    <a:pt x="780468" y="108942"/>
                  </a:lnTo>
                  <a:lnTo>
                    <a:pt x="743748" y="81478"/>
                  </a:lnTo>
                  <a:lnTo>
                    <a:pt x="704419" y="57582"/>
                  </a:lnTo>
                  <a:lnTo>
                    <a:pt x="662719" y="37492"/>
                  </a:lnTo>
                  <a:lnTo>
                    <a:pt x="618889" y="21449"/>
                  </a:lnTo>
                  <a:lnTo>
                    <a:pt x="573169" y="9693"/>
                  </a:lnTo>
                  <a:lnTo>
                    <a:pt x="525796" y="246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5972" y="1188719"/>
              <a:ext cx="662940" cy="662940"/>
            </a:xfrm>
            <a:custGeom>
              <a:avLst/>
              <a:gdLst/>
              <a:ahLst/>
              <a:cxnLst/>
              <a:rect l="l" t="t" r="r" b="b"/>
              <a:pathLst>
                <a:path w="662939" h="662939">
                  <a:moveTo>
                    <a:pt x="114807" y="337819"/>
                  </a:moveTo>
                  <a:lnTo>
                    <a:pt x="89915" y="337819"/>
                  </a:lnTo>
                  <a:lnTo>
                    <a:pt x="94233" y="380238"/>
                  </a:lnTo>
                  <a:lnTo>
                    <a:pt x="108246" y="425450"/>
                  </a:lnTo>
                  <a:lnTo>
                    <a:pt x="130650" y="466861"/>
                  </a:lnTo>
                  <a:lnTo>
                    <a:pt x="160226" y="502713"/>
                  </a:lnTo>
                  <a:lnTo>
                    <a:pt x="196078" y="532289"/>
                  </a:lnTo>
                  <a:lnTo>
                    <a:pt x="237229" y="554613"/>
                  </a:lnTo>
                  <a:lnTo>
                    <a:pt x="282701" y="568705"/>
                  </a:lnTo>
                  <a:lnTo>
                    <a:pt x="325119" y="573024"/>
                  </a:lnTo>
                  <a:lnTo>
                    <a:pt x="325119" y="660145"/>
                  </a:lnTo>
                  <a:lnTo>
                    <a:pt x="327913" y="662939"/>
                  </a:lnTo>
                  <a:lnTo>
                    <a:pt x="335025" y="662939"/>
                  </a:lnTo>
                  <a:lnTo>
                    <a:pt x="337819" y="660145"/>
                  </a:lnTo>
                  <a:lnTo>
                    <a:pt x="337819" y="573024"/>
                  </a:lnTo>
                  <a:lnTo>
                    <a:pt x="380238" y="568705"/>
                  </a:lnTo>
                  <a:lnTo>
                    <a:pt x="425710" y="554613"/>
                  </a:lnTo>
                  <a:lnTo>
                    <a:pt x="437657" y="548131"/>
                  </a:lnTo>
                  <a:lnTo>
                    <a:pt x="325119" y="548131"/>
                  </a:lnTo>
                  <a:lnTo>
                    <a:pt x="287654" y="544321"/>
                  </a:lnTo>
                  <a:lnTo>
                    <a:pt x="239168" y="528205"/>
                  </a:lnTo>
                  <a:lnTo>
                    <a:pt x="196515" y="501737"/>
                  </a:lnTo>
                  <a:lnTo>
                    <a:pt x="161202" y="466424"/>
                  </a:lnTo>
                  <a:lnTo>
                    <a:pt x="134857" y="423969"/>
                  </a:lnTo>
                  <a:lnTo>
                    <a:pt x="118617" y="375284"/>
                  </a:lnTo>
                  <a:lnTo>
                    <a:pt x="114807" y="337819"/>
                  </a:lnTo>
                  <a:close/>
                </a:path>
                <a:path w="662939" h="662939">
                  <a:moveTo>
                    <a:pt x="237489" y="337819"/>
                  </a:moveTo>
                  <a:lnTo>
                    <a:pt x="167386" y="337819"/>
                  </a:lnTo>
                  <a:lnTo>
                    <a:pt x="179069" y="395858"/>
                  </a:lnTo>
                  <a:lnTo>
                    <a:pt x="214502" y="448436"/>
                  </a:lnTo>
                  <a:lnTo>
                    <a:pt x="267080" y="483869"/>
                  </a:lnTo>
                  <a:lnTo>
                    <a:pt x="325119" y="495553"/>
                  </a:lnTo>
                  <a:lnTo>
                    <a:pt x="325119" y="548131"/>
                  </a:lnTo>
                  <a:lnTo>
                    <a:pt x="337819" y="548131"/>
                  </a:lnTo>
                  <a:lnTo>
                    <a:pt x="337819" y="495553"/>
                  </a:lnTo>
                  <a:lnTo>
                    <a:pt x="395858" y="483869"/>
                  </a:lnTo>
                  <a:lnTo>
                    <a:pt x="423969" y="468618"/>
                  </a:lnTo>
                  <a:lnTo>
                    <a:pt x="448436" y="448436"/>
                  </a:lnTo>
                  <a:lnTo>
                    <a:pt x="467397" y="425450"/>
                  </a:lnTo>
                  <a:lnTo>
                    <a:pt x="325119" y="425450"/>
                  </a:lnTo>
                  <a:lnTo>
                    <a:pt x="294386" y="419226"/>
                  </a:lnTo>
                  <a:lnTo>
                    <a:pt x="278235" y="410434"/>
                  </a:lnTo>
                  <a:lnTo>
                    <a:pt x="264144" y="398795"/>
                  </a:lnTo>
                  <a:lnTo>
                    <a:pt x="252505" y="384704"/>
                  </a:lnTo>
                  <a:lnTo>
                    <a:pt x="243712" y="368553"/>
                  </a:lnTo>
                  <a:lnTo>
                    <a:pt x="237489" y="337819"/>
                  </a:lnTo>
                  <a:close/>
                </a:path>
                <a:path w="662939" h="662939">
                  <a:moveTo>
                    <a:pt x="573024" y="337819"/>
                  </a:moveTo>
                  <a:lnTo>
                    <a:pt x="548131" y="337819"/>
                  </a:lnTo>
                  <a:lnTo>
                    <a:pt x="544322" y="375284"/>
                  </a:lnTo>
                  <a:lnTo>
                    <a:pt x="528205" y="423771"/>
                  </a:lnTo>
                  <a:lnTo>
                    <a:pt x="501737" y="466424"/>
                  </a:lnTo>
                  <a:lnTo>
                    <a:pt x="466424" y="501737"/>
                  </a:lnTo>
                  <a:lnTo>
                    <a:pt x="423771" y="528205"/>
                  </a:lnTo>
                  <a:lnTo>
                    <a:pt x="375285" y="544321"/>
                  </a:lnTo>
                  <a:lnTo>
                    <a:pt x="337819" y="548131"/>
                  </a:lnTo>
                  <a:lnTo>
                    <a:pt x="437657" y="548131"/>
                  </a:lnTo>
                  <a:lnTo>
                    <a:pt x="502713" y="502713"/>
                  </a:lnTo>
                  <a:lnTo>
                    <a:pt x="532289" y="466861"/>
                  </a:lnTo>
                  <a:lnTo>
                    <a:pt x="554613" y="425710"/>
                  </a:lnTo>
                  <a:lnTo>
                    <a:pt x="568705" y="380238"/>
                  </a:lnTo>
                  <a:lnTo>
                    <a:pt x="573024" y="337819"/>
                  </a:lnTo>
                  <a:close/>
                </a:path>
                <a:path w="662939" h="662939">
                  <a:moveTo>
                    <a:pt x="366649" y="337819"/>
                  </a:moveTo>
                  <a:lnTo>
                    <a:pt x="296290" y="337819"/>
                  </a:lnTo>
                  <a:lnTo>
                    <a:pt x="304673" y="358266"/>
                  </a:lnTo>
                  <a:lnTo>
                    <a:pt x="325119" y="366649"/>
                  </a:lnTo>
                  <a:lnTo>
                    <a:pt x="325119" y="425450"/>
                  </a:lnTo>
                  <a:lnTo>
                    <a:pt x="337819" y="425450"/>
                  </a:lnTo>
                  <a:lnTo>
                    <a:pt x="337819" y="366649"/>
                  </a:lnTo>
                  <a:lnTo>
                    <a:pt x="358266" y="358266"/>
                  </a:lnTo>
                  <a:lnTo>
                    <a:pt x="366649" y="337819"/>
                  </a:lnTo>
                  <a:close/>
                </a:path>
                <a:path w="662939" h="662939">
                  <a:moveTo>
                    <a:pt x="495553" y="337819"/>
                  </a:moveTo>
                  <a:lnTo>
                    <a:pt x="425450" y="337819"/>
                  </a:lnTo>
                  <a:lnTo>
                    <a:pt x="419226" y="368553"/>
                  </a:lnTo>
                  <a:lnTo>
                    <a:pt x="410434" y="384704"/>
                  </a:lnTo>
                  <a:lnTo>
                    <a:pt x="398795" y="398795"/>
                  </a:lnTo>
                  <a:lnTo>
                    <a:pt x="384704" y="410434"/>
                  </a:lnTo>
                  <a:lnTo>
                    <a:pt x="368553" y="419226"/>
                  </a:lnTo>
                  <a:lnTo>
                    <a:pt x="337819" y="425450"/>
                  </a:lnTo>
                  <a:lnTo>
                    <a:pt x="467397" y="425450"/>
                  </a:lnTo>
                  <a:lnTo>
                    <a:pt x="468618" y="423969"/>
                  </a:lnTo>
                  <a:lnTo>
                    <a:pt x="483869" y="395858"/>
                  </a:lnTo>
                  <a:lnTo>
                    <a:pt x="495553" y="337819"/>
                  </a:lnTo>
                  <a:close/>
                </a:path>
                <a:path w="662939" h="662939">
                  <a:moveTo>
                    <a:pt x="660145" y="325119"/>
                  </a:moveTo>
                  <a:lnTo>
                    <a:pt x="2793" y="325119"/>
                  </a:lnTo>
                  <a:lnTo>
                    <a:pt x="0" y="327913"/>
                  </a:lnTo>
                  <a:lnTo>
                    <a:pt x="0" y="335025"/>
                  </a:lnTo>
                  <a:lnTo>
                    <a:pt x="2793" y="337819"/>
                  </a:lnTo>
                  <a:lnTo>
                    <a:pt x="660145" y="337819"/>
                  </a:lnTo>
                  <a:lnTo>
                    <a:pt x="662939" y="335025"/>
                  </a:lnTo>
                  <a:lnTo>
                    <a:pt x="662939" y="327913"/>
                  </a:lnTo>
                  <a:lnTo>
                    <a:pt x="660145" y="325119"/>
                  </a:lnTo>
                  <a:close/>
                </a:path>
                <a:path w="662939" h="662939">
                  <a:moveTo>
                    <a:pt x="335025" y="0"/>
                  </a:moveTo>
                  <a:lnTo>
                    <a:pt x="327913" y="0"/>
                  </a:lnTo>
                  <a:lnTo>
                    <a:pt x="325119" y="2793"/>
                  </a:lnTo>
                  <a:lnTo>
                    <a:pt x="325119" y="89915"/>
                  </a:lnTo>
                  <a:lnTo>
                    <a:pt x="282701" y="94233"/>
                  </a:lnTo>
                  <a:lnTo>
                    <a:pt x="237229" y="108326"/>
                  </a:lnTo>
                  <a:lnTo>
                    <a:pt x="196078" y="130650"/>
                  </a:lnTo>
                  <a:lnTo>
                    <a:pt x="160226" y="160226"/>
                  </a:lnTo>
                  <a:lnTo>
                    <a:pt x="130650" y="196078"/>
                  </a:lnTo>
                  <a:lnTo>
                    <a:pt x="108326" y="237229"/>
                  </a:lnTo>
                  <a:lnTo>
                    <a:pt x="94233" y="282701"/>
                  </a:lnTo>
                  <a:lnTo>
                    <a:pt x="89915" y="325119"/>
                  </a:lnTo>
                  <a:lnTo>
                    <a:pt x="114807" y="325119"/>
                  </a:lnTo>
                  <a:lnTo>
                    <a:pt x="118617" y="287654"/>
                  </a:lnTo>
                  <a:lnTo>
                    <a:pt x="134734" y="239168"/>
                  </a:lnTo>
                  <a:lnTo>
                    <a:pt x="161202" y="196515"/>
                  </a:lnTo>
                  <a:lnTo>
                    <a:pt x="196515" y="161202"/>
                  </a:lnTo>
                  <a:lnTo>
                    <a:pt x="239168" y="134734"/>
                  </a:lnTo>
                  <a:lnTo>
                    <a:pt x="287654" y="118617"/>
                  </a:lnTo>
                  <a:lnTo>
                    <a:pt x="325119" y="114807"/>
                  </a:lnTo>
                  <a:lnTo>
                    <a:pt x="437657" y="114807"/>
                  </a:lnTo>
                  <a:lnTo>
                    <a:pt x="425710" y="108326"/>
                  </a:lnTo>
                  <a:lnTo>
                    <a:pt x="380238" y="94233"/>
                  </a:lnTo>
                  <a:lnTo>
                    <a:pt x="337819" y="89915"/>
                  </a:lnTo>
                  <a:lnTo>
                    <a:pt x="337819" y="2793"/>
                  </a:lnTo>
                  <a:lnTo>
                    <a:pt x="335025" y="0"/>
                  </a:lnTo>
                  <a:close/>
                </a:path>
                <a:path w="662939" h="662939">
                  <a:moveTo>
                    <a:pt x="337819" y="114807"/>
                  </a:moveTo>
                  <a:lnTo>
                    <a:pt x="325119" y="114807"/>
                  </a:lnTo>
                  <a:lnTo>
                    <a:pt x="325119" y="167385"/>
                  </a:lnTo>
                  <a:lnTo>
                    <a:pt x="267080" y="179069"/>
                  </a:lnTo>
                  <a:lnTo>
                    <a:pt x="214502" y="214502"/>
                  </a:lnTo>
                  <a:lnTo>
                    <a:pt x="179069" y="267080"/>
                  </a:lnTo>
                  <a:lnTo>
                    <a:pt x="167386" y="325119"/>
                  </a:lnTo>
                  <a:lnTo>
                    <a:pt x="237489" y="325119"/>
                  </a:lnTo>
                  <a:lnTo>
                    <a:pt x="243712" y="294385"/>
                  </a:lnTo>
                  <a:lnTo>
                    <a:pt x="252505" y="278235"/>
                  </a:lnTo>
                  <a:lnTo>
                    <a:pt x="264144" y="264144"/>
                  </a:lnTo>
                  <a:lnTo>
                    <a:pt x="278235" y="252505"/>
                  </a:lnTo>
                  <a:lnTo>
                    <a:pt x="294386" y="243712"/>
                  </a:lnTo>
                  <a:lnTo>
                    <a:pt x="325119" y="237489"/>
                  </a:lnTo>
                  <a:lnTo>
                    <a:pt x="467397" y="237489"/>
                  </a:lnTo>
                  <a:lnTo>
                    <a:pt x="448436" y="214502"/>
                  </a:lnTo>
                  <a:lnTo>
                    <a:pt x="423969" y="194321"/>
                  </a:lnTo>
                  <a:lnTo>
                    <a:pt x="395858" y="179069"/>
                  </a:lnTo>
                  <a:lnTo>
                    <a:pt x="337819" y="167385"/>
                  </a:lnTo>
                  <a:lnTo>
                    <a:pt x="337819" y="114807"/>
                  </a:lnTo>
                  <a:close/>
                </a:path>
                <a:path w="662939" h="662939">
                  <a:moveTo>
                    <a:pt x="337819" y="237489"/>
                  </a:moveTo>
                  <a:lnTo>
                    <a:pt x="325119" y="237489"/>
                  </a:lnTo>
                  <a:lnTo>
                    <a:pt x="325119" y="296290"/>
                  </a:lnTo>
                  <a:lnTo>
                    <a:pt x="304673" y="304672"/>
                  </a:lnTo>
                  <a:lnTo>
                    <a:pt x="296290" y="325119"/>
                  </a:lnTo>
                  <a:lnTo>
                    <a:pt x="366649" y="325119"/>
                  </a:lnTo>
                  <a:lnTo>
                    <a:pt x="358266" y="304672"/>
                  </a:lnTo>
                  <a:lnTo>
                    <a:pt x="337819" y="296290"/>
                  </a:lnTo>
                  <a:lnTo>
                    <a:pt x="337819" y="237489"/>
                  </a:lnTo>
                  <a:close/>
                </a:path>
                <a:path w="662939" h="662939">
                  <a:moveTo>
                    <a:pt x="467397" y="237489"/>
                  </a:moveTo>
                  <a:lnTo>
                    <a:pt x="337819" y="237489"/>
                  </a:lnTo>
                  <a:lnTo>
                    <a:pt x="368553" y="243712"/>
                  </a:lnTo>
                  <a:lnTo>
                    <a:pt x="384704" y="252505"/>
                  </a:lnTo>
                  <a:lnTo>
                    <a:pt x="398795" y="264144"/>
                  </a:lnTo>
                  <a:lnTo>
                    <a:pt x="410434" y="278235"/>
                  </a:lnTo>
                  <a:lnTo>
                    <a:pt x="419226" y="294385"/>
                  </a:lnTo>
                  <a:lnTo>
                    <a:pt x="425450" y="325119"/>
                  </a:lnTo>
                  <a:lnTo>
                    <a:pt x="495553" y="325119"/>
                  </a:lnTo>
                  <a:lnTo>
                    <a:pt x="483869" y="267080"/>
                  </a:lnTo>
                  <a:lnTo>
                    <a:pt x="468725" y="239168"/>
                  </a:lnTo>
                  <a:lnTo>
                    <a:pt x="468618" y="238970"/>
                  </a:lnTo>
                  <a:lnTo>
                    <a:pt x="467397" y="237489"/>
                  </a:lnTo>
                  <a:close/>
                </a:path>
                <a:path w="662939" h="662939">
                  <a:moveTo>
                    <a:pt x="437657" y="114807"/>
                  </a:moveTo>
                  <a:lnTo>
                    <a:pt x="337819" y="114807"/>
                  </a:lnTo>
                  <a:lnTo>
                    <a:pt x="375285" y="118617"/>
                  </a:lnTo>
                  <a:lnTo>
                    <a:pt x="423771" y="134734"/>
                  </a:lnTo>
                  <a:lnTo>
                    <a:pt x="466424" y="161202"/>
                  </a:lnTo>
                  <a:lnTo>
                    <a:pt x="501737" y="196515"/>
                  </a:lnTo>
                  <a:lnTo>
                    <a:pt x="528082" y="238970"/>
                  </a:lnTo>
                  <a:lnTo>
                    <a:pt x="544322" y="287654"/>
                  </a:lnTo>
                  <a:lnTo>
                    <a:pt x="548131" y="325119"/>
                  </a:lnTo>
                  <a:lnTo>
                    <a:pt x="573024" y="325119"/>
                  </a:lnTo>
                  <a:lnTo>
                    <a:pt x="568705" y="282701"/>
                  </a:lnTo>
                  <a:lnTo>
                    <a:pt x="554693" y="237489"/>
                  </a:lnTo>
                  <a:lnTo>
                    <a:pt x="532289" y="196078"/>
                  </a:lnTo>
                  <a:lnTo>
                    <a:pt x="502713" y="160226"/>
                  </a:lnTo>
                  <a:lnTo>
                    <a:pt x="466861" y="130650"/>
                  </a:lnTo>
                  <a:lnTo>
                    <a:pt x="437657" y="114807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33313" y="2218943"/>
            <a:ext cx="2298700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65"/>
              </a:spcBef>
            </a:pPr>
            <a:r>
              <a:rPr sz="1800" b="1" dirty="0">
                <a:latin typeface="Century Gothic"/>
                <a:cs typeface="Century Gothic"/>
              </a:rPr>
              <a:t>Preferred</a:t>
            </a:r>
            <a:r>
              <a:rPr sz="1800" b="1" spc="-50" dirty="0">
                <a:latin typeface="Century Gothic"/>
                <a:cs typeface="Century Gothic"/>
              </a:rPr>
              <a:t> </a:t>
            </a:r>
            <a:r>
              <a:rPr sz="1800" b="1" dirty="0">
                <a:latin typeface="Century Gothic"/>
                <a:cs typeface="Century Gothic"/>
              </a:rPr>
              <a:t>by</a:t>
            </a:r>
            <a:r>
              <a:rPr sz="1800" b="1" spc="-35" dirty="0">
                <a:latin typeface="Century Gothic"/>
                <a:cs typeface="Century Gothic"/>
              </a:rPr>
              <a:t> </a:t>
            </a:r>
            <a:r>
              <a:rPr sz="1800" b="1" spc="-20" dirty="0">
                <a:latin typeface="Century Gothic"/>
                <a:cs typeface="Century Gothic"/>
              </a:rPr>
              <a:t>Many</a:t>
            </a:r>
            <a:endParaRPr sz="1800" dirty="0">
              <a:latin typeface="Century Gothic"/>
              <a:cs typeface="Century Gothic"/>
            </a:endParaRPr>
          </a:p>
          <a:p>
            <a:pPr marL="12065" marR="5080" algn="ctr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6144" y="915542"/>
            <a:ext cx="1192530" cy="1209040"/>
            <a:chOff x="6486144" y="915542"/>
            <a:chExt cx="1192530" cy="1209040"/>
          </a:xfrm>
        </p:grpSpPr>
        <p:sp>
          <p:nvSpPr>
            <p:cNvPr id="13" name="object 13"/>
            <p:cNvSpPr/>
            <p:nvPr/>
          </p:nvSpPr>
          <p:spPr>
            <a:xfrm>
              <a:off x="6486144" y="915542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29" h="1209039">
                  <a:moveTo>
                    <a:pt x="1192530" y="612775"/>
                  </a:moveTo>
                  <a:lnTo>
                    <a:pt x="1190625" y="565899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795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31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31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21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99"/>
                  </a:lnTo>
                  <a:lnTo>
                    <a:pt x="31864" y="520052"/>
                  </a:lnTo>
                  <a:lnTo>
                    <a:pt x="40995" y="475386"/>
                  </a:lnTo>
                  <a:lnTo>
                    <a:pt x="53530" y="432066"/>
                  </a:lnTo>
                  <a:lnTo>
                    <a:pt x="69316" y="390232"/>
                  </a:lnTo>
                  <a:lnTo>
                    <a:pt x="88214" y="350024"/>
                  </a:lnTo>
                  <a:lnTo>
                    <a:pt x="110058" y="311594"/>
                  </a:lnTo>
                  <a:lnTo>
                    <a:pt x="134721" y="275082"/>
                  </a:lnTo>
                  <a:lnTo>
                    <a:pt x="162039" y="240652"/>
                  </a:lnTo>
                  <a:lnTo>
                    <a:pt x="191871" y="208445"/>
                  </a:lnTo>
                  <a:lnTo>
                    <a:pt x="224078" y="178600"/>
                  </a:lnTo>
                  <a:lnTo>
                    <a:pt x="258508" y="151269"/>
                  </a:lnTo>
                  <a:lnTo>
                    <a:pt x="295008" y="126606"/>
                  </a:lnTo>
                  <a:lnTo>
                    <a:pt x="333438" y="104749"/>
                  </a:lnTo>
                  <a:lnTo>
                    <a:pt x="335762" y="103657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710" y="119253"/>
                  </a:lnTo>
                  <a:lnTo>
                    <a:pt x="859955" y="105257"/>
                  </a:lnTo>
                  <a:lnTo>
                    <a:pt x="897509" y="126606"/>
                  </a:lnTo>
                  <a:lnTo>
                    <a:pt x="934008" y="151269"/>
                  </a:lnTo>
                  <a:lnTo>
                    <a:pt x="968438" y="178600"/>
                  </a:lnTo>
                  <a:lnTo>
                    <a:pt x="1000645" y="208445"/>
                  </a:lnTo>
                  <a:lnTo>
                    <a:pt x="1030478" y="240652"/>
                  </a:lnTo>
                  <a:lnTo>
                    <a:pt x="1057808" y="275082"/>
                  </a:lnTo>
                  <a:lnTo>
                    <a:pt x="1082459" y="311594"/>
                  </a:lnTo>
                  <a:lnTo>
                    <a:pt x="1104303" y="350024"/>
                  </a:lnTo>
                  <a:lnTo>
                    <a:pt x="1123200" y="390232"/>
                  </a:lnTo>
                  <a:lnTo>
                    <a:pt x="1138986" y="432066"/>
                  </a:lnTo>
                  <a:lnTo>
                    <a:pt x="1151521" y="475386"/>
                  </a:lnTo>
                  <a:lnTo>
                    <a:pt x="1160653" y="520052"/>
                  </a:lnTo>
                  <a:lnTo>
                    <a:pt x="1166241" y="565899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578" y="82283"/>
                  </a:lnTo>
                  <a:lnTo>
                    <a:pt x="875919" y="62738"/>
                  </a:lnTo>
                  <a:lnTo>
                    <a:pt x="806627" y="33718"/>
                  </a:lnTo>
                  <a:lnTo>
                    <a:pt x="755789" y="19240"/>
                  </a:lnTo>
                  <a:lnTo>
                    <a:pt x="703376" y="8674"/>
                  </a:lnTo>
                  <a:lnTo>
                    <a:pt x="649541" y="2197"/>
                  </a:lnTo>
                  <a:lnTo>
                    <a:pt x="594487" y="0"/>
                  </a:lnTo>
                  <a:lnTo>
                    <a:pt x="539483" y="2197"/>
                  </a:lnTo>
                  <a:lnTo>
                    <a:pt x="485686" y="8674"/>
                  </a:lnTo>
                  <a:lnTo>
                    <a:pt x="433285" y="19240"/>
                  </a:lnTo>
                  <a:lnTo>
                    <a:pt x="382460" y="33718"/>
                  </a:lnTo>
                  <a:lnTo>
                    <a:pt x="333375" y="51943"/>
                  </a:lnTo>
                  <a:lnTo>
                    <a:pt x="317119" y="60706"/>
                  </a:lnTo>
                  <a:lnTo>
                    <a:pt x="326047" y="81280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1864" y="967739"/>
              <a:ext cx="1098816" cy="11003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06032" y="1043050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5">
                  <a:moveTo>
                    <a:pt x="477012" y="0"/>
                  </a:moveTo>
                  <a:lnTo>
                    <a:pt x="428248" y="2463"/>
                  </a:lnTo>
                  <a:lnTo>
                    <a:pt x="380891" y="9693"/>
                  </a:lnTo>
                  <a:lnTo>
                    <a:pt x="335181" y="21449"/>
                  </a:lnTo>
                  <a:lnTo>
                    <a:pt x="291357" y="37492"/>
                  </a:lnTo>
                  <a:lnTo>
                    <a:pt x="249661" y="57582"/>
                  </a:lnTo>
                  <a:lnTo>
                    <a:pt x="210331" y="81478"/>
                  </a:lnTo>
                  <a:lnTo>
                    <a:pt x="173608" y="108942"/>
                  </a:lnTo>
                  <a:lnTo>
                    <a:pt x="139731" y="139731"/>
                  </a:lnTo>
                  <a:lnTo>
                    <a:pt x="108942" y="173608"/>
                  </a:lnTo>
                  <a:lnTo>
                    <a:pt x="81478" y="210331"/>
                  </a:lnTo>
                  <a:lnTo>
                    <a:pt x="57582" y="249661"/>
                  </a:lnTo>
                  <a:lnTo>
                    <a:pt x="37492" y="291357"/>
                  </a:lnTo>
                  <a:lnTo>
                    <a:pt x="21449" y="335181"/>
                  </a:lnTo>
                  <a:lnTo>
                    <a:pt x="9693" y="380891"/>
                  </a:lnTo>
                  <a:lnTo>
                    <a:pt x="2463" y="428248"/>
                  </a:lnTo>
                  <a:lnTo>
                    <a:pt x="0" y="477012"/>
                  </a:lnTo>
                  <a:lnTo>
                    <a:pt x="2463" y="525796"/>
                  </a:lnTo>
                  <a:lnTo>
                    <a:pt x="9693" y="573169"/>
                  </a:lnTo>
                  <a:lnTo>
                    <a:pt x="21449" y="618889"/>
                  </a:lnTo>
                  <a:lnTo>
                    <a:pt x="37492" y="662719"/>
                  </a:lnTo>
                  <a:lnTo>
                    <a:pt x="57582" y="704419"/>
                  </a:lnTo>
                  <a:lnTo>
                    <a:pt x="81478" y="743748"/>
                  </a:lnTo>
                  <a:lnTo>
                    <a:pt x="108942" y="780468"/>
                  </a:lnTo>
                  <a:lnTo>
                    <a:pt x="139731" y="814339"/>
                  </a:lnTo>
                  <a:lnTo>
                    <a:pt x="173608" y="845123"/>
                  </a:lnTo>
                  <a:lnTo>
                    <a:pt x="210331" y="872578"/>
                  </a:lnTo>
                  <a:lnTo>
                    <a:pt x="249661" y="896467"/>
                  </a:lnTo>
                  <a:lnTo>
                    <a:pt x="291357" y="916549"/>
                  </a:lnTo>
                  <a:lnTo>
                    <a:pt x="335181" y="932585"/>
                  </a:lnTo>
                  <a:lnTo>
                    <a:pt x="380891" y="944336"/>
                  </a:lnTo>
                  <a:lnTo>
                    <a:pt x="428248" y="951562"/>
                  </a:lnTo>
                  <a:lnTo>
                    <a:pt x="477012" y="954024"/>
                  </a:lnTo>
                  <a:lnTo>
                    <a:pt x="525796" y="951562"/>
                  </a:lnTo>
                  <a:lnTo>
                    <a:pt x="573169" y="944336"/>
                  </a:lnTo>
                  <a:lnTo>
                    <a:pt x="618889" y="932585"/>
                  </a:lnTo>
                  <a:lnTo>
                    <a:pt x="662719" y="916549"/>
                  </a:lnTo>
                  <a:lnTo>
                    <a:pt x="704419" y="896467"/>
                  </a:lnTo>
                  <a:lnTo>
                    <a:pt x="743748" y="872578"/>
                  </a:lnTo>
                  <a:lnTo>
                    <a:pt x="780468" y="845123"/>
                  </a:lnTo>
                  <a:lnTo>
                    <a:pt x="814339" y="814339"/>
                  </a:lnTo>
                  <a:lnTo>
                    <a:pt x="845123" y="780468"/>
                  </a:lnTo>
                  <a:lnTo>
                    <a:pt x="872578" y="743748"/>
                  </a:lnTo>
                  <a:lnTo>
                    <a:pt x="896467" y="704419"/>
                  </a:lnTo>
                  <a:lnTo>
                    <a:pt x="916549" y="662719"/>
                  </a:lnTo>
                  <a:lnTo>
                    <a:pt x="932585" y="618889"/>
                  </a:lnTo>
                  <a:lnTo>
                    <a:pt x="944336" y="573169"/>
                  </a:lnTo>
                  <a:lnTo>
                    <a:pt x="951562" y="525796"/>
                  </a:lnTo>
                  <a:lnTo>
                    <a:pt x="954024" y="477012"/>
                  </a:lnTo>
                  <a:lnTo>
                    <a:pt x="951562" y="428248"/>
                  </a:lnTo>
                  <a:lnTo>
                    <a:pt x="944336" y="380891"/>
                  </a:lnTo>
                  <a:lnTo>
                    <a:pt x="932585" y="335181"/>
                  </a:lnTo>
                  <a:lnTo>
                    <a:pt x="916549" y="291357"/>
                  </a:lnTo>
                  <a:lnTo>
                    <a:pt x="896467" y="249661"/>
                  </a:lnTo>
                  <a:lnTo>
                    <a:pt x="872578" y="210331"/>
                  </a:lnTo>
                  <a:lnTo>
                    <a:pt x="845123" y="173608"/>
                  </a:lnTo>
                  <a:lnTo>
                    <a:pt x="814339" y="139731"/>
                  </a:lnTo>
                  <a:lnTo>
                    <a:pt x="780468" y="108942"/>
                  </a:lnTo>
                  <a:lnTo>
                    <a:pt x="743748" y="81478"/>
                  </a:lnTo>
                  <a:lnTo>
                    <a:pt x="704419" y="57582"/>
                  </a:lnTo>
                  <a:lnTo>
                    <a:pt x="662719" y="37492"/>
                  </a:lnTo>
                  <a:lnTo>
                    <a:pt x="618889" y="21449"/>
                  </a:lnTo>
                  <a:lnTo>
                    <a:pt x="573169" y="9693"/>
                  </a:lnTo>
                  <a:lnTo>
                    <a:pt x="525796" y="246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18376" y="1210055"/>
              <a:ext cx="528955" cy="620395"/>
            </a:xfrm>
            <a:custGeom>
              <a:avLst/>
              <a:gdLst/>
              <a:ahLst/>
              <a:cxnLst/>
              <a:rect l="l" t="t" r="r" b="b"/>
              <a:pathLst>
                <a:path w="528954" h="620394">
                  <a:moveTo>
                    <a:pt x="446531" y="453898"/>
                  </a:moveTo>
                  <a:lnTo>
                    <a:pt x="424560" y="513842"/>
                  </a:lnTo>
                  <a:lnTo>
                    <a:pt x="364108" y="517525"/>
                  </a:lnTo>
                  <a:lnTo>
                    <a:pt x="411099" y="558165"/>
                  </a:lnTo>
                  <a:lnTo>
                    <a:pt x="395604" y="620268"/>
                  </a:lnTo>
                  <a:lnTo>
                    <a:pt x="446531" y="585470"/>
                  </a:lnTo>
                  <a:lnTo>
                    <a:pt x="488721" y="585470"/>
                  </a:lnTo>
                  <a:lnTo>
                    <a:pt x="481965" y="558165"/>
                  </a:lnTo>
                  <a:lnTo>
                    <a:pt x="528827" y="517525"/>
                  </a:lnTo>
                  <a:lnTo>
                    <a:pt x="468375" y="513842"/>
                  </a:lnTo>
                  <a:lnTo>
                    <a:pt x="446531" y="453898"/>
                  </a:lnTo>
                  <a:close/>
                </a:path>
                <a:path w="528954" h="620394">
                  <a:moveTo>
                    <a:pt x="488721" y="585470"/>
                  </a:moveTo>
                  <a:lnTo>
                    <a:pt x="446531" y="585470"/>
                  </a:lnTo>
                  <a:lnTo>
                    <a:pt x="497331" y="620268"/>
                  </a:lnTo>
                  <a:lnTo>
                    <a:pt x="488721" y="585470"/>
                  </a:lnTo>
                  <a:close/>
                </a:path>
                <a:path w="528954" h="620394">
                  <a:moveTo>
                    <a:pt x="264414" y="453898"/>
                  </a:moveTo>
                  <a:lnTo>
                    <a:pt x="242443" y="513842"/>
                  </a:lnTo>
                  <a:lnTo>
                    <a:pt x="182118" y="517525"/>
                  </a:lnTo>
                  <a:lnTo>
                    <a:pt x="228980" y="558165"/>
                  </a:lnTo>
                  <a:lnTo>
                    <a:pt x="213487" y="620268"/>
                  </a:lnTo>
                  <a:lnTo>
                    <a:pt x="264414" y="585470"/>
                  </a:lnTo>
                  <a:lnTo>
                    <a:pt x="306659" y="585470"/>
                  </a:lnTo>
                  <a:lnTo>
                    <a:pt x="299847" y="558165"/>
                  </a:lnTo>
                  <a:lnTo>
                    <a:pt x="346709" y="517525"/>
                  </a:lnTo>
                  <a:lnTo>
                    <a:pt x="286384" y="513842"/>
                  </a:lnTo>
                  <a:lnTo>
                    <a:pt x="264414" y="453898"/>
                  </a:lnTo>
                  <a:close/>
                </a:path>
                <a:path w="528954" h="620394">
                  <a:moveTo>
                    <a:pt x="306659" y="585470"/>
                  </a:moveTo>
                  <a:lnTo>
                    <a:pt x="264414" y="585470"/>
                  </a:lnTo>
                  <a:lnTo>
                    <a:pt x="315341" y="620268"/>
                  </a:lnTo>
                  <a:lnTo>
                    <a:pt x="306659" y="585470"/>
                  </a:lnTo>
                  <a:close/>
                </a:path>
                <a:path w="528954" h="620394">
                  <a:moveTo>
                    <a:pt x="82296" y="453898"/>
                  </a:moveTo>
                  <a:lnTo>
                    <a:pt x="60451" y="513842"/>
                  </a:lnTo>
                  <a:lnTo>
                    <a:pt x="0" y="517525"/>
                  </a:lnTo>
                  <a:lnTo>
                    <a:pt x="46863" y="558165"/>
                  </a:lnTo>
                  <a:lnTo>
                    <a:pt x="31496" y="620268"/>
                  </a:lnTo>
                  <a:lnTo>
                    <a:pt x="82296" y="585470"/>
                  </a:lnTo>
                  <a:lnTo>
                    <a:pt x="124541" y="585470"/>
                  </a:lnTo>
                  <a:lnTo>
                    <a:pt x="117728" y="558165"/>
                  </a:lnTo>
                  <a:lnTo>
                    <a:pt x="164719" y="517525"/>
                  </a:lnTo>
                  <a:lnTo>
                    <a:pt x="104267" y="513842"/>
                  </a:lnTo>
                  <a:lnTo>
                    <a:pt x="82296" y="453898"/>
                  </a:lnTo>
                  <a:close/>
                </a:path>
                <a:path w="528954" h="620394">
                  <a:moveTo>
                    <a:pt x="124541" y="585470"/>
                  </a:moveTo>
                  <a:lnTo>
                    <a:pt x="82296" y="585470"/>
                  </a:lnTo>
                  <a:lnTo>
                    <a:pt x="133223" y="620268"/>
                  </a:lnTo>
                  <a:lnTo>
                    <a:pt x="124541" y="585470"/>
                  </a:lnTo>
                  <a:close/>
                </a:path>
                <a:path w="528954" h="620394">
                  <a:moveTo>
                    <a:pt x="263905" y="0"/>
                  </a:moveTo>
                  <a:lnTo>
                    <a:pt x="219297" y="11318"/>
                  </a:lnTo>
                  <a:lnTo>
                    <a:pt x="187832" y="46355"/>
                  </a:lnTo>
                  <a:lnTo>
                    <a:pt x="182993" y="86895"/>
                  </a:lnTo>
                  <a:lnTo>
                    <a:pt x="184023" y="105410"/>
                  </a:lnTo>
                  <a:lnTo>
                    <a:pt x="178736" y="114988"/>
                  </a:lnTo>
                  <a:lnTo>
                    <a:pt x="176307" y="131460"/>
                  </a:lnTo>
                  <a:lnTo>
                    <a:pt x="181451" y="150719"/>
                  </a:lnTo>
                  <a:lnTo>
                    <a:pt x="198881" y="168656"/>
                  </a:lnTo>
                  <a:lnTo>
                    <a:pt x="200612" y="178216"/>
                  </a:lnTo>
                  <a:lnTo>
                    <a:pt x="205009" y="185515"/>
                  </a:lnTo>
                  <a:lnTo>
                    <a:pt x="210883" y="193623"/>
                  </a:lnTo>
                  <a:lnTo>
                    <a:pt x="217043" y="205613"/>
                  </a:lnTo>
                  <a:lnTo>
                    <a:pt x="194691" y="236474"/>
                  </a:lnTo>
                  <a:lnTo>
                    <a:pt x="168628" y="245852"/>
                  </a:lnTo>
                  <a:lnTo>
                    <a:pt x="140969" y="259683"/>
                  </a:lnTo>
                  <a:lnTo>
                    <a:pt x="99441" y="293751"/>
                  </a:lnTo>
                  <a:lnTo>
                    <a:pt x="85074" y="334962"/>
                  </a:lnTo>
                  <a:lnTo>
                    <a:pt x="80813" y="361616"/>
                  </a:lnTo>
                  <a:lnTo>
                    <a:pt x="76326" y="384937"/>
                  </a:lnTo>
                  <a:lnTo>
                    <a:pt x="105502" y="401473"/>
                  </a:lnTo>
                  <a:lnTo>
                    <a:pt x="148784" y="413908"/>
                  </a:lnTo>
                  <a:lnTo>
                    <a:pt x="201668" y="421914"/>
                  </a:lnTo>
                  <a:lnTo>
                    <a:pt x="259651" y="425164"/>
                  </a:lnTo>
                  <a:lnTo>
                    <a:pt x="318229" y="423329"/>
                  </a:lnTo>
                  <a:lnTo>
                    <a:pt x="372899" y="416083"/>
                  </a:lnTo>
                  <a:lnTo>
                    <a:pt x="419158" y="403098"/>
                  </a:lnTo>
                  <a:lnTo>
                    <a:pt x="452500" y="384048"/>
                  </a:lnTo>
                  <a:lnTo>
                    <a:pt x="445692" y="350113"/>
                  </a:lnTo>
                  <a:lnTo>
                    <a:pt x="438419" y="322786"/>
                  </a:lnTo>
                  <a:lnTo>
                    <a:pt x="433274" y="308737"/>
                  </a:lnTo>
                  <a:lnTo>
                    <a:pt x="282067" y="308737"/>
                  </a:lnTo>
                  <a:lnTo>
                    <a:pt x="281937" y="308229"/>
                  </a:lnTo>
                  <a:lnTo>
                    <a:pt x="248920" y="308229"/>
                  </a:lnTo>
                  <a:lnTo>
                    <a:pt x="243367" y="298384"/>
                  </a:lnTo>
                  <a:lnTo>
                    <a:pt x="239478" y="290576"/>
                  </a:lnTo>
                  <a:lnTo>
                    <a:pt x="210057" y="290576"/>
                  </a:lnTo>
                  <a:lnTo>
                    <a:pt x="210182" y="273558"/>
                  </a:lnTo>
                  <a:lnTo>
                    <a:pt x="210302" y="244729"/>
                  </a:lnTo>
                  <a:lnTo>
                    <a:pt x="210312" y="241681"/>
                  </a:lnTo>
                  <a:lnTo>
                    <a:pt x="223012" y="219202"/>
                  </a:lnTo>
                  <a:lnTo>
                    <a:pt x="305281" y="219202"/>
                  </a:lnTo>
                  <a:lnTo>
                    <a:pt x="305562" y="218948"/>
                  </a:lnTo>
                  <a:lnTo>
                    <a:pt x="321487" y="218948"/>
                  </a:lnTo>
                  <a:lnTo>
                    <a:pt x="320516" y="217201"/>
                  </a:lnTo>
                  <a:lnTo>
                    <a:pt x="318428" y="207910"/>
                  </a:lnTo>
                  <a:lnTo>
                    <a:pt x="318007" y="198882"/>
                  </a:lnTo>
                  <a:lnTo>
                    <a:pt x="322601" y="191863"/>
                  </a:lnTo>
                  <a:lnTo>
                    <a:pt x="328374" y="184261"/>
                  </a:lnTo>
                  <a:lnTo>
                    <a:pt x="333313" y="175682"/>
                  </a:lnTo>
                  <a:lnTo>
                    <a:pt x="335406" y="165735"/>
                  </a:lnTo>
                  <a:lnTo>
                    <a:pt x="346999" y="148189"/>
                  </a:lnTo>
                  <a:lnTo>
                    <a:pt x="351853" y="132143"/>
                  </a:lnTo>
                  <a:lnTo>
                    <a:pt x="350230" y="118193"/>
                  </a:lnTo>
                  <a:lnTo>
                    <a:pt x="342392" y="106934"/>
                  </a:lnTo>
                  <a:lnTo>
                    <a:pt x="344366" y="92918"/>
                  </a:lnTo>
                  <a:lnTo>
                    <a:pt x="345709" y="82057"/>
                  </a:lnTo>
                  <a:lnTo>
                    <a:pt x="345824" y="72358"/>
                  </a:lnTo>
                  <a:lnTo>
                    <a:pt x="345838" y="71125"/>
                  </a:lnTo>
                  <a:lnTo>
                    <a:pt x="344170" y="56896"/>
                  </a:lnTo>
                  <a:lnTo>
                    <a:pt x="336986" y="33111"/>
                  </a:lnTo>
                  <a:lnTo>
                    <a:pt x="318801" y="15113"/>
                  </a:lnTo>
                  <a:lnTo>
                    <a:pt x="293235" y="3782"/>
                  </a:lnTo>
                  <a:lnTo>
                    <a:pt x="263905" y="0"/>
                  </a:lnTo>
                  <a:close/>
                </a:path>
                <a:path w="528954" h="620394">
                  <a:moveTo>
                    <a:pt x="300990" y="273558"/>
                  </a:moveTo>
                  <a:lnTo>
                    <a:pt x="297390" y="280679"/>
                  </a:lnTo>
                  <a:lnTo>
                    <a:pt x="292957" y="289385"/>
                  </a:lnTo>
                  <a:lnTo>
                    <a:pt x="287809" y="298971"/>
                  </a:lnTo>
                  <a:lnTo>
                    <a:pt x="282067" y="308737"/>
                  </a:lnTo>
                  <a:lnTo>
                    <a:pt x="433274" y="308737"/>
                  </a:lnTo>
                  <a:lnTo>
                    <a:pt x="430408" y="300912"/>
                  </a:lnTo>
                  <a:lnTo>
                    <a:pt x="424971" y="290322"/>
                  </a:lnTo>
                  <a:lnTo>
                    <a:pt x="315722" y="290322"/>
                  </a:lnTo>
                  <a:lnTo>
                    <a:pt x="300990" y="273558"/>
                  </a:lnTo>
                  <a:close/>
                </a:path>
                <a:path w="528954" h="620394">
                  <a:moveTo>
                    <a:pt x="305281" y="219202"/>
                  </a:moveTo>
                  <a:lnTo>
                    <a:pt x="223012" y="219202"/>
                  </a:lnTo>
                  <a:lnTo>
                    <a:pt x="230334" y="225855"/>
                  </a:lnTo>
                  <a:lnTo>
                    <a:pt x="239394" y="233283"/>
                  </a:lnTo>
                  <a:lnTo>
                    <a:pt x="248265" y="240401"/>
                  </a:lnTo>
                  <a:lnTo>
                    <a:pt x="255016" y="246126"/>
                  </a:lnTo>
                  <a:lnTo>
                    <a:pt x="250190" y="253746"/>
                  </a:lnTo>
                  <a:lnTo>
                    <a:pt x="247523" y="254762"/>
                  </a:lnTo>
                  <a:lnTo>
                    <a:pt x="246252" y="258572"/>
                  </a:lnTo>
                  <a:lnTo>
                    <a:pt x="248666" y="264541"/>
                  </a:lnTo>
                  <a:lnTo>
                    <a:pt x="251090" y="272542"/>
                  </a:lnTo>
                  <a:lnTo>
                    <a:pt x="251205" y="272923"/>
                  </a:lnTo>
                  <a:lnTo>
                    <a:pt x="253746" y="279019"/>
                  </a:lnTo>
                  <a:lnTo>
                    <a:pt x="248920" y="308229"/>
                  </a:lnTo>
                  <a:lnTo>
                    <a:pt x="281937" y="308229"/>
                  </a:lnTo>
                  <a:lnTo>
                    <a:pt x="274927" y="280679"/>
                  </a:lnTo>
                  <a:lnTo>
                    <a:pt x="274827" y="280289"/>
                  </a:lnTo>
                  <a:lnTo>
                    <a:pt x="277368" y="274193"/>
                  </a:lnTo>
                  <a:lnTo>
                    <a:pt x="282067" y="263779"/>
                  </a:lnTo>
                  <a:lnTo>
                    <a:pt x="284606" y="257937"/>
                  </a:lnTo>
                  <a:lnTo>
                    <a:pt x="283337" y="254000"/>
                  </a:lnTo>
                  <a:lnTo>
                    <a:pt x="279653" y="252349"/>
                  </a:lnTo>
                  <a:lnTo>
                    <a:pt x="274827" y="244729"/>
                  </a:lnTo>
                  <a:lnTo>
                    <a:pt x="281380" y="239129"/>
                  </a:lnTo>
                  <a:lnTo>
                    <a:pt x="289814" y="232410"/>
                  </a:lnTo>
                  <a:lnTo>
                    <a:pt x="298438" y="225405"/>
                  </a:lnTo>
                  <a:lnTo>
                    <a:pt x="305281" y="219202"/>
                  </a:lnTo>
                  <a:close/>
                </a:path>
                <a:path w="528954" h="620394">
                  <a:moveTo>
                    <a:pt x="230758" y="272542"/>
                  </a:moveTo>
                  <a:lnTo>
                    <a:pt x="210057" y="290576"/>
                  </a:lnTo>
                  <a:lnTo>
                    <a:pt x="239478" y="290576"/>
                  </a:lnTo>
                  <a:lnTo>
                    <a:pt x="238505" y="288623"/>
                  </a:lnTo>
                  <a:lnTo>
                    <a:pt x="234311" y="279743"/>
                  </a:lnTo>
                  <a:lnTo>
                    <a:pt x="230758" y="272542"/>
                  </a:lnTo>
                  <a:close/>
                </a:path>
                <a:path w="528954" h="620394">
                  <a:moveTo>
                    <a:pt x="321487" y="218948"/>
                  </a:moveTo>
                  <a:lnTo>
                    <a:pt x="305562" y="218948"/>
                  </a:lnTo>
                  <a:lnTo>
                    <a:pt x="318516" y="241681"/>
                  </a:lnTo>
                  <a:lnTo>
                    <a:pt x="318261" y="252349"/>
                  </a:lnTo>
                  <a:lnTo>
                    <a:pt x="318168" y="256246"/>
                  </a:lnTo>
                  <a:lnTo>
                    <a:pt x="317166" y="268097"/>
                  </a:lnTo>
                  <a:lnTo>
                    <a:pt x="316196" y="278310"/>
                  </a:lnTo>
                  <a:lnTo>
                    <a:pt x="316089" y="280289"/>
                  </a:lnTo>
                  <a:lnTo>
                    <a:pt x="315784" y="288623"/>
                  </a:lnTo>
                  <a:lnTo>
                    <a:pt x="315722" y="290322"/>
                  </a:lnTo>
                  <a:lnTo>
                    <a:pt x="424971" y="290322"/>
                  </a:lnTo>
                  <a:lnTo>
                    <a:pt x="393295" y="258953"/>
                  </a:lnTo>
                  <a:lnTo>
                    <a:pt x="351162" y="241188"/>
                  </a:lnTo>
                  <a:lnTo>
                    <a:pt x="336930" y="238379"/>
                  </a:lnTo>
                  <a:lnTo>
                    <a:pt x="326080" y="227206"/>
                  </a:lnTo>
                  <a:lnTo>
                    <a:pt x="321487" y="218948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099042" y="2218943"/>
            <a:ext cx="2304415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800" b="1" dirty="0">
                <a:latin typeface="Century Gothic"/>
                <a:cs typeface="Century Gothic"/>
              </a:rPr>
              <a:t>Value</a:t>
            </a:r>
            <a:r>
              <a:rPr sz="1800" b="1" spc="-20" dirty="0">
                <a:latin typeface="Century Gothic"/>
                <a:cs typeface="Century Gothic"/>
              </a:rPr>
              <a:t> </a:t>
            </a:r>
            <a:r>
              <a:rPr sz="1800" b="1" spc="-10" dirty="0">
                <a:latin typeface="Century Gothic"/>
                <a:cs typeface="Century Gothic"/>
              </a:rPr>
              <a:t>Clients</a:t>
            </a:r>
            <a:endParaRPr sz="1800" dirty="0">
              <a:latin typeface="Century Gothic"/>
              <a:cs typeface="Century Gothic"/>
            </a:endParaRPr>
          </a:p>
          <a:p>
            <a:pPr marL="12700" marR="5080" algn="ctr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 is</a:t>
            </a:r>
            <a:r>
              <a:rPr sz="1200" spc="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 to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1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51618" y="915542"/>
            <a:ext cx="1192530" cy="1209040"/>
            <a:chOff x="9651618" y="915542"/>
            <a:chExt cx="1192530" cy="1209040"/>
          </a:xfrm>
        </p:grpSpPr>
        <p:sp>
          <p:nvSpPr>
            <p:cNvPr id="19" name="object 19"/>
            <p:cNvSpPr/>
            <p:nvPr/>
          </p:nvSpPr>
          <p:spPr>
            <a:xfrm>
              <a:off x="9651619" y="915542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29" h="1209039">
                  <a:moveTo>
                    <a:pt x="1192530" y="612775"/>
                  </a:moveTo>
                  <a:lnTo>
                    <a:pt x="1190625" y="565899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795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31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31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21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99"/>
                  </a:lnTo>
                  <a:lnTo>
                    <a:pt x="31864" y="520052"/>
                  </a:lnTo>
                  <a:lnTo>
                    <a:pt x="40995" y="475386"/>
                  </a:lnTo>
                  <a:lnTo>
                    <a:pt x="53530" y="432066"/>
                  </a:lnTo>
                  <a:lnTo>
                    <a:pt x="69316" y="390232"/>
                  </a:lnTo>
                  <a:lnTo>
                    <a:pt x="88214" y="350024"/>
                  </a:lnTo>
                  <a:lnTo>
                    <a:pt x="110058" y="311594"/>
                  </a:lnTo>
                  <a:lnTo>
                    <a:pt x="134721" y="275082"/>
                  </a:lnTo>
                  <a:lnTo>
                    <a:pt x="162039" y="240652"/>
                  </a:lnTo>
                  <a:lnTo>
                    <a:pt x="191871" y="208445"/>
                  </a:lnTo>
                  <a:lnTo>
                    <a:pt x="224078" y="178600"/>
                  </a:lnTo>
                  <a:lnTo>
                    <a:pt x="258508" y="151269"/>
                  </a:lnTo>
                  <a:lnTo>
                    <a:pt x="295008" y="126606"/>
                  </a:lnTo>
                  <a:lnTo>
                    <a:pt x="333438" y="104749"/>
                  </a:lnTo>
                  <a:lnTo>
                    <a:pt x="335762" y="103657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710" y="119253"/>
                  </a:lnTo>
                  <a:lnTo>
                    <a:pt x="859955" y="105257"/>
                  </a:lnTo>
                  <a:lnTo>
                    <a:pt x="897509" y="126606"/>
                  </a:lnTo>
                  <a:lnTo>
                    <a:pt x="934008" y="151269"/>
                  </a:lnTo>
                  <a:lnTo>
                    <a:pt x="968438" y="178600"/>
                  </a:lnTo>
                  <a:lnTo>
                    <a:pt x="1000645" y="208445"/>
                  </a:lnTo>
                  <a:lnTo>
                    <a:pt x="1030478" y="240652"/>
                  </a:lnTo>
                  <a:lnTo>
                    <a:pt x="1057808" y="275082"/>
                  </a:lnTo>
                  <a:lnTo>
                    <a:pt x="1082459" y="311594"/>
                  </a:lnTo>
                  <a:lnTo>
                    <a:pt x="1104303" y="350024"/>
                  </a:lnTo>
                  <a:lnTo>
                    <a:pt x="1123200" y="390232"/>
                  </a:lnTo>
                  <a:lnTo>
                    <a:pt x="1138986" y="432066"/>
                  </a:lnTo>
                  <a:lnTo>
                    <a:pt x="1151521" y="475386"/>
                  </a:lnTo>
                  <a:lnTo>
                    <a:pt x="1160653" y="520052"/>
                  </a:lnTo>
                  <a:lnTo>
                    <a:pt x="1166241" y="565899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578" y="82283"/>
                  </a:lnTo>
                  <a:lnTo>
                    <a:pt x="875919" y="62738"/>
                  </a:lnTo>
                  <a:lnTo>
                    <a:pt x="806627" y="33718"/>
                  </a:lnTo>
                  <a:lnTo>
                    <a:pt x="755789" y="19240"/>
                  </a:lnTo>
                  <a:lnTo>
                    <a:pt x="703376" y="8674"/>
                  </a:lnTo>
                  <a:lnTo>
                    <a:pt x="649541" y="2197"/>
                  </a:lnTo>
                  <a:lnTo>
                    <a:pt x="594487" y="0"/>
                  </a:lnTo>
                  <a:lnTo>
                    <a:pt x="539483" y="2197"/>
                  </a:lnTo>
                  <a:lnTo>
                    <a:pt x="485686" y="8674"/>
                  </a:lnTo>
                  <a:lnTo>
                    <a:pt x="433285" y="19240"/>
                  </a:lnTo>
                  <a:lnTo>
                    <a:pt x="382460" y="33718"/>
                  </a:lnTo>
                  <a:lnTo>
                    <a:pt x="333375" y="51943"/>
                  </a:lnTo>
                  <a:lnTo>
                    <a:pt x="317119" y="60706"/>
                  </a:lnTo>
                  <a:lnTo>
                    <a:pt x="326047" y="81280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7211" y="967739"/>
              <a:ext cx="1098816" cy="110032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771506" y="1043050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5">
                  <a:moveTo>
                    <a:pt x="477012" y="0"/>
                  </a:moveTo>
                  <a:lnTo>
                    <a:pt x="428248" y="2463"/>
                  </a:lnTo>
                  <a:lnTo>
                    <a:pt x="380891" y="9693"/>
                  </a:lnTo>
                  <a:lnTo>
                    <a:pt x="335181" y="21449"/>
                  </a:lnTo>
                  <a:lnTo>
                    <a:pt x="291357" y="37492"/>
                  </a:lnTo>
                  <a:lnTo>
                    <a:pt x="249661" y="57582"/>
                  </a:lnTo>
                  <a:lnTo>
                    <a:pt x="210331" y="81478"/>
                  </a:lnTo>
                  <a:lnTo>
                    <a:pt x="173608" y="108942"/>
                  </a:lnTo>
                  <a:lnTo>
                    <a:pt x="139731" y="139731"/>
                  </a:lnTo>
                  <a:lnTo>
                    <a:pt x="108942" y="173608"/>
                  </a:lnTo>
                  <a:lnTo>
                    <a:pt x="81478" y="210331"/>
                  </a:lnTo>
                  <a:lnTo>
                    <a:pt x="57582" y="249661"/>
                  </a:lnTo>
                  <a:lnTo>
                    <a:pt x="37492" y="291357"/>
                  </a:lnTo>
                  <a:lnTo>
                    <a:pt x="21449" y="335181"/>
                  </a:lnTo>
                  <a:lnTo>
                    <a:pt x="9693" y="380891"/>
                  </a:lnTo>
                  <a:lnTo>
                    <a:pt x="2463" y="428248"/>
                  </a:lnTo>
                  <a:lnTo>
                    <a:pt x="0" y="477012"/>
                  </a:lnTo>
                  <a:lnTo>
                    <a:pt x="2463" y="525796"/>
                  </a:lnTo>
                  <a:lnTo>
                    <a:pt x="9693" y="573169"/>
                  </a:lnTo>
                  <a:lnTo>
                    <a:pt x="21449" y="618889"/>
                  </a:lnTo>
                  <a:lnTo>
                    <a:pt x="37492" y="662719"/>
                  </a:lnTo>
                  <a:lnTo>
                    <a:pt x="57582" y="704419"/>
                  </a:lnTo>
                  <a:lnTo>
                    <a:pt x="81478" y="743748"/>
                  </a:lnTo>
                  <a:lnTo>
                    <a:pt x="108942" y="780468"/>
                  </a:lnTo>
                  <a:lnTo>
                    <a:pt x="139731" y="814339"/>
                  </a:lnTo>
                  <a:lnTo>
                    <a:pt x="173608" y="845123"/>
                  </a:lnTo>
                  <a:lnTo>
                    <a:pt x="210331" y="872578"/>
                  </a:lnTo>
                  <a:lnTo>
                    <a:pt x="249661" y="896467"/>
                  </a:lnTo>
                  <a:lnTo>
                    <a:pt x="291357" y="916549"/>
                  </a:lnTo>
                  <a:lnTo>
                    <a:pt x="335181" y="932585"/>
                  </a:lnTo>
                  <a:lnTo>
                    <a:pt x="380891" y="944336"/>
                  </a:lnTo>
                  <a:lnTo>
                    <a:pt x="428248" y="951562"/>
                  </a:lnTo>
                  <a:lnTo>
                    <a:pt x="477012" y="954024"/>
                  </a:lnTo>
                  <a:lnTo>
                    <a:pt x="525796" y="951562"/>
                  </a:lnTo>
                  <a:lnTo>
                    <a:pt x="573169" y="944336"/>
                  </a:lnTo>
                  <a:lnTo>
                    <a:pt x="618889" y="932585"/>
                  </a:lnTo>
                  <a:lnTo>
                    <a:pt x="662719" y="916549"/>
                  </a:lnTo>
                  <a:lnTo>
                    <a:pt x="704419" y="896467"/>
                  </a:lnTo>
                  <a:lnTo>
                    <a:pt x="743748" y="872578"/>
                  </a:lnTo>
                  <a:lnTo>
                    <a:pt x="780468" y="845123"/>
                  </a:lnTo>
                  <a:lnTo>
                    <a:pt x="814339" y="814339"/>
                  </a:lnTo>
                  <a:lnTo>
                    <a:pt x="845123" y="780468"/>
                  </a:lnTo>
                  <a:lnTo>
                    <a:pt x="872578" y="743748"/>
                  </a:lnTo>
                  <a:lnTo>
                    <a:pt x="896467" y="704419"/>
                  </a:lnTo>
                  <a:lnTo>
                    <a:pt x="916549" y="662719"/>
                  </a:lnTo>
                  <a:lnTo>
                    <a:pt x="932585" y="618889"/>
                  </a:lnTo>
                  <a:lnTo>
                    <a:pt x="944336" y="573169"/>
                  </a:lnTo>
                  <a:lnTo>
                    <a:pt x="951562" y="525796"/>
                  </a:lnTo>
                  <a:lnTo>
                    <a:pt x="954024" y="477012"/>
                  </a:lnTo>
                  <a:lnTo>
                    <a:pt x="951562" y="428248"/>
                  </a:lnTo>
                  <a:lnTo>
                    <a:pt x="944336" y="380891"/>
                  </a:lnTo>
                  <a:lnTo>
                    <a:pt x="932585" y="335181"/>
                  </a:lnTo>
                  <a:lnTo>
                    <a:pt x="916549" y="291357"/>
                  </a:lnTo>
                  <a:lnTo>
                    <a:pt x="896467" y="249661"/>
                  </a:lnTo>
                  <a:lnTo>
                    <a:pt x="872578" y="210331"/>
                  </a:lnTo>
                  <a:lnTo>
                    <a:pt x="845123" y="173608"/>
                  </a:lnTo>
                  <a:lnTo>
                    <a:pt x="814339" y="139731"/>
                  </a:lnTo>
                  <a:lnTo>
                    <a:pt x="780468" y="108942"/>
                  </a:lnTo>
                  <a:lnTo>
                    <a:pt x="743748" y="81478"/>
                  </a:lnTo>
                  <a:lnTo>
                    <a:pt x="704419" y="57582"/>
                  </a:lnTo>
                  <a:lnTo>
                    <a:pt x="662719" y="37492"/>
                  </a:lnTo>
                  <a:lnTo>
                    <a:pt x="618889" y="21449"/>
                  </a:lnTo>
                  <a:lnTo>
                    <a:pt x="573169" y="9693"/>
                  </a:lnTo>
                  <a:lnTo>
                    <a:pt x="525796" y="246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3431" y="1290954"/>
              <a:ext cx="629920" cy="459105"/>
            </a:xfrm>
            <a:custGeom>
              <a:avLst/>
              <a:gdLst/>
              <a:ahLst/>
              <a:cxnLst/>
              <a:rect l="l" t="t" r="r" b="b"/>
              <a:pathLst>
                <a:path w="629920" h="459105">
                  <a:moveTo>
                    <a:pt x="253492" y="315214"/>
                  </a:moveTo>
                  <a:lnTo>
                    <a:pt x="245602" y="318361"/>
                  </a:lnTo>
                  <a:lnTo>
                    <a:pt x="237045" y="322961"/>
                  </a:lnTo>
                  <a:lnTo>
                    <a:pt x="228488" y="327179"/>
                  </a:lnTo>
                  <a:lnTo>
                    <a:pt x="174938" y="347791"/>
                  </a:lnTo>
                  <a:lnTo>
                    <a:pt x="134338" y="394245"/>
                  </a:lnTo>
                  <a:lnTo>
                    <a:pt x="126111" y="412496"/>
                  </a:lnTo>
                  <a:lnTo>
                    <a:pt x="149866" y="425466"/>
                  </a:lnTo>
                  <a:lnTo>
                    <a:pt x="182233" y="438273"/>
                  </a:lnTo>
                  <a:lnTo>
                    <a:pt x="222297" y="449192"/>
                  </a:lnTo>
                  <a:lnTo>
                    <a:pt x="269144" y="456501"/>
                  </a:lnTo>
                  <a:lnTo>
                    <a:pt x="321862" y="458476"/>
                  </a:lnTo>
                  <a:lnTo>
                    <a:pt x="379535" y="453393"/>
                  </a:lnTo>
                  <a:lnTo>
                    <a:pt x="441251" y="439530"/>
                  </a:lnTo>
                  <a:lnTo>
                    <a:pt x="506095" y="415163"/>
                  </a:lnTo>
                  <a:lnTo>
                    <a:pt x="502121" y="405892"/>
                  </a:lnTo>
                  <a:lnTo>
                    <a:pt x="332486" y="405892"/>
                  </a:lnTo>
                  <a:lnTo>
                    <a:pt x="332302" y="405003"/>
                  </a:lnTo>
                  <a:lnTo>
                    <a:pt x="297942" y="405003"/>
                  </a:lnTo>
                  <a:lnTo>
                    <a:pt x="293116" y="397764"/>
                  </a:lnTo>
                  <a:lnTo>
                    <a:pt x="281745" y="377364"/>
                  </a:lnTo>
                  <a:lnTo>
                    <a:pt x="270732" y="354965"/>
                  </a:lnTo>
                  <a:lnTo>
                    <a:pt x="261004" y="333327"/>
                  </a:lnTo>
                  <a:lnTo>
                    <a:pt x="253492" y="315214"/>
                  </a:lnTo>
                  <a:close/>
                </a:path>
                <a:path w="629920" h="459105">
                  <a:moveTo>
                    <a:pt x="378078" y="313182"/>
                  </a:moveTo>
                  <a:lnTo>
                    <a:pt x="360410" y="353028"/>
                  </a:lnTo>
                  <a:lnTo>
                    <a:pt x="338074" y="396875"/>
                  </a:lnTo>
                  <a:lnTo>
                    <a:pt x="332486" y="405892"/>
                  </a:lnTo>
                  <a:lnTo>
                    <a:pt x="502121" y="405892"/>
                  </a:lnTo>
                  <a:lnTo>
                    <a:pt x="459660" y="351440"/>
                  </a:lnTo>
                  <a:lnTo>
                    <a:pt x="418084" y="330581"/>
                  </a:lnTo>
                  <a:lnTo>
                    <a:pt x="408779" y="327826"/>
                  </a:lnTo>
                  <a:lnTo>
                    <a:pt x="400768" y="325374"/>
                  </a:lnTo>
                  <a:lnTo>
                    <a:pt x="400512" y="325374"/>
                  </a:lnTo>
                  <a:lnTo>
                    <a:pt x="390169" y="320794"/>
                  </a:lnTo>
                  <a:lnTo>
                    <a:pt x="378078" y="313182"/>
                  </a:lnTo>
                  <a:close/>
                </a:path>
                <a:path w="629920" h="459105">
                  <a:moveTo>
                    <a:pt x="288233" y="325374"/>
                  </a:moveTo>
                  <a:lnTo>
                    <a:pt x="287786" y="325374"/>
                  </a:lnTo>
                  <a:lnTo>
                    <a:pt x="287882" y="327826"/>
                  </a:lnTo>
                  <a:lnTo>
                    <a:pt x="287990" y="330581"/>
                  </a:lnTo>
                  <a:lnTo>
                    <a:pt x="302133" y="364744"/>
                  </a:lnTo>
                  <a:lnTo>
                    <a:pt x="300354" y="384032"/>
                  </a:lnTo>
                  <a:lnTo>
                    <a:pt x="299569" y="392287"/>
                  </a:lnTo>
                  <a:lnTo>
                    <a:pt x="298576" y="401700"/>
                  </a:lnTo>
                  <a:lnTo>
                    <a:pt x="297942" y="405003"/>
                  </a:lnTo>
                  <a:lnTo>
                    <a:pt x="332302" y="405003"/>
                  </a:lnTo>
                  <a:lnTo>
                    <a:pt x="331724" y="402209"/>
                  </a:lnTo>
                  <a:lnTo>
                    <a:pt x="330608" y="393122"/>
                  </a:lnTo>
                  <a:lnTo>
                    <a:pt x="328116" y="374919"/>
                  </a:lnTo>
                  <a:lnTo>
                    <a:pt x="326898" y="364998"/>
                  </a:lnTo>
                  <a:lnTo>
                    <a:pt x="330985" y="357449"/>
                  </a:lnTo>
                  <a:lnTo>
                    <a:pt x="337407" y="346995"/>
                  </a:lnTo>
                  <a:lnTo>
                    <a:pt x="342542" y="335637"/>
                  </a:lnTo>
                  <a:lnTo>
                    <a:pt x="342651" y="330787"/>
                  </a:lnTo>
                  <a:lnTo>
                    <a:pt x="320230" y="330787"/>
                  </a:lnTo>
                  <a:lnTo>
                    <a:pt x="304946" y="330071"/>
                  </a:lnTo>
                  <a:lnTo>
                    <a:pt x="288233" y="325374"/>
                  </a:lnTo>
                  <a:close/>
                </a:path>
                <a:path w="629920" h="459105">
                  <a:moveTo>
                    <a:pt x="342773" y="325374"/>
                  </a:moveTo>
                  <a:lnTo>
                    <a:pt x="333037" y="328765"/>
                  </a:lnTo>
                  <a:lnTo>
                    <a:pt x="320230" y="330787"/>
                  </a:lnTo>
                  <a:lnTo>
                    <a:pt x="342651" y="330787"/>
                  </a:lnTo>
                  <a:lnTo>
                    <a:pt x="342773" y="325374"/>
                  </a:lnTo>
                  <a:close/>
                </a:path>
                <a:path w="629920" h="459105">
                  <a:moveTo>
                    <a:pt x="107950" y="198882"/>
                  </a:moveTo>
                  <a:lnTo>
                    <a:pt x="101187" y="201550"/>
                  </a:lnTo>
                  <a:lnTo>
                    <a:pt x="93853" y="205470"/>
                  </a:lnTo>
                  <a:lnTo>
                    <a:pt x="86518" y="209079"/>
                  </a:lnTo>
                  <a:lnTo>
                    <a:pt x="42898" y="225448"/>
                  </a:lnTo>
                  <a:lnTo>
                    <a:pt x="7516" y="265005"/>
                  </a:lnTo>
                  <a:lnTo>
                    <a:pt x="0" y="280670"/>
                  </a:lnTo>
                  <a:lnTo>
                    <a:pt x="29879" y="295066"/>
                  </a:lnTo>
                  <a:lnTo>
                    <a:pt x="72154" y="308045"/>
                  </a:lnTo>
                  <a:lnTo>
                    <a:pt x="121316" y="316960"/>
                  </a:lnTo>
                  <a:lnTo>
                    <a:pt x="171854" y="319165"/>
                  </a:lnTo>
                  <a:lnTo>
                    <a:pt x="218257" y="312014"/>
                  </a:lnTo>
                  <a:lnTo>
                    <a:pt x="255016" y="292862"/>
                  </a:lnTo>
                  <a:lnTo>
                    <a:pt x="249342" y="282342"/>
                  </a:lnTo>
                  <a:lnTo>
                    <a:pt x="247377" y="277875"/>
                  </a:lnTo>
                  <a:lnTo>
                    <a:pt x="174244" y="277875"/>
                  </a:lnTo>
                  <a:lnTo>
                    <a:pt x="173312" y="273685"/>
                  </a:lnTo>
                  <a:lnTo>
                    <a:pt x="145034" y="273685"/>
                  </a:lnTo>
                  <a:lnTo>
                    <a:pt x="119283" y="225448"/>
                  </a:lnTo>
                  <a:lnTo>
                    <a:pt x="108054" y="199136"/>
                  </a:lnTo>
                  <a:lnTo>
                    <a:pt x="107950" y="198882"/>
                  </a:lnTo>
                  <a:close/>
                </a:path>
                <a:path w="629920" h="459105">
                  <a:moveTo>
                    <a:pt x="419100" y="196596"/>
                  </a:moveTo>
                  <a:lnTo>
                    <a:pt x="415163" y="199136"/>
                  </a:lnTo>
                  <a:lnTo>
                    <a:pt x="413131" y="200406"/>
                  </a:lnTo>
                  <a:lnTo>
                    <a:pt x="407162" y="203708"/>
                  </a:lnTo>
                  <a:lnTo>
                    <a:pt x="395987" y="241301"/>
                  </a:lnTo>
                  <a:lnTo>
                    <a:pt x="387111" y="266334"/>
                  </a:lnTo>
                  <a:lnTo>
                    <a:pt x="380069" y="282342"/>
                  </a:lnTo>
                  <a:lnTo>
                    <a:pt x="374396" y="292862"/>
                  </a:lnTo>
                  <a:lnTo>
                    <a:pt x="411154" y="312014"/>
                  </a:lnTo>
                  <a:lnTo>
                    <a:pt x="457557" y="319165"/>
                  </a:lnTo>
                  <a:lnTo>
                    <a:pt x="508095" y="316960"/>
                  </a:lnTo>
                  <a:lnTo>
                    <a:pt x="557257" y="308045"/>
                  </a:lnTo>
                  <a:lnTo>
                    <a:pt x="599532" y="295066"/>
                  </a:lnTo>
                  <a:lnTo>
                    <a:pt x="629412" y="280670"/>
                  </a:lnTo>
                  <a:lnTo>
                    <a:pt x="628071" y="277875"/>
                  </a:lnTo>
                  <a:lnTo>
                    <a:pt x="455168" y="277875"/>
                  </a:lnTo>
                  <a:lnTo>
                    <a:pt x="443171" y="255778"/>
                  </a:lnTo>
                  <a:lnTo>
                    <a:pt x="436119" y="240297"/>
                  </a:lnTo>
                  <a:lnTo>
                    <a:pt x="429529" y="224551"/>
                  </a:lnTo>
                  <a:lnTo>
                    <a:pt x="423725" y="209591"/>
                  </a:lnTo>
                  <a:lnTo>
                    <a:pt x="419100" y="196596"/>
                  </a:lnTo>
                  <a:close/>
                </a:path>
                <a:path w="629920" h="459105">
                  <a:moveTo>
                    <a:pt x="311658" y="75692"/>
                  </a:moveTo>
                  <a:lnTo>
                    <a:pt x="283134" y="83927"/>
                  </a:lnTo>
                  <a:lnTo>
                    <a:pt x="259111" y="104235"/>
                  </a:lnTo>
                  <a:lnTo>
                    <a:pt x="243613" y="136020"/>
                  </a:lnTo>
                  <a:lnTo>
                    <a:pt x="240665" y="178689"/>
                  </a:lnTo>
                  <a:lnTo>
                    <a:pt x="237706" y="188426"/>
                  </a:lnTo>
                  <a:lnTo>
                    <a:pt x="237672" y="189404"/>
                  </a:lnTo>
                  <a:lnTo>
                    <a:pt x="237573" y="192278"/>
                  </a:lnTo>
                  <a:lnTo>
                    <a:pt x="237490" y="194669"/>
                  </a:lnTo>
                  <a:lnTo>
                    <a:pt x="237432" y="201550"/>
                  </a:lnTo>
                  <a:lnTo>
                    <a:pt x="239747" y="215177"/>
                  </a:lnTo>
                  <a:lnTo>
                    <a:pt x="239789" y="215425"/>
                  </a:lnTo>
                  <a:lnTo>
                    <a:pt x="245663" y="232767"/>
                  </a:lnTo>
                  <a:lnTo>
                    <a:pt x="268519" y="284803"/>
                  </a:lnTo>
                  <a:lnTo>
                    <a:pt x="291290" y="309641"/>
                  </a:lnTo>
                  <a:lnTo>
                    <a:pt x="312179" y="316120"/>
                  </a:lnTo>
                  <a:lnTo>
                    <a:pt x="329438" y="313182"/>
                  </a:lnTo>
                  <a:lnTo>
                    <a:pt x="368188" y="274542"/>
                  </a:lnTo>
                  <a:lnTo>
                    <a:pt x="388747" y="221996"/>
                  </a:lnTo>
                  <a:lnTo>
                    <a:pt x="392677" y="201550"/>
                  </a:lnTo>
                  <a:lnTo>
                    <a:pt x="392647" y="198882"/>
                  </a:lnTo>
                  <a:lnTo>
                    <a:pt x="392175" y="189634"/>
                  </a:lnTo>
                  <a:lnTo>
                    <a:pt x="390271" y="176657"/>
                  </a:lnTo>
                  <a:lnTo>
                    <a:pt x="383988" y="130145"/>
                  </a:lnTo>
                  <a:lnTo>
                    <a:pt x="366109" y="98218"/>
                  </a:lnTo>
                  <a:lnTo>
                    <a:pt x="340657" y="80269"/>
                  </a:lnTo>
                  <a:lnTo>
                    <a:pt x="311658" y="75692"/>
                  </a:lnTo>
                  <a:close/>
                </a:path>
                <a:path w="629920" h="459105">
                  <a:moveTo>
                    <a:pt x="210312" y="196596"/>
                  </a:moveTo>
                  <a:lnTo>
                    <a:pt x="193292" y="240297"/>
                  </a:lnTo>
                  <a:lnTo>
                    <a:pt x="174244" y="277875"/>
                  </a:lnTo>
                  <a:lnTo>
                    <a:pt x="247377" y="277875"/>
                  </a:lnTo>
                  <a:lnTo>
                    <a:pt x="242300" y="266334"/>
                  </a:lnTo>
                  <a:lnTo>
                    <a:pt x="233513" y="241554"/>
                  </a:lnTo>
                  <a:lnTo>
                    <a:pt x="233221" y="240619"/>
                  </a:lnTo>
                  <a:lnTo>
                    <a:pt x="222250" y="203708"/>
                  </a:lnTo>
                  <a:lnTo>
                    <a:pt x="216281" y="200406"/>
                  </a:lnTo>
                  <a:lnTo>
                    <a:pt x="214249" y="199136"/>
                  </a:lnTo>
                  <a:lnTo>
                    <a:pt x="210312" y="196596"/>
                  </a:lnTo>
                  <a:close/>
                </a:path>
                <a:path w="629920" h="459105">
                  <a:moveTo>
                    <a:pt x="447675" y="207772"/>
                  </a:moveTo>
                  <a:lnTo>
                    <a:pt x="447786" y="216568"/>
                  </a:lnTo>
                  <a:lnTo>
                    <a:pt x="451897" y="226234"/>
                  </a:lnTo>
                  <a:lnTo>
                    <a:pt x="457104" y="235114"/>
                  </a:lnTo>
                  <a:lnTo>
                    <a:pt x="460501" y="241554"/>
                  </a:lnTo>
                  <a:lnTo>
                    <a:pt x="459434" y="250015"/>
                  </a:lnTo>
                  <a:lnTo>
                    <a:pt x="457231" y="265005"/>
                  </a:lnTo>
                  <a:lnTo>
                    <a:pt x="456280" y="272542"/>
                  </a:lnTo>
                  <a:lnTo>
                    <a:pt x="456184" y="273304"/>
                  </a:lnTo>
                  <a:lnTo>
                    <a:pt x="455168" y="277875"/>
                  </a:lnTo>
                  <a:lnTo>
                    <a:pt x="628071" y="277875"/>
                  </a:lnTo>
                  <a:lnTo>
                    <a:pt x="626060" y="273685"/>
                  </a:lnTo>
                  <a:lnTo>
                    <a:pt x="484377" y="273685"/>
                  </a:lnTo>
                  <a:lnTo>
                    <a:pt x="484124" y="272542"/>
                  </a:lnTo>
                  <a:lnTo>
                    <a:pt x="483141" y="265005"/>
                  </a:lnTo>
                  <a:lnTo>
                    <a:pt x="482266" y="257111"/>
                  </a:lnTo>
                  <a:lnTo>
                    <a:pt x="481569" y="250015"/>
                  </a:lnTo>
                  <a:lnTo>
                    <a:pt x="480787" y="241554"/>
                  </a:lnTo>
                  <a:lnTo>
                    <a:pt x="480816" y="240297"/>
                  </a:lnTo>
                  <a:lnTo>
                    <a:pt x="484612" y="232767"/>
                  </a:lnTo>
                  <a:lnTo>
                    <a:pt x="488600" y="223996"/>
                  </a:lnTo>
                  <a:lnTo>
                    <a:pt x="491227" y="215425"/>
                  </a:lnTo>
                  <a:lnTo>
                    <a:pt x="491325" y="212232"/>
                  </a:lnTo>
                  <a:lnTo>
                    <a:pt x="465280" y="212232"/>
                  </a:lnTo>
                  <a:lnTo>
                    <a:pt x="455483" y="210639"/>
                  </a:lnTo>
                  <a:lnTo>
                    <a:pt x="447675" y="207772"/>
                  </a:lnTo>
                  <a:close/>
                </a:path>
                <a:path w="629920" h="459105">
                  <a:moveTo>
                    <a:pt x="138049" y="207264"/>
                  </a:moveTo>
                  <a:lnTo>
                    <a:pt x="148595" y="240297"/>
                  </a:lnTo>
                  <a:lnTo>
                    <a:pt x="148624" y="241554"/>
                  </a:lnTo>
                  <a:lnTo>
                    <a:pt x="145034" y="273685"/>
                  </a:lnTo>
                  <a:lnTo>
                    <a:pt x="173312" y="273685"/>
                  </a:lnTo>
                  <a:lnTo>
                    <a:pt x="173227" y="273304"/>
                  </a:lnTo>
                  <a:lnTo>
                    <a:pt x="172180" y="265005"/>
                  </a:lnTo>
                  <a:lnTo>
                    <a:pt x="169977" y="250015"/>
                  </a:lnTo>
                  <a:lnTo>
                    <a:pt x="168910" y="241554"/>
                  </a:lnTo>
                  <a:lnTo>
                    <a:pt x="172307" y="235114"/>
                  </a:lnTo>
                  <a:lnTo>
                    <a:pt x="177514" y="226234"/>
                  </a:lnTo>
                  <a:lnTo>
                    <a:pt x="181625" y="216568"/>
                  </a:lnTo>
                  <a:lnTo>
                    <a:pt x="181680" y="212232"/>
                  </a:lnTo>
                  <a:lnTo>
                    <a:pt x="164131" y="212232"/>
                  </a:lnTo>
                  <a:lnTo>
                    <a:pt x="152215" y="211468"/>
                  </a:lnTo>
                  <a:lnTo>
                    <a:pt x="138049" y="207264"/>
                  </a:lnTo>
                  <a:close/>
                </a:path>
                <a:path w="629920" h="459105">
                  <a:moveTo>
                    <a:pt x="521462" y="198882"/>
                  </a:moveTo>
                  <a:lnTo>
                    <a:pt x="503048" y="240619"/>
                  </a:lnTo>
                  <a:lnTo>
                    <a:pt x="484377" y="273685"/>
                  </a:lnTo>
                  <a:lnTo>
                    <a:pt x="626060" y="273685"/>
                  </a:lnTo>
                  <a:lnTo>
                    <a:pt x="586513" y="225448"/>
                  </a:lnTo>
                  <a:lnTo>
                    <a:pt x="549656" y="210820"/>
                  </a:lnTo>
                  <a:lnTo>
                    <a:pt x="542893" y="209079"/>
                  </a:lnTo>
                  <a:lnTo>
                    <a:pt x="535559" y="205470"/>
                  </a:lnTo>
                  <a:lnTo>
                    <a:pt x="528224" y="201550"/>
                  </a:lnTo>
                  <a:lnTo>
                    <a:pt x="521462" y="198882"/>
                  </a:lnTo>
                  <a:close/>
                </a:path>
                <a:path w="629920" h="459105">
                  <a:moveTo>
                    <a:pt x="181737" y="207772"/>
                  </a:moveTo>
                  <a:lnTo>
                    <a:pt x="173928" y="210639"/>
                  </a:lnTo>
                  <a:lnTo>
                    <a:pt x="164131" y="212232"/>
                  </a:lnTo>
                  <a:lnTo>
                    <a:pt x="181680" y="212232"/>
                  </a:lnTo>
                  <a:lnTo>
                    <a:pt x="181737" y="207772"/>
                  </a:lnTo>
                  <a:close/>
                </a:path>
                <a:path w="629920" h="459105">
                  <a:moveTo>
                    <a:pt x="491363" y="207264"/>
                  </a:moveTo>
                  <a:lnTo>
                    <a:pt x="477196" y="211468"/>
                  </a:lnTo>
                  <a:lnTo>
                    <a:pt x="465280" y="212232"/>
                  </a:lnTo>
                  <a:lnTo>
                    <a:pt x="491325" y="212232"/>
                  </a:lnTo>
                  <a:lnTo>
                    <a:pt x="491363" y="207264"/>
                  </a:lnTo>
                  <a:close/>
                </a:path>
                <a:path w="629920" h="459105">
                  <a:moveTo>
                    <a:pt x="156464" y="0"/>
                  </a:moveTo>
                  <a:lnTo>
                    <a:pt x="111188" y="23034"/>
                  </a:lnTo>
                  <a:lnTo>
                    <a:pt x="95475" y="80269"/>
                  </a:lnTo>
                  <a:lnTo>
                    <a:pt x="95363" y="81787"/>
                  </a:lnTo>
                  <a:lnTo>
                    <a:pt x="95250" y="83312"/>
                  </a:lnTo>
                  <a:lnTo>
                    <a:pt x="92692" y="91245"/>
                  </a:lnTo>
                  <a:lnTo>
                    <a:pt x="92425" y="98218"/>
                  </a:lnTo>
                  <a:lnTo>
                    <a:pt x="92342" y="101314"/>
                  </a:lnTo>
                  <a:lnTo>
                    <a:pt x="94482" y="113065"/>
                  </a:lnTo>
                  <a:lnTo>
                    <a:pt x="99568" y="127000"/>
                  </a:lnTo>
                  <a:lnTo>
                    <a:pt x="119268" y="169257"/>
                  </a:lnTo>
                  <a:lnTo>
                    <a:pt x="138874" y="189404"/>
                  </a:lnTo>
                  <a:lnTo>
                    <a:pt x="156860" y="194669"/>
                  </a:lnTo>
                  <a:lnTo>
                    <a:pt x="171703" y="192278"/>
                  </a:lnTo>
                  <a:lnTo>
                    <a:pt x="205200" y="160988"/>
                  </a:lnTo>
                  <a:lnTo>
                    <a:pt x="222885" y="118364"/>
                  </a:lnTo>
                  <a:lnTo>
                    <a:pt x="226329" y="101314"/>
                  </a:lnTo>
                  <a:lnTo>
                    <a:pt x="225831" y="92253"/>
                  </a:lnTo>
                  <a:lnTo>
                    <a:pt x="224154" y="81787"/>
                  </a:lnTo>
                  <a:lnTo>
                    <a:pt x="218757" y="44076"/>
                  </a:lnTo>
                  <a:lnTo>
                    <a:pt x="203358" y="18224"/>
                  </a:lnTo>
                  <a:lnTo>
                    <a:pt x="181435" y="3706"/>
                  </a:lnTo>
                  <a:lnTo>
                    <a:pt x="156464" y="0"/>
                  </a:lnTo>
                  <a:close/>
                </a:path>
                <a:path w="629920" h="459105">
                  <a:moveTo>
                    <a:pt x="472948" y="0"/>
                  </a:moveTo>
                  <a:lnTo>
                    <a:pt x="447976" y="3706"/>
                  </a:lnTo>
                  <a:lnTo>
                    <a:pt x="426053" y="18224"/>
                  </a:lnTo>
                  <a:lnTo>
                    <a:pt x="410654" y="44076"/>
                  </a:lnTo>
                  <a:lnTo>
                    <a:pt x="405257" y="81787"/>
                  </a:lnTo>
                  <a:lnTo>
                    <a:pt x="403580" y="92253"/>
                  </a:lnTo>
                  <a:lnTo>
                    <a:pt x="403090" y="101155"/>
                  </a:lnTo>
                  <a:lnTo>
                    <a:pt x="403082" y="101314"/>
                  </a:lnTo>
                  <a:lnTo>
                    <a:pt x="403988" y="109755"/>
                  </a:lnTo>
                  <a:lnTo>
                    <a:pt x="424211" y="160988"/>
                  </a:lnTo>
                  <a:lnTo>
                    <a:pt x="457708" y="192278"/>
                  </a:lnTo>
                  <a:lnTo>
                    <a:pt x="472551" y="194669"/>
                  </a:lnTo>
                  <a:lnTo>
                    <a:pt x="490537" y="189404"/>
                  </a:lnTo>
                  <a:lnTo>
                    <a:pt x="510143" y="169257"/>
                  </a:lnTo>
                  <a:lnTo>
                    <a:pt x="529844" y="127000"/>
                  </a:lnTo>
                  <a:lnTo>
                    <a:pt x="534929" y="113065"/>
                  </a:lnTo>
                  <a:lnTo>
                    <a:pt x="537069" y="101314"/>
                  </a:lnTo>
                  <a:lnTo>
                    <a:pt x="536986" y="98218"/>
                  </a:lnTo>
                  <a:lnTo>
                    <a:pt x="536758" y="92253"/>
                  </a:lnTo>
                  <a:lnTo>
                    <a:pt x="536719" y="91245"/>
                  </a:lnTo>
                  <a:lnTo>
                    <a:pt x="534162" y="83312"/>
                  </a:lnTo>
                  <a:lnTo>
                    <a:pt x="531598" y="48773"/>
                  </a:lnTo>
                  <a:lnTo>
                    <a:pt x="518223" y="23034"/>
                  </a:lnTo>
                  <a:lnTo>
                    <a:pt x="497514" y="6605"/>
                  </a:lnTo>
                  <a:lnTo>
                    <a:pt x="472948" y="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45635" y="4128515"/>
            <a:ext cx="7632192" cy="2359152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172" y="701040"/>
            <a:ext cx="7632192" cy="23606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93963" y="1369568"/>
            <a:ext cx="3121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Our </a:t>
            </a:r>
            <a:r>
              <a:rPr sz="4400" spc="-10" dirty="0"/>
              <a:t>Mission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10603992" y="2671571"/>
            <a:ext cx="739140" cy="4186554"/>
          </a:xfrm>
          <a:custGeom>
            <a:avLst/>
            <a:gdLst/>
            <a:ahLst/>
            <a:cxnLst/>
            <a:rect l="l" t="t" r="r" b="b"/>
            <a:pathLst>
              <a:path w="739140" h="4186554">
                <a:moveTo>
                  <a:pt x="739140" y="0"/>
                </a:moveTo>
                <a:lnTo>
                  <a:pt x="0" y="0"/>
                </a:lnTo>
                <a:lnTo>
                  <a:pt x="0" y="4186428"/>
                </a:lnTo>
                <a:lnTo>
                  <a:pt x="739140" y="4186428"/>
                </a:lnTo>
                <a:lnTo>
                  <a:pt x="739140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0603992" y="0"/>
            <a:ext cx="739140" cy="899160"/>
          </a:xfrm>
          <a:custGeom>
            <a:avLst/>
            <a:gdLst/>
            <a:ahLst/>
            <a:cxnLst/>
            <a:rect l="l" t="t" r="r" b="b"/>
            <a:pathLst>
              <a:path w="739140" h="899160">
                <a:moveTo>
                  <a:pt x="739140" y="0"/>
                </a:moveTo>
                <a:lnTo>
                  <a:pt x="0" y="0"/>
                </a:lnTo>
                <a:lnTo>
                  <a:pt x="0" y="899160"/>
                </a:lnTo>
                <a:lnTo>
                  <a:pt x="739140" y="899160"/>
                </a:lnTo>
                <a:lnTo>
                  <a:pt x="739140" y="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86529" y="4966970"/>
            <a:ext cx="2298700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65"/>
              </a:spcBef>
            </a:pPr>
            <a:r>
              <a:rPr sz="1800" b="1" spc="-10" dirty="0">
                <a:latin typeface="Century Gothic"/>
                <a:cs typeface="Century Gothic"/>
              </a:rPr>
              <a:t>Mission</a:t>
            </a:r>
            <a:endParaRPr sz="1800" dirty="0">
              <a:latin typeface="Century Gothic"/>
              <a:cs typeface="Century Gothic"/>
            </a:endParaRPr>
          </a:p>
          <a:p>
            <a:pPr marL="12700" marR="5080" algn="ctr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40250" y="3739134"/>
            <a:ext cx="1192530" cy="1209040"/>
            <a:chOff x="4540250" y="3739134"/>
            <a:chExt cx="1192530" cy="1209040"/>
          </a:xfrm>
        </p:grpSpPr>
        <p:sp>
          <p:nvSpPr>
            <p:cNvPr id="8" name="object 8"/>
            <p:cNvSpPr/>
            <p:nvPr/>
          </p:nvSpPr>
          <p:spPr>
            <a:xfrm>
              <a:off x="4540250" y="3739134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29" h="1209039">
                  <a:moveTo>
                    <a:pt x="1192530" y="612775"/>
                  </a:moveTo>
                  <a:lnTo>
                    <a:pt x="1190625" y="565873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808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18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18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08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73"/>
                  </a:lnTo>
                  <a:lnTo>
                    <a:pt x="31864" y="520014"/>
                  </a:lnTo>
                  <a:lnTo>
                    <a:pt x="40995" y="475348"/>
                  </a:lnTo>
                  <a:lnTo>
                    <a:pt x="53530" y="432015"/>
                  </a:lnTo>
                  <a:lnTo>
                    <a:pt x="69316" y="390182"/>
                  </a:lnTo>
                  <a:lnTo>
                    <a:pt x="88214" y="349961"/>
                  </a:lnTo>
                  <a:lnTo>
                    <a:pt x="110058" y="311531"/>
                  </a:lnTo>
                  <a:lnTo>
                    <a:pt x="134708" y="275031"/>
                  </a:lnTo>
                  <a:lnTo>
                    <a:pt x="162039" y="240601"/>
                  </a:lnTo>
                  <a:lnTo>
                    <a:pt x="191871" y="208394"/>
                  </a:lnTo>
                  <a:lnTo>
                    <a:pt x="224078" y="178562"/>
                  </a:lnTo>
                  <a:lnTo>
                    <a:pt x="258508" y="151231"/>
                  </a:lnTo>
                  <a:lnTo>
                    <a:pt x="295008" y="126580"/>
                  </a:lnTo>
                  <a:lnTo>
                    <a:pt x="333438" y="104736"/>
                  </a:lnTo>
                  <a:lnTo>
                    <a:pt x="335762" y="103644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583" y="119253"/>
                  </a:lnTo>
                  <a:lnTo>
                    <a:pt x="859853" y="105194"/>
                  </a:lnTo>
                  <a:lnTo>
                    <a:pt x="897509" y="126580"/>
                  </a:lnTo>
                  <a:lnTo>
                    <a:pt x="934008" y="151231"/>
                  </a:lnTo>
                  <a:lnTo>
                    <a:pt x="968438" y="178562"/>
                  </a:lnTo>
                  <a:lnTo>
                    <a:pt x="1000645" y="208394"/>
                  </a:lnTo>
                  <a:lnTo>
                    <a:pt x="1030478" y="240601"/>
                  </a:lnTo>
                  <a:lnTo>
                    <a:pt x="1057808" y="275031"/>
                  </a:lnTo>
                  <a:lnTo>
                    <a:pt x="1082459" y="311531"/>
                  </a:lnTo>
                  <a:lnTo>
                    <a:pt x="1104303" y="349961"/>
                  </a:lnTo>
                  <a:lnTo>
                    <a:pt x="1123200" y="390182"/>
                  </a:lnTo>
                  <a:lnTo>
                    <a:pt x="1138986" y="432015"/>
                  </a:lnTo>
                  <a:lnTo>
                    <a:pt x="1151521" y="475348"/>
                  </a:lnTo>
                  <a:lnTo>
                    <a:pt x="1160653" y="520014"/>
                  </a:lnTo>
                  <a:lnTo>
                    <a:pt x="1166241" y="565873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476" y="82232"/>
                  </a:lnTo>
                  <a:lnTo>
                    <a:pt x="875792" y="62738"/>
                  </a:lnTo>
                  <a:lnTo>
                    <a:pt x="806627" y="33667"/>
                  </a:lnTo>
                  <a:lnTo>
                    <a:pt x="755789" y="19177"/>
                  </a:lnTo>
                  <a:lnTo>
                    <a:pt x="703376" y="8636"/>
                  </a:lnTo>
                  <a:lnTo>
                    <a:pt x="649541" y="2184"/>
                  </a:lnTo>
                  <a:lnTo>
                    <a:pt x="594487" y="0"/>
                  </a:lnTo>
                  <a:lnTo>
                    <a:pt x="539470" y="2184"/>
                  </a:lnTo>
                  <a:lnTo>
                    <a:pt x="485648" y="8636"/>
                  </a:lnTo>
                  <a:lnTo>
                    <a:pt x="433209" y="19177"/>
                  </a:lnTo>
                  <a:lnTo>
                    <a:pt x="382346" y="33667"/>
                  </a:lnTo>
                  <a:lnTo>
                    <a:pt x="333248" y="51943"/>
                  </a:lnTo>
                  <a:lnTo>
                    <a:pt x="317119" y="60579"/>
                  </a:lnTo>
                  <a:lnTo>
                    <a:pt x="326072" y="81267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715" y="3791699"/>
              <a:ext cx="1098816" cy="10988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60137" y="3866642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4">
                  <a:moveTo>
                    <a:pt x="477012" y="0"/>
                  </a:moveTo>
                  <a:lnTo>
                    <a:pt x="428227" y="2463"/>
                  </a:lnTo>
                  <a:lnTo>
                    <a:pt x="380854" y="9693"/>
                  </a:lnTo>
                  <a:lnTo>
                    <a:pt x="335134" y="21449"/>
                  </a:lnTo>
                  <a:lnTo>
                    <a:pt x="291304" y="37492"/>
                  </a:lnTo>
                  <a:lnTo>
                    <a:pt x="249604" y="57582"/>
                  </a:lnTo>
                  <a:lnTo>
                    <a:pt x="210275" y="81478"/>
                  </a:lnTo>
                  <a:lnTo>
                    <a:pt x="173555" y="108942"/>
                  </a:lnTo>
                  <a:lnTo>
                    <a:pt x="139684" y="139731"/>
                  </a:lnTo>
                  <a:lnTo>
                    <a:pt x="108900" y="173608"/>
                  </a:lnTo>
                  <a:lnTo>
                    <a:pt x="81445" y="210331"/>
                  </a:lnTo>
                  <a:lnTo>
                    <a:pt x="57556" y="249661"/>
                  </a:lnTo>
                  <a:lnTo>
                    <a:pt x="37474" y="291357"/>
                  </a:lnTo>
                  <a:lnTo>
                    <a:pt x="21438" y="335181"/>
                  </a:lnTo>
                  <a:lnTo>
                    <a:pt x="9687" y="380891"/>
                  </a:lnTo>
                  <a:lnTo>
                    <a:pt x="2461" y="428248"/>
                  </a:lnTo>
                  <a:lnTo>
                    <a:pt x="0" y="477011"/>
                  </a:lnTo>
                  <a:lnTo>
                    <a:pt x="2461" y="525796"/>
                  </a:lnTo>
                  <a:lnTo>
                    <a:pt x="9687" y="573169"/>
                  </a:lnTo>
                  <a:lnTo>
                    <a:pt x="21438" y="618889"/>
                  </a:lnTo>
                  <a:lnTo>
                    <a:pt x="37474" y="662719"/>
                  </a:lnTo>
                  <a:lnTo>
                    <a:pt x="57556" y="704419"/>
                  </a:lnTo>
                  <a:lnTo>
                    <a:pt x="81445" y="743748"/>
                  </a:lnTo>
                  <a:lnTo>
                    <a:pt x="108900" y="780468"/>
                  </a:lnTo>
                  <a:lnTo>
                    <a:pt x="139684" y="814339"/>
                  </a:lnTo>
                  <a:lnTo>
                    <a:pt x="173555" y="845123"/>
                  </a:lnTo>
                  <a:lnTo>
                    <a:pt x="210275" y="872578"/>
                  </a:lnTo>
                  <a:lnTo>
                    <a:pt x="249604" y="896467"/>
                  </a:lnTo>
                  <a:lnTo>
                    <a:pt x="291304" y="916549"/>
                  </a:lnTo>
                  <a:lnTo>
                    <a:pt x="335134" y="932585"/>
                  </a:lnTo>
                  <a:lnTo>
                    <a:pt x="380854" y="944336"/>
                  </a:lnTo>
                  <a:lnTo>
                    <a:pt x="428227" y="951562"/>
                  </a:lnTo>
                  <a:lnTo>
                    <a:pt x="477012" y="954023"/>
                  </a:lnTo>
                  <a:lnTo>
                    <a:pt x="525775" y="951562"/>
                  </a:lnTo>
                  <a:lnTo>
                    <a:pt x="573132" y="944336"/>
                  </a:lnTo>
                  <a:lnTo>
                    <a:pt x="618842" y="932585"/>
                  </a:lnTo>
                  <a:lnTo>
                    <a:pt x="662666" y="916549"/>
                  </a:lnTo>
                  <a:lnTo>
                    <a:pt x="704362" y="896467"/>
                  </a:lnTo>
                  <a:lnTo>
                    <a:pt x="743692" y="872578"/>
                  </a:lnTo>
                  <a:lnTo>
                    <a:pt x="780415" y="845123"/>
                  </a:lnTo>
                  <a:lnTo>
                    <a:pt x="814292" y="814339"/>
                  </a:lnTo>
                  <a:lnTo>
                    <a:pt x="845081" y="780468"/>
                  </a:lnTo>
                  <a:lnTo>
                    <a:pt x="872545" y="743748"/>
                  </a:lnTo>
                  <a:lnTo>
                    <a:pt x="896441" y="704419"/>
                  </a:lnTo>
                  <a:lnTo>
                    <a:pt x="916531" y="662719"/>
                  </a:lnTo>
                  <a:lnTo>
                    <a:pt x="932574" y="618889"/>
                  </a:lnTo>
                  <a:lnTo>
                    <a:pt x="944330" y="573169"/>
                  </a:lnTo>
                  <a:lnTo>
                    <a:pt x="951560" y="525796"/>
                  </a:lnTo>
                  <a:lnTo>
                    <a:pt x="954024" y="477011"/>
                  </a:lnTo>
                  <a:lnTo>
                    <a:pt x="951560" y="428248"/>
                  </a:lnTo>
                  <a:lnTo>
                    <a:pt x="944330" y="380891"/>
                  </a:lnTo>
                  <a:lnTo>
                    <a:pt x="932574" y="335181"/>
                  </a:lnTo>
                  <a:lnTo>
                    <a:pt x="916531" y="291357"/>
                  </a:lnTo>
                  <a:lnTo>
                    <a:pt x="896441" y="249661"/>
                  </a:lnTo>
                  <a:lnTo>
                    <a:pt x="872545" y="210331"/>
                  </a:lnTo>
                  <a:lnTo>
                    <a:pt x="845081" y="173608"/>
                  </a:lnTo>
                  <a:lnTo>
                    <a:pt x="814292" y="139731"/>
                  </a:lnTo>
                  <a:lnTo>
                    <a:pt x="780415" y="108942"/>
                  </a:lnTo>
                  <a:lnTo>
                    <a:pt x="743692" y="81478"/>
                  </a:lnTo>
                  <a:lnTo>
                    <a:pt x="704362" y="57582"/>
                  </a:lnTo>
                  <a:lnTo>
                    <a:pt x="662666" y="37492"/>
                  </a:lnTo>
                  <a:lnTo>
                    <a:pt x="618842" y="21449"/>
                  </a:lnTo>
                  <a:lnTo>
                    <a:pt x="573132" y="9693"/>
                  </a:lnTo>
                  <a:lnTo>
                    <a:pt x="525775" y="246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40350" y="4047839"/>
              <a:ext cx="591185" cy="592455"/>
            </a:xfrm>
            <a:custGeom>
              <a:avLst/>
              <a:gdLst/>
              <a:ahLst/>
              <a:cxnLst/>
              <a:rect l="l" t="t" r="r" b="b"/>
              <a:pathLst>
                <a:path w="591185" h="592454">
                  <a:moveTo>
                    <a:pt x="415167" y="347630"/>
                  </a:moveTo>
                  <a:lnTo>
                    <a:pt x="137287" y="347630"/>
                  </a:lnTo>
                  <a:lnTo>
                    <a:pt x="137287" y="347884"/>
                  </a:lnTo>
                  <a:lnTo>
                    <a:pt x="157928" y="369568"/>
                  </a:lnTo>
                  <a:lnTo>
                    <a:pt x="179450" y="391144"/>
                  </a:lnTo>
                  <a:lnTo>
                    <a:pt x="226187" y="437165"/>
                  </a:lnTo>
                  <a:lnTo>
                    <a:pt x="240664" y="451770"/>
                  </a:lnTo>
                  <a:lnTo>
                    <a:pt x="212216" y="553878"/>
                  </a:lnTo>
                  <a:lnTo>
                    <a:pt x="210312" y="559593"/>
                  </a:lnTo>
                  <a:lnTo>
                    <a:pt x="208787" y="562133"/>
                  </a:lnTo>
                  <a:lnTo>
                    <a:pt x="237871" y="592359"/>
                  </a:lnTo>
                  <a:lnTo>
                    <a:pt x="242443" y="591343"/>
                  </a:lnTo>
                  <a:lnTo>
                    <a:pt x="246252" y="589311"/>
                  </a:lnTo>
                  <a:lnTo>
                    <a:pt x="393446" y="501808"/>
                  </a:lnTo>
                  <a:lnTo>
                    <a:pt x="401954" y="359060"/>
                  </a:lnTo>
                  <a:lnTo>
                    <a:pt x="415167" y="347630"/>
                  </a:lnTo>
                  <a:close/>
                </a:path>
                <a:path w="591185" h="592454">
                  <a:moveTo>
                    <a:pt x="575752" y="0"/>
                  </a:moveTo>
                  <a:lnTo>
                    <a:pt x="556849" y="0"/>
                  </a:lnTo>
                  <a:lnTo>
                    <a:pt x="496577" y="4831"/>
                  </a:lnTo>
                  <a:lnTo>
                    <a:pt x="442708" y="18099"/>
                  </a:lnTo>
                  <a:lnTo>
                    <a:pt x="395747" y="38014"/>
                  </a:lnTo>
                  <a:lnTo>
                    <a:pt x="355012" y="62880"/>
                  </a:lnTo>
                  <a:lnTo>
                    <a:pt x="319819" y="91003"/>
                  </a:lnTo>
                  <a:lnTo>
                    <a:pt x="289486" y="120687"/>
                  </a:lnTo>
                  <a:lnTo>
                    <a:pt x="263329" y="150237"/>
                  </a:lnTo>
                  <a:lnTo>
                    <a:pt x="230886" y="190023"/>
                  </a:lnTo>
                  <a:lnTo>
                    <a:pt x="90297" y="198913"/>
                  </a:lnTo>
                  <a:lnTo>
                    <a:pt x="3428" y="340137"/>
                  </a:lnTo>
                  <a:lnTo>
                    <a:pt x="1650" y="345852"/>
                  </a:lnTo>
                  <a:lnTo>
                    <a:pt x="0" y="348519"/>
                  </a:lnTo>
                  <a:lnTo>
                    <a:pt x="3175" y="351694"/>
                  </a:lnTo>
                  <a:lnTo>
                    <a:pt x="29083" y="378745"/>
                  </a:lnTo>
                  <a:lnTo>
                    <a:pt x="33654" y="377602"/>
                  </a:lnTo>
                  <a:lnTo>
                    <a:pt x="37591" y="375697"/>
                  </a:lnTo>
                  <a:lnTo>
                    <a:pt x="137287" y="347630"/>
                  </a:lnTo>
                  <a:lnTo>
                    <a:pt x="415167" y="347630"/>
                  </a:lnTo>
                  <a:lnTo>
                    <a:pt x="433959" y="331374"/>
                  </a:lnTo>
                  <a:lnTo>
                    <a:pt x="467707" y="300094"/>
                  </a:lnTo>
                  <a:lnTo>
                    <a:pt x="500227" y="265882"/>
                  </a:lnTo>
                  <a:lnTo>
                    <a:pt x="529994" y="228044"/>
                  </a:lnTo>
                  <a:lnTo>
                    <a:pt x="555485" y="185888"/>
                  </a:lnTo>
                  <a:lnTo>
                    <a:pt x="569398" y="152558"/>
                  </a:lnTo>
                  <a:lnTo>
                    <a:pt x="475614" y="152558"/>
                  </a:lnTo>
                  <a:lnTo>
                    <a:pt x="460581" y="149548"/>
                  </a:lnTo>
                  <a:lnTo>
                    <a:pt x="448310" y="141335"/>
                  </a:lnTo>
                  <a:lnTo>
                    <a:pt x="440039" y="129145"/>
                  </a:lnTo>
                  <a:lnTo>
                    <a:pt x="437007" y="114204"/>
                  </a:lnTo>
                  <a:lnTo>
                    <a:pt x="440039" y="99244"/>
                  </a:lnTo>
                  <a:lnTo>
                    <a:pt x="448310" y="87010"/>
                  </a:lnTo>
                  <a:lnTo>
                    <a:pt x="460581" y="78753"/>
                  </a:lnTo>
                  <a:lnTo>
                    <a:pt x="475614" y="75723"/>
                  </a:lnTo>
                  <a:lnTo>
                    <a:pt x="588141" y="75723"/>
                  </a:lnTo>
                  <a:lnTo>
                    <a:pt x="591058" y="26574"/>
                  </a:lnTo>
                  <a:lnTo>
                    <a:pt x="590274" y="9620"/>
                  </a:lnTo>
                  <a:lnTo>
                    <a:pt x="585835" y="2000"/>
                  </a:lnTo>
                  <a:lnTo>
                    <a:pt x="575752" y="0"/>
                  </a:lnTo>
                  <a:close/>
                </a:path>
                <a:path w="591185" h="592454">
                  <a:moveTo>
                    <a:pt x="588141" y="75723"/>
                  </a:moveTo>
                  <a:lnTo>
                    <a:pt x="475614" y="75723"/>
                  </a:lnTo>
                  <a:lnTo>
                    <a:pt x="490575" y="78753"/>
                  </a:lnTo>
                  <a:lnTo>
                    <a:pt x="502808" y="87010"/>
                  </a:lnTo>
                  <a:lnTo>
                    <a:pt x="511065" y="99244"/>
                  </a:lnTo>
                  <a:lnTo>
                    <a:pt x="514096" y="114204"/>
                  </a:lnTo>
                  <a:lnTo>
                    <a:pt x="511065" y="129145"/>
                  </a:lnTo>
                  <a:lnTo>
                    <a:pt x="502808" y="141335"/>
                  </a:lnTo>
                  <a:lnTo>
                    <a:pt x="490575" y="149548"/>
                  </a:lnTo>
                  <a:lnTo>
                    <a:pt x="475614" y="152558"/>
                  </a:lnTo>
                  <a:lnTo>
                    <a:pt x="569398" y="152558"/>
                  </a:lnTo>
                  <a:lnTo>
                    <a:pt x="575175" y="138719"/>
                  </a:lnTo>
                  <a:lnTo>
                    <a:pt x="587540" y="85846"/>
                  </a:lnTo>
                  <a:lnTo>
                    <a:pt x="588141" y="7572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0623" y="4966970"/>
            <a:ext cx="2298700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65"/>
              </a:spcBef>
            </a:pPr>
            <a:r>
              <a:rPr sz="1800" b="1" spc="-10" dirty="0">
                <a:latin typeface="Century Gothic"/>
                <a:cs typeface="Century Gothic"/>
              </a:rPr>
              <a:t>Vision</a:t>
            </a:r>
            <a:endParaRPr sz="1800" dirty="0">
              <a:latin typeface="Century Gothic"/>
              <a:cs typeface="Century Gothic"/>
            </a:endParaRPr>
          </a:p>
          <a:p>
            <a:pPr marL="12065" marR="5080" algn="ctr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74775" y="3739134"/>
            <a:ext cx="1192530" cy="1209040"/>
            <a:chOff x="1374775" y="3739134"/>
            <a:chExt cx="1192530" cy="1209040"/>
          </a:xfrm>
        </p:grpSpPr>
        <p:sp>
          <p:nvSpPr>
            <p:cNvPr id="14" name="object 14"/>
            <p:cNvSpPr/>
            <p:nvPr/>
          </p:nvSpPr>
          <p:spPr>
            <a:xfrm>
              <a:off x="1374775" y="3739134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30" h="1209039">
                  <a:moveTo>
                    <a:pt x="1192530" y="612775"/>
                  </a:moveTo>
                  <a:lnTo>
                    <a:pt x="1190625" y="565873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795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18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18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21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73"/>
                  </a:lnTo>
                  <a:lnTo>
                    <a:pt x="31864" y="520014"/>
                  </a:lnTo>
                  <a:lnTo>
                    <a:pt x="40995" y="475348"/>
                  </a:lnTo>
                  <a:lnTo>
                    <a:pt x="53530" y="432015"/>
                  </a:lnTo>
                  <a:lnTo>
                    <a:pt x="69316" y="390182"/>
                  </a:lnTo>
                  <a:lnTo>
                    <a:pt x="88214" y="349961"/>
                  </a:lnTo>
                  <a:lnTo>
                    <a:pt x="110058" y="311531"/>
                  </a:lnTo>
                  <a:lnTo>
                    <a:pt x="134721" y="275031"/>
                  </a:lnTo>
                  <a:lnTo>
                    <a:pt x="162039" y="240601"/>
                  </a:lnTo>
                  <a:lnTo>
                    <a:pt x="191871" y="208394"/>
                  </a:lnTo>
                  <a:lnTo>
                    <a:pt x="224078" y="178562"/>
                  </a:lnTo>
                  <a:lnTo>
                    <a:pt x="258508" y="151231"/>
                  </a:lnTo>
                  <a:lnTo>
                    <a:pt x="295008" y="126580"/>
                  </a:lnTo>
                  <a:lnTo>
                    <a:pt x="333438" y="104736"/>
                  </a:lnTo>
                  <a:lnTo>
                    <a:pt x="335762" y="103644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583" y="119253"/>
                  </a:lnTo>
                  <a:lnTo>
                    <a:pt x="859853" y="105194"/>
                  </a:lnTo>
                  <a:lnTo>
                    <a:pt x="897509" y="126580"/>
                  </a:lnTo>
                  <a:lnTo>
                    <a:pt x="934008" y="151231"/>
                  </a:lnTo>
                  <a:lnTo>
                    <a:pt x="968438" y="178562"/>
                  </a:lnTo>
                  <a:lnTo>
                    <a:pt x="1000645" y="208394"/>
                  </a:lnTo>
                  <a:lnTo>
                    <a:pt x="1030478" y="240601"/>
                  </a:lnTo>
                  <a:lnTo>
                    <a:pt x="1057808" y="275031"/>
                  </a:lnTo>
                  <a:lnTo>
                    <a:pt x="1082459" y="311531"/>
                  </a:lnTo>
                  <a:lnTo>
                    <a:pt x="1104303" y="349961"/>
                  </a:lnTo>
                  <a:lnTo>
                    <a:pt x="1123200" y="390182"/>
                  </a:lnTo>
                  <a:lnTo>
                    <a:pt x="1138986" y="432015"/>
                  </a:lnTo>
                  <a:lnTo>
                    <a:pt x="1151521" y="475348"/>
                  </a:lnTo>
                  <a:lnTo>
                    <a:pt x="1160653" y="520014"/>
                  </a:lnTo>
                  <a:lnTo>
                    <a:pt x="1166241" y="565873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476" y="82232"/>
                  </a:lnTo>
                  <a:lnTo>
                    <a:pt x="875792" y="62738"/>
                  </a:lnTo>
                  <a:lnTo>
                    <a:pt x="806627" y="33667"/>
                  </a:lnTo>
                  <a:lnTo>
                    <a:pt x="755789" y="19177"/>
                  </a:lnTo>
                  <a:lnTo>
                    <a:pt x="703376" y="8636"/>
                  </a:lnTo>
                  <a:lnTo>
                    <a:pt x="649541" y="2184"/>
                  </a:lnTo>
                  <a:lnTo>
                    <a:pt x="594487" y="0"/>
                  </a:lnTo>
                  <a:lnTo>
                    <a:pt x="539470" y="2184"/>
                  </a:lnTo>
                  <a:lnTo>
                    <a:pt x="485648" y="8636"/>
                  </a:lnTo>
                  <a:lnTo>
                    <a:pt x="433209" y="19177"/>
                  </a:lnTo>
                  <a:lnTo>
                    <a:pt x="382346" y="33667"/>
                  </a:lnTo>
                  <a:lnTo>
                    <a:pt x="333248" y="51943"/>
                  </a:lnTo>
                  <a:lnTo>
                    <a:pt x="317119" y="60579"/>
                  </a:lnTo>
                  <a:lnTo>
                    <a:pt x="326072" y="81267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0367" y="3791699"/>
              <a:ext cx="1098816" cy="10988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94662" y="3866642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5" h="954404">
                  <a:moveTo>
                    <a:pt x="477012" y="0"/>
                  </a:moveTo>
                  <a:lnTo>
                    <a:pt x="428227" y="2463"/>
                  </a:lnTo>
                  <a:lnTo>
                    <a:pt x="380854" y="9693"/>
                  </a:lnTo>
                  <a:lnTo>
                    <a:pt x="335134" y="21449"/>
                  </a:lnTo>
                  <a:lnTo>
                    <a:pt x="291304" y="37492"/>
                  </a:lnTo>
                  <a:lnTo>
                    <a:pt x="249604" y="57582"/>
                  </a:lnTo>
                  <a:lnTo>
                    <a:pt x="210275" y="81478"/>
                  </a:lnTo>
                  <a:lnTo>
                    <a:pt x="173555" y="108942"/>
                  </a:lnTo>
                  <a:lnTo>
                    <a:pt x="139684" y="139731"/>
                  </a:lnTo>
                  <a:lnTo>
                    <a:pt x="108900" y="173608"/>
                  </a:lnTo>
                  <a:lnTo>
                    <a:pt x="81445" y="210331"/>
                  </a:lnTo>
                  <a:lnTo>
                    <a:pt x="57556" y="249661"/>
                  </a:lnTo>
                  <a:lnTo>
                    <a:pt x="37474" y="291357"/>
                  </a:lnTo>
                  <a:lnTo>
                    <a:pt x="21438" y="335181"/>
                  </a:lnTo>
                  <a:lnTo>
                    <a:pt x="9687" y="380891"/>
                  </a:lnTo>
                  <a:lnTo>
                    <a:pt x="2461" y="428248"/>
                  </a:lnTo>
                  <a:lnTo>
                    <a:pt x="0" y="477011"/>
                  </a:lnTo>
                  <a:lnTo>
                    <a:pt x="2461" y="525796"/>
                  </a:lnTo>
                  <a:lnTo>
                    <a:pt x="9687" y="573169"/>
                  </a:lnTo>
                  <a:lnTo>
                    <a:pt x="21438" y="618889"/>
                  </a:lnTo>
                  <a:lnTo>
                    <a:pt x="37474" y="662719"/>
                  </a:lnTo>
                  <a:lnTo>
                    <a:pt x="57556" y="704419"/>
                  </a:lnTo>
                  <a:lnTo>
                    <a:pt x="81445" y="743748"/>
                  </a:lnTo>
                  <a:lnTo>
                    <a:pt x="108900" y="780468"/>
                  </a:lnTo>
                  <a:lnTo>
                    <a:pt x="139684" y="814339"/>
                  </a:lnTo>
                  <a:lnTo>
                    <a:pt x="173555" y="845123"/>
                  </a:lnTo>
                  <a:lnTo>
                    <a:pt x="210275" y="872578"/>
                  </a:lnTo>
                  <a:lnTo>
                    <a:pt x="249604" y="896467"/>
                  </a:lnTo>
                  <a:lnTo>
                    <a:pt x="291304" y="916549"/>
                  </a:lnTo>
                  <a:lnTo>
                    <a:pt x="335134" y="932585"/>
                  </a:lnTo>
                  <a:lnTo>
                    <a:pt x="380854" y="944336"/>
                  </a:lnTo>
                  <a:lnTo>
                    <a:pt x="428227" y="951562"/>
                  </a:lnTo>
                  <a:lnTo>
                    <a:pt x="477012" y="954023"/>
                  </a:lnTo>
                  <a:lnTo>
                    <a:pt x="525775" y="951562"/>
                  </a:lnTo>
                  <a:lnTo>
                    <a:pt x="573132" y="944336"/>
                  </a:lnTo>
                  <a:lnTo>
                    <a:pt x="618842" y="932585"/>
                  </a:lnTo>
                  <a:lnTo>
                    <a:pt x="662666" y="916549"/>
                  </a:lnTo>
                  <a:lnTo>
                    <a:pt x="704362" y="896467"/>
                  </a:lnTo>
                  <a:lnTo>
                    <a:pt x="743692" y="872578"/>
                  </a:lnTo>
                  <a:lnTo>
                    <a:pt x="780415" y="845123"/>
                  </a:lnTo>
                  <a:lnTo>
                    <a:pt x="814292" y="814339"/>
                  </a:lnTo>
                  <a:lnTo>
                    <a:pt x="845081" y="780468"/>
                  </a:lnTo>
                  <a:lnTo>
                    <a:pt x="872545" y="743748"/>
                  </a:lnTo>
                  <a:lnTo>
                    <a:pt x="896441" y="704419"/>
                  </a:lnTo>
                  <a:lnTo>
                    <a:pt x="916531" y="662719"/>
                  </a:lnTo>
                  <a:lnTo>
                    <a:pt x="932574" y="618889"/>
                  </a:lnTo>
                  <a:lnTo>
                    <a:pt x="944330" y="573169"/>
                  </a:lnTo>
                  <a:lnTo>
                    <a:pt x="951560" y="525796"/>
                  </a:lnTo>
                  <a:lnTo>
                    <a:pt x="954024" y="477011"/>
                  </a:lnTo>
                  <a:lnTo>
                    <a:pt x="951560" y="428248"/>
                  </a:lnTo>
                  <a:lnTo>
                    <a:pt x="944330" y="380891"/>
                  </a:lnTo>
                  <a:lnTo>
                    <a:pt x="932574" y="335181"/>
                  </a:lnTo>
                  <a:lnTo>
                    <a:pt x="916531" y="291357"/>
                  </a:lnTo>
                  <a:lnTo>
                    <a:pt x="896441" y="249661"/>
                  </a:lnTo>
                  <a:lnTo>
                    <a:pt x="872545" y="210331"/>
                  </a:lnTo>
                  <a:lnTo>
                    <a:pt x="845081" y="173608"/>
                  </a:lnTo>
                  <a:lnTo>
                    <a:pt x="814292" y="139731"/>
                  </a:lnTo>
                  <a:lnTo>
                    <a:pt x="780415" y="108942"/>
                  </a:lnTo>
                  <a:lnTo>
                    <a:pt x="743692" y="81478"/>
                  </a:lnTo>
                  <a:lnTo>
                    <a:pt x="704362" y="57582"/>
                  </a:lnTo>
                  <a:lnTo>
                    <a:pt x="662666" y="37492"/>
                  </a:lnTo>
                  <a:lnTo>
                    <a:pt x="618842" y="21449"/>
                  </a:lnTo>
                  <a:lnTo>
                    <a:pt x="573132" y="9693"/>
                  </a:lnTo>
                  <a:lnTo>
                    <a:pt x="525775" y="2463"/>
                  </a:lnTo>
                  <a:lnTo>
                    <a:pt x="477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612391" y="4166870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360172" y="0"/>
                  </a:moveTo>
                  <a:lnTo>
                    <a:pt x="350277" y="0"/>
                  </a:lnTo>
                  <a:lnTo>
                    <a:pt x="305760" y="2798"/>
                  </a:lnTo>
                  <a:lnTo>
                    <a:pt x="256532" y="13348"/>
                  </a:lnTo>
                  <a:lnTo>
                    <a:pt x="206315" y="30468"/>
                  </a:lnTo>
                  <a:lnTo>
                    <a:pt x="156813" y="53101"/>
                  </a:lnTo>
                  <a:lnTo>
                    <a:pt x="109728" y="80194"/>
                  </a:lnTo>
                  <a:lnTo>
                    <a:pt x="66762" y="110690"/>
                  </a:lnTo>
                  <a:lnTo>
                    <a:pt x="29618" y="143535"/>
                  </a:lnTo>
                  <a:lnTo>
                    <a:pt x="0" y="177672"/>
                  </a:lnTo>
                  <a:lnTo>
                    <a:pt x="29918" y="212841"/>
                  </a:lnTo>
                  <a:lnTo>
                    <a:pt x="64762" y="244800"/>
                  </a:lnTo>
                  <a:lnTo>
                    <a:pt x="104164" y="273452"/>
                  </a:lnTo>
                  <a:lnTo>
                    <a:pt x="147383" y="298354"/>
                  </a:lnTo>
                  <a:lnTo>
                    <a:pt x="193769" y="319149"/>
                  </a:lnTo>
                  <a:lnTo>
                    <a:pt x="242673" y="335478"/>
                  </a:lnTo>
                  <a:lnTo>
                    <a:pt x="293446" y="346985"/>
                  </a:lnTo>
                  <a:lnTo>
                    <a:pt x="345440" y="353313"/>
                  </a:lnTo>
                  <a:lnTo>
                    <a:pt x="401763" y="350121"/>
                  </a:lnTo>
                  <a:lnTo>
                    <a:pt x="453140" y="342130"/>
                  </a:lnTo>
                  <a:lnTo>
                    <a:pt x="500088" y="329687"/>
                  </a:lnTo>
                  <a:lnTo>
                    <a:pt x="543125" y="313139"/>
                  </a:lnTo>
                  <a:lnTo>
                    <a:pt x="552217" y="308482"/>
                  </a:lnTo>
                  <a:lnTo>
                    <a:pt x="356362" y="308482"/>
                  </a:lnTo>
                  <a:lnTo>
                    <a:pt x="305403" y="298354"/>
                  </a:lnTo>
                  <a:lnTo>
                    <a:pt x="263620" y="270668"/>
                  </a:lnTo>
                  <a:lnTo>
                    <a:pt x="235489" y="229615"/>
                  </a:lnTo>
                  <a:lnTo>
                    <a:pt x="225171" y="179323"/>
                  </a:lnTo>
                  <a:lnTo>
                    <a:pt x="235489" y="129085"/>
                  </a:lnTo>
                  <a:lnTo>
                    <a:pt x="263620" y="88026"/>
                  </a:lnTo>
                  <a:lnTo>
                    <a:pt x="305323" y="60326"/>
                  </a:lnTo>
                  <a:lnTo>
                    <a:pt x="356362" y="50164"/>
                  </a:lnTo>
                  <a:lnTo>
                    <a:pt x="555066" y="50164"/>
                  </a:lnTo>
                  <a:lnTo>
                    <a:pt x="541935" y="43374"/>
                  </a:lnTo>
                  <a:lnTo>
                    <a:pt x="491329" y="23937"/>
                  </a:lnTo>
                  <a:lnTo>
                    <a:pt x="435791" y="9712"/>
                  </a:lnTo>
                  <a:lnTo>
                    <a:pt x="375412" y="1777"/>
                  </a:lnTo>
                  <a:lnTo>
                    <a:pt x="367919" y="634"/>
                  </a:lnTo>
                  <a:lnTo>
                    <a:pt x="360172" y="0"/>
                  </a:lnTo>
                  <a:close/>
                </a:path>
                <a:path w="718185" h="353695">
                  <a:moveTo>
                    <a:pt x="555066" y="50164"/>
                  </a:moveTo>
                  <a:lnTo>
                    <a:pt x="356362" y="50164"/>
                  </a:lnTo>
                  <a:lnTo>
                    <a:pt x="407453" y="60326"/>
                  </a:lnTo>
                  <a:lnTo>
                    <a:pt x="449151" y="88026"/>
                  </a:lnTo>
                  <a:lnTo>
                    <a:pt x="477252" y="129085"/>
                  </a:lnTo>
                  <a:lnTo>
                    <a:pt x="487553" y="179323"/>
                  </a:lnTo>
                  <a:lnTo>
                    <a:pt x="477252" y="229615"/>
                  </a:lnTo>
                  <a:lnTo>
                    <a:pt x="449151" y="270668"/>
                  </a:lnTo>
                  <a:lnTo>
                    <a:pt x="407373" y="298354"/>
                  </a:lnTo>
                  <a:lnTo>
                    <a:pt x="356362" y="308482"/>
                  </a:lnTo>
                  <a:lnTo>
                    <a:pt x="552217" y="308482"/>
                  </a:lnTo>
                  <a:lnTo>
                    <a:pt x="619543" y="269117"/>
                  </a:lnTo>
                  <a:lnTo>
                    <a:pt x="653960" y="242337"/>
                  </a:lnTo>
                  <a:lnTo>
                    <a:pt x="686541" y="212841"/>
                  </a:lnTo>
                  <a:lnTo>
                    <a:pt x="717804" y="180974"/>
                  </a:lnTo>
                  <a:lnTo>
                    <a:pt x="693220" y="151663"/>
                  </a:lnTo>
                  <a:lnTo>
                    <a:pt x="663251" y="122168"/>
                  </a:lnTo>
                  <a:lnTo>
                    <a:pt x="627986" y="93568"/>
                  </a:lnTo>
                  <a:lnTo>
                    <a:pt x="587517" y="66944"/>
                  </a:lnTo>
                  <a:lnTo>
                    <a:pt x="555066" y="50164"/>
                  </a:lnTo>
                  <a:close/>
                </a:path>
                <a:path w="718185" h="353695">
                  <a:moveTo>
                    <a:pt x="356362" y="75818"/>
                  </a:moveTo>
                  <a:lnTo>
                    <a:pt x="315446" y="83954"/>
                  </a:lnTo>
                  <a:lnTo>
                    <a:pt x="282019" y="106140"/>
                  </a:lnTo>
                  <a:lnTo>
                    <a:pt x="259474" y="139041"/>
                  </a:lnTo>
                  <a:lnTo>
                    <a:pt x="251206" y="179323"/>
                  </a:lnTo>
                  <a:lnTo>
                    <a:pt x="259474" y="219680"/>
                  </a:lnTo>
                  <a:lnTo>
                    <a:pt x="282019" y="252618"/>
                  </a:lnTo>
                  <a:lnTo>
                    <a:pt x="315446" y="274818"/>
                  </a:lnTo>
                  <a:lnTo>
                    <a:pt x="356362" y="282955"/>
                  </a:lnTo>
                  <a:lnTo>
                    <a:pt x="397351" y="274818"/>
                  </a:lnTo>
                  <a:lnTo>
                    <a:pt x="430815" y="252618"/>
                  </a:lnTo>
                  <a:lnTo>
                    <a:pt x="452396" y="221106"/>
                  </a:lnTo>
                  <a:lnTo>
                    <a:pt x="356362" y="221106"/>
                  </a:lnTo>
                  <a:lnTo>
                    <a:pt x="339895" y="217828"/>
                  </a:lnTo>
                  <a:lnTo>
                    <a:pt x="326453" y="208883"/>
                  </a:lnTo>
                  <a:lnTo>
                    <a:pt x="317392" y="195603"/>
                  </a:lnTo>
                  <a:lnTo>
                    <a:pt x="314071" y="179323"/>
                  </a:lnTo>
                  <a:lnTo>
                    <a:pt x="317392" y="163117"/>
                  </a:lnTo>
                  <a:lnTo>
                    <a:pt x="326453" y="149875"/>
                  </a:lnTo>
                  <a:lnTo>
                    <a:pt x="339895" y="140944"/>
                  </a:lnTo>
                  <a:lnTo>
                    <a:pt x="356362" y="137667"/>
                  </a:lnTo>
                  <a:lnTo>
                    <a:pt x="452432" y="137667"/>
                  </a:lnTo>
                  <a:lnTo>
                    <a:pt x="430815" y="106140"/>
                  </a:lnTo>
                  <a:lnTo>
                    <a:pt x="397351" y="83954"/>
                  </a:lnTo>
                  <a:lnTo>
                    <a:pt x="356362" y="75818"/>
                  </a:lnTo>
                  <a:close/>
                </a:path>
                <a:path w="718185" h="353695">
                  <a:moveTo>
                    <a:pt x="452432" y="137667"/>
                  </a:moveTo>
                  <a:lnTo>
                    <a:pt x="356362" y="137667"/>
                  </a:lnTo>
                  <a:lnTo>
                    <a:pt x="372848" y="140944"/>
                  </a:lnTo>
                  <a:lnTo>
                    <a:pt x="386334" y="149875"/>
                  </a:lnTo>
                  <a:lnTo>
                    <a:pt x="395438" y="163117"/>
                  </a:lnTo>
                  <a:lnTo>
                    <a:pt x="398780" y="179323"/>
                  </a:lnTo>
                  <a:lnTo>
                    <a:pt x="395438" y="195603"/>
                  </a:lnTo>
                  <a:lnTo>
                    <a:pt x="386334" y="208883"/>
                  </a:lnTo>
                  <a:lnTo>
                    <a:pt x="372848" y="217828"/>
                  </a:lnTo>
                  <a:lnTo>
                    <a:pt x="356362" y="221106"/>
                  </a:lnTo>
                  <a:lnTo>
                    <a:pt x="452396" y="221106"/>
                  </a:lnTo>
                  <a:lnTo>
                    <a:pt x="453374" y="219680"/>
                  </a:lnTo>
                  <a:lnTo>
                    <a:pt x="461645" y="179323"/>
                  </a:lnTo>
                  <a:lnTo>
                    <a:pt x="453374" y="139041"/>
                  </a:lnTo>
                  <a:lnTo>
                    <a:pt x="452432" y="137667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52513" y="4966970"/>
            <a:ext cx="2298700" cy="9893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65"/>
              </a:spcBef>
            </a:pPr>
            <a:r>
              <a:rPr sz="1800" b="1" spc="-20" dirty="0">
                <a:latin typeface="Century Gothic"/>
                <a:cs typeface="Century Gothic"/>
              </a:rPr>
              <a:t>Goal</a:t>
            </a:r>
            <a:endParaRPr sz="1800" dirty="0">
              <a:latin typeface="Century Gothic"/>
              <a:cs typeface="Century Gothic"/>
            </a:endParaRPr>
          </a:p>
          <a:p>
            <a:pPr marL="12700" marR="5080" algn="ctr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05725" y="3739134"/>
            <a:ext cx="1192530" cy="1209040"/>
            <a:chOff x="7705725" y="3739134"/>
            <a:chExt cx="1192530" cy="1209040"/>
          </a:xfrm>
        </p:grpSpPr>
        <p:sp>
          <p:nvSpPr>
            <p:cNvPr id="20" name="object 20"/>
            <p:cNvSpPr/>
            <p:nvPr/>
          </p:nvSpPr>
          <p:spPr>
            <a:xfrm>
              <a:off x="7705725" y="3739134"/>
              <a:ext cx="1192530" cy="1209040"/>
            </a:xfrm>
            <a:custGeom>
              <a:avLst/>
              <a:gdLst/>
              <a:ahLst/>
              <a:cxnLst/>
              <a:rect l="l" t="t" r="r" b="b"/>
              <a:pathLst>
                <a:path w="1192529" h="1209039">
                  <a:moveTo>
                    <a:pt x="1192530" y="612775"/>
                  </a:moveTo>
                  <a:lnTo>
                    <a:pt x="1190625" y="565873"/>
                  </a:lnTo>
                  <a:lnTo>
                    <a:pt x="1190548" y="563880"/>
                  </a:lnTo>
                  <a:lnTo>
                    <a:pt x="1184719" y="516064"/>
                  </a:lnTo>
                  <a:lnTo>
                    <a:pt x="1175194" y="469493"/>
                  </a:lnTo>
                  <a:lnTo>
                    <a:pt x="1168146" y="445135"/>
                  </a:lnTo>
                  <a:lnTo>
                    <a:pt x="1168146" y="612775"/>
                  </a:lnTo>
                  <a:lnTo>
                    <a:pt x="1166241" y="659688"/>
                  </a:lnTo>
                  <a:lnTo>
                    <a:pt x="1160653" y="705548"/>
                  </a:lnTo>
                  <a:lnTo>
                    <a:pt x="1151521" y="750214"/>
                  </a:lnTo>
                  <a:lnTo>
                    <a:pt x="1138986" y="793546"/>
                  </a:lnTo>
                  <a:lnTo>
                    <a:pt x="1123200" y="835380"/>
                  </a:lnTo>
                  <a:lnTo>
                    <a:pt x="1104303" y="875601"/>
                  </a:lnTo>
                  <a:lnTo>
                    <a:pt x="1082459" y="914031"/>
                  </a:lnTo>
                  <a:lnTo>
                    <a:pt x="1057795" y="950531"/>
                  </a:lnTo>
                  <a:lnTo>
                    <a:pt x="1030478" y="984961"/>
                  </a:lnTo>
                  <a:lnTo>
                    <a:pt x="1000645" y="1017168"/>
                  </a:lnTo>
                  <a:lnTo>
                    <a:pt x="968438" y="1047000"/>
                  </a:lnTo>
                  <a:lnTo>
                    <a:pt x="934008" y="1074318"/>
                  </a:lnTo>
                  <a:lnTo>
                    <a:pt x="897509" y="1098981"/>
                  </a:lnTo>
                  <a:lnTo>
                    <a:pt x="859078" y="1120825"/>
                  </a:lnTo>
                  <a:lnTo>
                    <a:pt x="818857" y="1139723"/>
                  </a:lnTo>
                  <a:lnTo>
                    <a:pt x="777024" y="1155509"/>
                  </a:lnTo>
                  <a:lnTo>
                    <a:pt x="733691" y="1168044"/>
                  </a:lnTo>
                  <a:lnTo>
                    <a:pt x="689025" y="1177175"/>
                  </a:lnTo>
                  <a:lnTo>
                    <a:pt x="643166" y="1182763"/>
                  </a:lnTo>
                  <a:lnTo>
                    <a:pt x="596265" y="1184656"/>
                  </a:lnTo>
                  <a:lnTo>
                    <a:pt x="549351" y="1182763"/>
                  </a:lnTo>
                  <a:lnTo>
                    <a:pt x="503491" y="1177175"/>
                  </a:lnTo>
                  <a:lnTo>
                    <a:pt x="458825" y="1168044"/>
                  </a:lnTo>
                  <a:lnTo>
                    <a:pt x="415493" y="1155509"/>
                  </a:lnTo>
                  <a:lnTo>
                    <a:pt x="373659" y="1139723"/>
                  </a:lnTo>
                  <a:lnTo>
                    <a:pt x="333438" y="1120825"/>
                  </a:lnTo>
                  <a:lnTo>
                    <a:pt x="295008" y="1098981"/>
                  </a:lnTo>
                  <a:lnTo>
                    <a:pt x="258508" y="1074318"/>
                  </a:lnTo>
                  <a:lnTo>
                    <a:pt x="224078" y="1047000"/>
                  </a:lnTo>
                  <a:lnTo>
                    <a:pt x="191871" y="1017168"/>
                  </a:lnTo>
                  <a:lnTo>
                    <a:pt x="162039" y="984961"/>
                  </a:lnTo>
                  <a:lnTo>
                    <a:pt x="134721" y="950531"/>
                  </a:lnTo>
                  <a:lnTo>
                    <a:pt x="110058" y="914031"/>
                  </a:lnTo>
                  <a:lnTo>
                    <a:pt x="88214" y="875601"/>
                  </a:lnTo>
                  <a:lnTo>
                    <a:pt x="69316" y="835380"/>
                  </a:lnTo>
                  <a:lnTo>
                    <a:pt x="53530" y="793546"/>
                  </a:lnTo>
                  <a:lnTo>
                    <a:pt x="40995" y="750214"/>
                  </a:lnTo>
                  <a:lnTo>
                    <a:pt x="31864" y="705548"/>
                  </a:lnTo>
                  <a:lnTo>
                    <a:pt x="26276" y="659688"/>
                  </a:lnTo>
                  <a:lnTo>
                    <a:pt x="24384" y="612775"/>
                  </a:lnTo>
                  <a:lnTo>
                    <a:pt x="26276" y="565873"/>
                  </a:lnTo>
                  <a:lnTo>
                    <a:pt x="31864" y="520014"/>
                  </a:lnTo>
                  <a:lnTo>
                    <a:pt x="40995" y="475348"/>
                  </a:lnTo>
                  <a:lnTo>
                    <a:pt x="53530" y="432015"/>
                  </a:lnTo>
                  <a:lnTo>
                    <a:pt x="69316" y="390182"/>
                  </a:lnTo>
                  <a:lnTo>
                    <a:pt x="88214" y="349961"/>
                  </a:lnTo>
                  <a:lnTo>
                    <a:pt x="110058" y="311531"/>
                  </a:lnTo>
                  <a:lnTo>
                    <a:pt x="134721" y="275031"/>
                  </a:lnTo>
                  <a:lnTo>
                    <a:pt x="162039" y="240601"/>
                  </a:lnTo>
                  <a:lnTo>
                    <a:pt x="191871" y="208394"/>
                  </a:lnTo>
                  <a:lnTo>
                    <a:pt x="224078" y="178562"/>
                  </a:lnTo>
                  <a:lnTo>
                    <a:pt x="258508" y="151231"/>
                  </a:lnTo>
                  <a:lnTo>
                    <a:pt x="295008" y="126580"/>
                  </a:lnTo>
                  <a:lnTo>
                    <a:pt x="333438" y="104736"/>
                  </a:lnTo>
                  <a:lnTo>
                    <a:pt x="335762" y="103644"/>
                  </a:lnTo>
                  <a:lnTo>
                    <a:pt x="340995" y="115697"/>
                  </a:lnTo>
                  <a:lnTo>
                    <a:pt x="356997" y="107188"/>
                  </a:lnTo>
                  <a:lnTo>
                    <a:pt x="401650" y="90576"/>
                  </a:lnTo>
                  <a:lnTo>
                    <a:pt x="447878" y="77393"/>
                  </a:lnTo>
                  <a:lnTo>
                    <a:pt x="495541" y="67805"/>
                  </a:lnTo>
                  <a:lnTo>
                    <a:pt x="544461" y="61937"/>
                  </a:lnTo>
                  <a:lnTo>
                    <a:pt x="594487" y="59944"/>
                  </a:lnTo>
                  <a:lnTo>
                    <a:pt x="644563" y="61937"/>
                  </a:lnTo>
                  <a:lnTo>
                    <a:pt x="693521" y="67805"/>
                  </a:lnTo>
                  <a:lnTo>
                    <a:pt x="741197" y="77393"/>
                  </a:lnTo>
                  <a:lnTo>
                    <a:pt x="787438" y="90576"/>
                  </a:lnTo>
                  <a:lnTo>
                    <a:pt x="832104" y="107188"/>
                  </a:lnTo>
                  <a:lnTo>
                    <a:pt x="854583" y="119253"/>
                  </a:lnTo>
                  <a:lnTo>
                    <a:pt x="859853" y="105194"/>
                  </a:lnTo>
                  <a:lnTo>
                    <a:pt x="897509" y="126580"/>
                  </a:lnTo>
                  <a:lnTo>
                    <a:pt x="934008" y="151231"/>
                  </a:lnTo>
                  <a:lnTo>
                    <a:pt x="968438" y="178562"/>
                  </a:lnTo>
                  <a:lnTo>
                    <a:pt x="1000645" y="208394"/>
                  </a:lnTo>
                  <a:lnTo>
                    <a:pt x="1030478" y="240601"/>
                  </a:lnTo>
                  <a:lnTo>
                    <a:pt x="1057795" y="275031"/>
                  </a:lnTo>
                  <a:lnTo>
                    <a:pt x="1082459" y="311531"/>
                  </a:lnTo>
                  <a:lnTo>
                    <a:pt x="1104303" y="349961"/>
                  </a:lnTo>
                  <a:lnTo>
                    <a:pt x="1123200" y="390182"/>
                  </a:lnTo>
                  <a:lnTo>
                    <a:pt x="1138986" y="432015"/>
                  </a:lnTo>
                  <a:lnTo>
                    <a:pt x="1151521" y="475348"/>
                  </a:lnTo>
                  <a:lnTo>
                    <a:pt x="1160653" y="520014"/>
                  </a:lnTo>
                  <a:lnTo>
                    <a:pt x="1166241" y="565873"/>
                  </a:lnTo>
                  <a:lnTo>
                    <a:pt x="1168146" y="612775"/>
                  </a:lnTo>
                  <a:lnTo>
                    <a:pt x="1168146" y="445135"/>
                  </a:lnTo>
                  <a:lnTo>
                    <a:pt x="1145667" y="380682"/>
                  </a:lnTo>
                  <a:lnTo>
                    <a:pt x="1125969" y="338759"/>
                  </a:lnTo>
                  <a:lnTo>
                    <a:pt x="1103185" y="298691"/>
                  </a:lnTo>
                  <a:lnTo>
                    <a:pt x="1077480" y="260629"/>
                  </a:lnTo>
                  <a:lnTo>
                    <a:pt x="1048994" y="224739"/>
                  </a:lnTo>
                  <a:lnTo>
                    <a:pt x="1017879" y="191160"/>
                  </a:lnTo>
                  <a:lnTo>
                    <a:pt x="984300" y="160045"/>
                  </a:lnTo>
                  <a:lnTo>
                    <a:pt x="948410" y="131559"/>
                  </a:lnTo>
                  <a:lnTo>
                    <a:pt x="910348" y="105854"/>
                  </a:lnTo>
                  <a:lnTo>
                    <a:pt x="870280" y="83070"/>
                  </a:lnTo>
                  <a:lnTo>
                    <a:pt x="868476" y="82232"/>
                  </a:lnTo>
                  <a:lnTo>
                    <a:pt x="875792" y="62738"/>
                  </a:lnTo>
                  <a:lnTo>
                    <a:pt x="806627" y="33667"/>
                  </a:lnTo>
                  <a:lnTo>
                    <a:pt x="755789" y="19177"/>
                  </a:lnTo>
                  <a:lnTo>
                    <a:pt x="703376" y="8636"/>
                  </a:lnTo>
                  <a:lnTo>
                    <a:pt x="649541" y="2184"/>
                  </a:lnTo>
                  <a:lnTo>
                    <a:pt x="594487" y="0"/>
                  </a:lnTo>
                  <a:lnTo>
                    <a:pt x="539470" y="2184"/>
                  </a:lnTo>
                  <a:lnTo>
                    <a:pt x="485648" y="8636"/>
                  </a:lnTo>
                  <a:lnTo>
                    <a:pt x="433209" y="19177"/>
                  </a:lnTo>
                  <a:lnTo>
                    <a:pt x="382346" y="33667"/>
                  </a:lnTo>
                  <a:lnTo>
                    <a:pt x="333248" y="51943"/>
                  </a:lnTo>
                  <a:lnTo>
                    <a:pt x="317119" y="60579"/>
                  </a:lnTo>
                  <a:lnTo>
                    <a:pt x="326072" y="81267"/>
                  </a:lnTo>
                  <a:lnTo>
                    <a:pt x="322237" y="83070"/>
                  </a:lnTo>
                  <a:lnTo>
                    <a:pt x="282168" y="105854"/>
                  </a:lnTo>
                  <a:lnTo>
                    <a:pt x="244106" y="131559"/>
                  </a:lnTo>
                  <a:lnTo>
                    <a:pt x="208216" y="160045"/>
                  </a:lnTo>
                  <a:lnTo>
                    <a:pt x="174637" y="191160"/>
                  </a:lnTo>
                  <a:lnTo>
                    <a:pt x="143522" y="224739"/>
                  </a:lnTo>
                  <a:lnTo>
                    <a:pt x="115036" y="260629"/>
                  </a:lnTo>
                  <a:lnTo>
                    <a:pt x="89331" y="298691"/>
                  </a:lnTo>
                  <a:lnTo>
                    <a:pt x="66548" y="338759"/>
                  </a:lnTo>
                  <a:lnTo>
                    <a:pt x="46850" y="380682"/>
                  </a:lnTo>
                  <a:lnTo>
                    <a:pt x="30391" y="424319"/>
                  </a:lnTo>
                  <a:lnTo>
                    <a:pt x="17322" y="469493"/>
                  </a:lnTo>
                  <a:lnTo>
                    <a:pt x="7797" y="516064"/>
                  </a:lnTo>
                  <a:lnTo>
                    <a:pt x="1968" y="563880"/>
                  </a:lnTo>
                  <a:lnTo>
                    <a:pt x="0" y="612775"/>
                  </a:lnTo>
                  <a:lnTo>
                    <a:pt x="1892" y="659688"/>
                  </a:lnTo>
                  <a:lnTo>
                    <a:pt x="1968" y="661682"/>
                  </a:lnTo>
                  <a:lnTo>
                    <a:pt x="7797" y="709498"/>
                  </a:lnTo>
                  <a:lnTo>
                    <a:pt x="17322" y="756069"/>
                  </a:lnTo>
                  <a:lnTo>
                    <a:pt x="30391" y="801243"/>
                  </a:lnTo>
                  <a:lnTo>
                    <a:pt x="46850" y="844880"/>
                  </a:lnTo>
                  <a:lnTo>
                    <a:pt x="66548" y="886802"/>
                  </a:lnTo>
                  <a:lnTo>
                    <a:pt x="89331" y="926871"/>
                  </a:lnTo>
                  <a:lnTo>
                    <a:pt x="115036" y="964933"/>
                  </a:lnTo>
                  <a:lnTo>
                    <a:pt x="143522" y="1000823"/>
                  </a:lnTo>
                  <a:lnTo>
                    <a:pt x="174637" y="1034402"/>
                  </a:lnTo>
                  <a:lnTo>
                    <a:pt x="208216" y="1065517"/>
                  </a:lnTo>
                  <a:lnTo>
                    <a:pt x="244106" y="1094003"/>
                  </a:lnTo>
                  <a:lnTo>
                    <a:pt x="282168" y="1119708"/>
                  </a:lnTo>
                  <a:lnTo>
                    <a:pt x="322237" y="1142492"/>
                  </a:lnTo>
                  <a:lnTo>
                    <a:pt x="364159" y="1162189"/>
                  </a:lnTo>
                  <a:lnTo>
                    <a:pt x="407797" y="1178648"/>
                  </a:lnTo>
                  <a:lnTo>
                    <a:pt x="452970" y="1191717"/>
                  </a:lnTo>
                  <a:lnTo>
                    <a:pt x="499541" y="1201242"/>
                  </a:lnTo>
                  <a:lnTo>
                    <a:pt x="547357" y="1207071"/>
                  </a:lnTo>
                  <a:lnTo>
                    <a:pt x="596265" y="1209040"/>
                  </a:lnTo>
                  <a:lnTo>
                    <a:pt x="645160" y="1207071"/>
                  </a:lnTo>
                  <a:lnTo>
                    <a:pt x="692975" y="1201242"/>
                  </a:lnTo>
                  <a:lnTo>
                    <a:pt x="739546" y="1191717"/>
                  </a:lnTo>
                  <a:lnTo>
                    <a:pt x="763943" y="1184656"/>
                  </a:lnTo>
                  <a:lnTo>
                    <a:pt x="784720" y="1178648"/>
                  </a:lnTo>
                  <a:lnTo>
                    <a:pt x="828357" y="1162189"/>
                  </a:lnTo>
                  <a:lnTo>
                    <a:pt x="870280" y="1142492"/>
                  </a:lnTo>
                  <a:lnTo>
                    <a:pt x="910348" y="1119708"/>
                  </a:lnTo>
                  <a:lnTo>
                    <a:pt x="948410" y="1094003"/>
                  </a:lnTo>
                  <a:lnTo>
                    <a:pt x="984300" y="1065517"/>
                  </a:lnTo>
                  <a:lnTo>
                    <a:pt x="1017879" y="1034402"/>
                  </a:lnTo>
                  <a:lnTo>
                    <a:pt x="1048994" y="1000823"/>
                  </a:lnTo>
                  <a:lnTo>
                    <a:pt x="1077480" y="964933"/>
                  </a:lnTo>
                  <a:lnTo>
                    <a:pt x="1103185" y="926871"/>
                  </a:lnTo>
                  <a:lnTo>
                    <a:pt x="1125969" y="886802"/>
                  </a:lnTo>
                  <a:lnTo>
                    <a:pt x="1145667" y="844880"/>
                  </a:lnTo>
                  <a:lnTo>
                    <a:pt x="1162126" y="801243"/>
                  </a:lnTo>
                  <a:lnTo>
                    <a:pt x="1175194" y="756069"/>
                  </a:lnTo>
                  <a:lnTo>
                    <a:pt x="1184719" y="709498"/>
                  </a:lnTo>
                  <a:lnTo>
                    <a:pt x="1190548" y="661682"/>
                  </a:lnTo>
                  <a:lnTo>
                    <a:pt x="1192530" y="61277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1063" y="3791699"/>
              <a:ext cx="1098816" cy="10988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825612" y="3866642"/>
              <a:ext cx="954405" cy="954405"/>
            </a:xfrm>
            <a:custGeom>
              <a:avLst/>
              <a:gdLst/>
              <a:ahLst/>
              <a:cxnLst/>
              <a:rect l="l" t="t" r="r" b="b"/>
              <a:pathLst>
                <a:path w="954404" h="954404">
                  <a:moveTo>
                    <a:pt x="477011" y="0"/>
                  </a:moveTo>
                  <a:lnTo>
                    <a:pt x="428227" y="2463"/>
                  </a:lnTo>
                  <a:lnTo>
                    <a:pt x="380854" y="9693"/>
                  </a:lnTo>
                  <a:lnTo>
                    <a:pt x="335134" y="21449"/>
                  </a:lnTo>
                  <a:lnTo>
                    <a:pt x="291304" y="37492"/>
                  </a:lnTo>
                  <a:lnTo>
                    <a:pt x="249604" y="57582"/>
                  </a:lnTo>
                  <a:lnTo>
                    <a:pt x="210275" y="81478"/>
                  </a:lnTo>
                  <a:lnTo>
                    <a:pt x="173555" y="108942"/>
                  </a:lnTo>
                  <a:lnTo>
                    <a:pt x="139684" y="139731"/>
                  </a:lnTo>
                  <a:lnTo>
                    <a:pt x="108900" y="173608"/>
                  </a:lnTo>
                  <a:lnTo>
                    <a:pt x="81445" y="210331"/>
                  </a:lnTo>
                  <a:lnTo>
                    <a:pt x="57556" y="249661"/>
                  </a:lnTo>
                  <a:lnTo>
                    <a:pt x="37474" y="291357"/>
                  </a:lnTo>
                  <a:lnTo>
                    <a:pt x="21438" y="335181"/>
                  </a:lnTo>
                  <a:lnTo>
                    <a:pt x="9687" y="380891"/>
                  </a:lnTo>
                  <a:lnTo>
                    <a:pt x="2461" y="428248"/>
                  </a:lnTo>
                  <a:lnTo>
                    <a:pt x="0" y="477011"/>
                  </a:lnTo>
                  <a:lnTo>
                    <a:pt x="2461" y="525796"/>
                  </a:lnTo>
                  <a:lnTo>
                    <a:pt x="9687" y="573169"/>
                  </a:lnTo>
                  <a:lnTo>
                    <a:pt x="21438" y="618889"/>
                  </a:lnTo>
                  <a:lnTo>
                    <a:pt x="37474" y="662719"/>
                  </a:lnTo>
                  <a:lnTo>
                    <a:pt x="57556" y="704419"/>
                  </a:lnTo>
                  <a:lnTo>
                    <a:pt x="81445" y="743748"/>
                  </a:lnTo>
                  <a:lnTo>
                    <a:pt x="108900" y="780468"/>
                  </a:lnTo>
                  <a:lnTo>
                    <a:pt x="139684" y="814339"/>
                  </a:lnTo>
                  <a:lnTo>
                    <a:pt x="173555" y="845123"/>
                  </a:lnTo>
                  <a:lnTo>
                    <a:pt x="210275" y="872578"/>
                  </a:lnTo>
                  <a:lnTo>
                    <a:pt x="249604" y="896467"/>
                  </a:lnTo>
                  <a:lnTo>
                    <a:pt x="291304" y="916549"/>
                  </a:lnTo>
                  <a:lnTo>
                    <a:pt x="335134" y="932585"/>
                  </a:lnTo>
                  <a:lnTo>
                    <a:pt x="380854" y="944336"/>
                  </a:lnTo>
                  <a:lnTo>
                    <a:pt x="428227" y="951562"/>
                  </a:lnTo>
                  <a:lnTo>
                    <a:pt x="477011" y="954023"/>
                  </a:lnTo>
                  <a:lnTo>
                    <a:pt x="525775" y="951562"/>
                  </a:lnTo>
                  <a:lnTo>
                    <a:pt x="573132" y="944336"/>
                  </a:lnTo>
                  <a:lnTo>
                    <a:pt x="618842" y="932585"/>
                  </a:lnTo>
                  <a:lnTo>
                    <a:pt x="662666" y="916549"/>
                  </a:lnTo>
                  <a:lnTo>
                    <a:pt x="704362" y="896467"/>
                  </a:lnTo>
                  <a:lnTo>
                    <a:pt x="743692" y="872578"/>
                  </a:lnTo>
                  <a:lnTo>
                    <a:pt x="780415" y="845123"/>
                  </a:lnTo>
                  <a:lnTo>
                    <a:pt x="814292" y="814339"/>
                  </a:lnTo>
                  <a:lnTo>
                    <a:pt x="845081" y="780468"/>
                  </a:lnTo>
                  <a:lnTo>
                    <a:pt x="872545" y="743748"/>
                  </a:lnTo>
                  <a:lnTo>
                    <a:pt x="896441" y="704419"/>
                  </a:lnTo>
                  <a:lnTo>
                    <a:pt x="916531" y="662719"/>
                  </a:lnTo>
                  <a:lnTo>
                    <a:pt x="932574" y="618889"/>
                  </a:lnTo>
                  <a:lnTo>
                    <a:pt x="944330" y="573169"/>
                  </a:lnTo>
                  <a:lnTo>
                    <a:pt x="951560" y="525796"/>
                  </a:lnTo>
                  <a:lnTo>
                    <a:pt x="954023" y="477011"/>
                  </a:lnTo>
                  <a:lnTo>
                    <a:pt x="951560" y="428248"/>
                  </a:lnTo>
                  <a:lnTo>
                    <a:pt x="944330" y="380891"/>
                  </a:lnTo>
                  <a:lnTo>
                    <a:pt x="932574" y="335181"/>
                  </a:lnTo>
                  <a:lnTo>
                    <a:pt x="916531" y="291357"/>
                  </a:lnTo>
                  <a:lnTo>
                    <a:pt x="896441" y="249661"/>
                  </a:lnTo>
                  <a:lnTo>
                    <a:pt x="872545" y="210331"/>
                  </a:lnTo>
                  <a:lnTo>
                    <a:pt x="845081" y="173608"/>
                  </a:lnTo>
                  <a:lnTo>
                    <a:pt x="814292" y="139731"/>
                  </a:lnTo>
                  <a:lnTo>
                    <a:pt x="780415" y="108942"/>
                  </a:lnTo>
                  <a:lnTo>
                    <a:pt x="743692" y="81478"/>
                  </a:lnTo>
                  <a:lnTo>
                    <a:pt x="704362" y="57582"/>
                  </a:lnTo>
                  <a:lnTo>
                    <a:pt x="662666" y="37492"/>
                  </a:lnTo>
                  <a:lnTo>
                    <a:pt x="618842" y="21449"/>
                  </a:lnTo>
                  <a:lnTo>
                    <a:pt x="573132" y="9693"/>
                  </a:lnTo>
                  <a:lnTo>
                    <a:pt x="525775" y="2463"/>
                  </a:lnTo>
                  <a:lnTo>
                    <a:pt x="477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963033" y="4045015"/>
              <a:ext cx="678180" cy="597535"/>
            </a:xfrm>
            <a:custGeom>
              <a:avLst/>
              <a:gdLst/>
              <a:ahLst/>
              <a:cxnLst/>
              <a:rect l="l" t="t" r="r" b="b"/>
              <a:pathLst>
                <a:path w="678179" h="597535">
                  <a:moveTo>
                    <a:pt x="312266" y="0"/>
                  </a:moveTo>
                  <a:lnTo>
                    <a:pt x="285084" y="0"/>
                  </a:lnTo>
                  <a:lnTo>
                    <a:pt x="258057" y="2553"/>
                  </a:lnTo>
                  <a:lnTo>
                    <a:pt x="203574" y="15555"/>
                  </a:lnTo>
                  <a:lnTo>
                    <a:pt x="159821" y="34416"/>
                  </a:lnTo>
                  <a:lnTo>
                    <a:pt x="119919" y="59792"/>
                  </a:lnTo>
                  <a:lnTo>
                    <a:pt x="84566" y="90923"/>
                  </a:lnTo>
                  <a:lnTo>
                    <a:pt x="54455" y="127045"/>
                  </a:lnTo>
                  <a:lnTo>
                    <a:pt x="30282" y="167398"/>
                  </a:lnTo>
                  <a:lnTo>
                    <a:pt x="12840" y="210976"/>
                  </a:lnTo>
                  <a:lnTo>
                    <a:pt x="2533" y="257744"/>
                  </a:lnTo>
                  <a:lnTo>
                    <a:pt x="35" y="306161"/>
                  </a:lnTo>
                  <a:lnTo>
                    <a:pt x="0" y="306839"/>
                  </a:lnTo>
                  <a:lnTo>
                    <a:pt x="5090" y="353395"/>
                  </a:lnTo>
                  <a:lnTo>
                    <a:pt x="5161" y="354049"/>
                  </a:lnTo>
                  <a:lnTo>
                    <a:pt x="17353" y="398539"/>
                  </a:lnTo>
                  <a:lnTo>
                    <a:pt x="17421" y="398786"/>
                  </a:lnTo>
                  <a:lnTo>
                    <a:pt x="36179" y="440461"/>
                  </a:lnTo>
                  <a:lnTo>
                    <a:pt x="60838" y="478487"/>
                  </a:lnTo>
                  <a:lnTo>
                    <a:pt x="90799" y="512277"/>
                  </a:lnTo>
                  <a:lnTo>
                    <a:pt x="125465" y="541241"/>
                  </a:lnTo>
                  <a:lnTo>
                    <a:pt x="164237" y="564792"/>
                  </a:lnTo>
                  <a:lnTo>
                    <a:pt x="206516" y="582342"/>
                  </a:lnTo>
                  <a:lnTo>
                    <a:pt x="251705" y="593304"/>
                  </a:lnTo>
                  <a:lnTo>
                    <a:pt x="299205" y="597088"/>
                  </a:lnTo>
                  <a:lnTo>
                    <a:pt x="345887" y="593304"/>
                  </a:lnTo>
                  <a:lnTo>
                    <a:pt x="390622" y="582342"/>
                  </a:lnTo>
                  <a:lnTo>
                    <a:pt x="390751" y="582342"/>
                  </a:lnTo>
                  <a:lnTo>
                    <a:pt x="433199" y="564558"/>
                  </a:lnTo>
                  <a:lnTo>
                    <a:pt x="472141" y="540713"/>
                  </a:lnTo>
                  <a:lnTo>
                    <a:pt x="499805" y="517400"/>
                  </a:lnTo>
                  <a:lnTo>
                    <a:pt x="301959" y="517400"/>
                  </a:lnTo>
                  <a:lnTo>
                    <a:pt x="253739" y="512760"/>
                  </a:lnTo>
                  <a:lnTo>
                    <a:pt x="205979" y="496878"/>
                  </a:lnTo>
                  <a:lnTo>
                    <a:pt x="163626" y="470590"/>
                  </a:lnTo>
                  <a:lnTo>
                    <a:pt x="128338" y="435530"/>
                  </a:lnTo>
                  <a:lnTo>
                    <a:pt x="101774" y="393331"/>
                  </a:lnTo>
                  <a:lnTo>
                    <a:pt x="85591" y="345628"/>
                  </a:lnTo>
                  <a:lnTo>
                    <a:pt x="80650" y="299267"/>
                  </a:lnTo>
                  <a:lnTo>
                    <a:pt x="84841" y="256204"/>
                  </a:lnTo>
                  <a:lnTo>
                    <a:pt x="84957" y="255013"/>
                  </a:lnTo>
                  <a:lnTo>
                    <a:pt x="97623" y="213760"/>
                  </a:lnTo>
                  <a:lnTo>
                    <a:pt x="117755" y="176401"/>
                  </a:lnTo>
                  <a:lnTo>
                    <a:pt x="144462" y="143831"/>
                  </a:lnTo>
                  <a:lnTo>
                    <a:pt x="176852" y="116943"/>
                  </a:lnTo>
                  <a:lnTo>
                    <a:pt x="214034" y="96631"/>
                  </a:lnTo>
                  <a:lnTo>
                    <a:pt x="255115" y="83789"/>
                  </a:lnTo>
                  <a:lnTo>
                    <a:pt x="299205" y="79309"/>
                  </a:lnTo>
                  <a:lnTo>
                    <a:pt x="500366" y="79309"/>
                  </a:lnTo>
                  <a:lnTo>
                    <a:pt x="498976" y="77809"/>
                  </a:lnTo>
                  <a:lnTo>
                    <a:pt x="458320" y="46622"/>
                  </a:lnTo>
                  <a:lnTo>
                    <a:pt x="412913" y="22728"/>
                  </a:lnTo>
                  <a:lnTo>
                    <a:pt x="363737" y="6905"/>
                  </a:lnTo>
                  <a:lnTo>
                    <a:pt x="312266" y="0"/>
                  </a:lnTo>
                  <a:close/>
                </a:path>
                <a:path w="678179" h="597535">
                  <a:moveTo>
                    <a:pt x="486911" y="410017"/>
                  </a:moveTo>
                  <a:lnTo>
                    <a:pt x="460758" y="445435"/>
                  </a:lnTo>
                  <a:lnTo>
                    <a:pt x="428181" y="474923"/>
                  </a:lnTo>
                  <a:lnTo>
                    <a:pt x="390185" y="497441"/>
                  </a:lnTo>
                  <a:lnTo>
                    <a:pt x="347776" y="511946"/>
                  </a:lnTo>
                  <a:lnTo>
                    <a:pt x="301959" y="517400"/>
                  </a:lnTo>
                  <a:lnTo>
                    <a:pt x="499805" y="517400"/>
                  </a:lnTo>
                  <a:lnTo>
                    <a:pt x="507067" y="511280"/>
                  </a:lnTo>
                  <a:lnTo>
                    <a:pt x="537282" y="476803"/>
                  </a:lnTo>
                  <a:lnTo>
                    <a:pt x="562095" y="437830"/>
                  </a:lnTo>
                  <a:lnTo>
                    <a:pt x="505580" y="437830"/>
                  </a:lnTo>
                  <a:lnTo>
                    <a:pt x="498722" y="433512"/>
                  </a:lnTo>
                  <a:lnTo>
                    <a:pt x="495293" y="426781"/>
                  </a:lnTo>
                  <a:lnTo>
                    <a:pt x="486911" y="410017"/>
                  </a:lnTo>
                  <a:close/>
                </a:path>
                <a:path w="678179" h="597535">
                  <a:moveTo>
                    <a:pt x="301698" y="119262"/>
                  </a:moveTo>
                  <a:lnTo>
                    <a:pt x="293212" y="119262"/>
                  </a:lnTo>
                  <a:lnTo>
                    <a:pt x="285140" y="119695"/>
                  </a:lnTo>
                  <a:lnTo>
                    <a:pt x="218483" y="138295"/>
                  </a:lnTo>
                  <a:lnTo>
                    <a:pt x="175650" y="168638"/>
                  </a:lnTo>
                  <a:lnTo>
                    <a:pt x="143429" y="209865"/>
                  </a:lnTo>
                  <a:lnTo>
                    <a:pt x="124453" y="259649"/>
                  </a:lnTo>
                  <a:lnTo>
                    <a:pt x="120772" y="306161"/>
                  </a:lnTo>
                  <a:lnTo>
                    <a:pt x="120718" y="306839"/>
                  </a:lnTo>
                  <a:lnTo>
                    <a:pt x="128973" y="353395"/>
                  </a:lnTo>
                  <a:lnTo>
                    <a:pt x="147966" y="393943"/>
                  </a:lnTo>
                  <a:lnTo>
                    <a:pt x="176041" y="428195"/>
                  </a:lnTo>
                  <a:lnTo>
                    <a:pt x="211643" y="454592"/>
                  </a:lnTo>
                  <a:lnTo>
                    <a:pt x="253216" y="471574"/>
                  </a:lnTo>
                  <a:lnTo>
                    <a:pt x="299205" y="477581"/>
                  </a:lnTo>
                  <a:lnTo>
                    <a:pt x="352940" y="469294"/>
                  </a:lnTo>
                  <a:lnTo>
                    <a:pt x="400091" y="446149"/>
                  </a:lnTo>
                  <a:lnTo>
                    <a:pt x="410416" y="436541"/>
                  </a:lnTo>
                  <a:lnTo>
                    <a:pt x="317613" y="436541"/>
                  </a:lnTo>
                  <a:lnTo>
                    <a:pt x="269614" y="434655"/>
                  </a:lnTo>
                  <a:lnTo>
                    <a:pt x="233229" y="421318"/>
                  </a:lnTo>
                  <a:lnTo>
                    <a:pt x="202177" y="398539"/>
                  </a:lnTo>
                  <a:lnTo>
                    <a:pt x="178460" y="368165"/>
                  </a:lnTo>
                  <a:lnTo>
                    <a:pt x="164077" y="332039"/>
                  </a:lnTo>
                  <a:lnTo>
                    <a:pt x="160549" y="287511"/>
                  </a:lnTo>
                  <a:lnTo>
                    <a:pt x="170098" y="246577"/>
                  </a:lnTo>
                  <a:lnTo>
                    <a:pt x="190731" y="211246"/>
                  </a:lnTo>
                  <a:lnTo>
                    <a:pt x="220456" y="183524"/>
                  </a:lnTo>
                  <a:lnTo>
                    <a:pt x="257278" y="165419"/>
                  </a:lnTo>
                  <a:lnTo>
                    <a:pt x="299205" y="158938"/>
                  </a:lnTo>
                  <a:lnTo>
                    <a:pt x="409227" y="158938"/>
                  </a:lnTo>
                  <a:lnTo>
                    <a:pt x="400869" y="151096"/>
                  </a:lnTo>
                  <a:lnTo>
                    <a:pt x="354315" y="127867"/>
                  </a:lnTo>
                  <a:lnTo>
                    <a:pt x="301698" y="119262"/>
                  </a:lnTo>
                  <a:close/>
                </a:path>
                <a:path w="678179" h="597535">
                  <a:moveTo>
                    <a:pt x="441191" y="318323"/>
                  </a:moveTo>
                  <a:lnTo>
                    <a:pt x="435603" y="318323"/>
                  </a:lnTo>
                  <a:lnTo>
                    <a:pt x="422047" y="361487"/>
                  </a:lnTo>
                  <a:lnTo>
                    <a:pt x="396249" y="397329"/>
                  </a:lnTo>
                  <a:lnTo>
                    <a:pt x="360632" y="423223"/>
                  </a:lnTo>
                  <a:lnTo>
                    <a:pt x="317613" y="436541"/>
                  </a:lnTo>
                  <a:lnTo>
                    <a:pt x="410416" y="436541"/>
                  </a:lnTo>
                  <a:lnTo>
                    <a:pt x="438169" y="410716"/>
                  </a:lnTo>
                  <a:lnTo>
                    <a:pt x="464686" y="365567"/>
                  </a:lnTo>
                  <a:lnTo>
                    <a:pt x="441304" y="318549"/>
                  </a:lnTo>
                  <a:lnTo>
                    <a:pt x="441191" y="318323"/>
                  </a:lnTo>
                  <a:close/>
                </a:path>
                <a:path w="678179" h="597535">
                  <a:moveTo>
                    <a:pt x="302738" y="198941"/>
                  </a:moveTo>
                  <a:lnTo>
                    <a:pt x="293962" y="198941"/>
                  </a:lnTo>
                  <a:lnTo>
                    <a:pt x="285680" y="199721"/>
                  </a:lnTo>
                  <a:lnTo>
                    <a:pt x="246653" y="213383"/>
                  </a:lnTo>
                  <a:lnTo>
                    <a:pt x="213113" y="247947"/>
                  </a:lnTo>
                  <a:lnTo>
                    <a:pt x="201991" y="316761"/>
                  </a:lnTo>
                  <a:lnTo>
                    <a:pt x="201925" y="318549"/>
                  </a:lnTo>
                  <a:lnTo>
                    <a:pt x="220640" y="359249"/>
                  </a:lnTo>
                  <a:lnTo>
                    <a:pt x="254761" y="387423"/>
                  </a:lnTo>
                  <a:lnTo>
                    <a:pt x="299205" y="397952"/>
                  </a:lnTo>
                  <a:lnTo>
                    <a:pt x="333372" y="391886"/>
                  </a:lnTo>
                  <a:lnTo>
                    <a:pt x="362419" y="375140"/>
                  </a:lnTo>
                  <a:lnTo>
                    <a:pt x="377128" y="358074"/>
                  </a:lnTo>
                  <a:lnTo>
                    <a:pt x="299205" y="358074"/>
                  </a:lnTo>
                  <a:lnTo>
                    <a:pt x="276130" y="353395"/>
                  </a:lnTo>
                  <a:lnTo>
                    <a:pt x="257089" y="340564"/>
                  </a:lnTo>
                  <a:lnTo>
                    <a:pt x="244323" y="321587"/>
                  </a:lnTo>
                  <a:lnTo>
                    <a:pt x="239642" y="298384"/>
                  </a:lnTo>
                  <a:lnTo>
                    <a:pt x="244323" y="275181"/>
                  </a:lnTo>
                  <a:lnTo>
                    <a:pt x="257089" y="256204"/>
                  </a:lnTo>
                  <a:lnTo>
                    <a:pt x="276022" y="243395"/>
                  </a:lnTo>
                  <a:lnTo>
                    <a:pt x="299205" y="238694"/>
                  </a:lnTo>
                  <a:lnTo>
                    <a:pt x="377126" y="238694"/>
                  </a:lnTo>
                  <a:lnTo>
                    <a:pt x="363451" y="222486"/>
                  </a:lnTo>
                  <a:lnTo>
                    <a:pt x="335319" y="205597"/>
                  </a:lnTo>
                  <a:lnTo>
                    <a:pt x="302738" y="198941"/>
                  </a:lnTo>
                  <a:close/>
                </a:path>
                <a:path w="678179" h="597535">
                  <a:moveTo>
                    <a:pt x="606164" y="318323"/>
                  </a:moveTo>
                  <a:lnTo>
                    <a:pt x="485641" y="318323"/>
                  </a:lnTo>
                  <a:lnTo>
                    <a:pt x="519804" y="386903"/>
                  </a:lnTo>
                  <a:lnTo>
                    <a:pt x="523233" y="393634"/>
                  </a:lnTo>
                  <a:lnTo>
                    <a:pt x="530091" y="397952"/>
                  </a:lnTo>
                  <a:lnTo>
                    <a:pt x="617848" y="397952"/>
                  </a:lnTo>
                  <a:lnTo>
                    <a:pt x="626484" y="395648"/>
                  </a:lnTo>
                  <a:lnTo>
                    <a:pt x="632548" y="389713"/>
                  </a:lnTo>
                  <a:lnTo>
                    <a:pt x="635136" y="381611"/>
                  </a:lnTo>
                  <a:lnTo>
                    <a:pt x="633342" y="372806"/>
                  </a:lnTo>
                  <a:lnTo>
                    <a:pt x="606277" y="318549"/>
                  </a:lnTo>
                  <a:lnTo>
                    <a:pt x="606164" y="318323"/>
                  </a:lnTo>
                  <a:close/>
                </a:path>
                <a:path w="678179" h="597535">
                  <a:moveTo>
                    <a:pt x="396487" y="318323"/>
                  </a:moveTo>
                  <a:lnTo>
                    <a:pt x="355212" y="318323"/>
                  </a:lnTo>
                  <a:lnTo>
                    <a:pt x="346622" y="334285"/>
                  </a:lnTo>
                  <a:lnTo>
                    <a:pt x="333829" y="346866"/>
                  </a:lnTo>
                  <a:lnTo>
                    <a:pt x="317725" y="355113"/>
                  </a:lnTo>
                  <a:lnTo>
                    <a:pt x="299205" y="358074"/>
                  </a:lnTo>
                  <a:lnTo>
                    <a:pt x="377128" y="358074"/>
                  </a:lnTo>
                  <a:lnTo>
                    <a:pt x="384180" y="349892"/>
                  </a:lnTo>
                  <a:lnTo>
                    <a:pt x="396399" y="318549"/>
                  </a:lnTo>
                  <a:lnTo>
                    <a:pt x="396487" y="318323"/>
                  </a:lnTo>
                  <a:close/>
                </a:path>
                <a:path w="678179" h="597535">
                  <a:moveTo>
                    <a:pt x="299205" y="278445"/>
                  </a:moveTo>
                  <a:lnTo>
                    <a:pt x="291502" y="280007"/>
                  </a:lnTo>
                  <a:lnTo>
                    <a:pt x="285203" y="284271"/>
                  </a:lnTo>
                  <a:lnTo>
                    <a:pt x="280953" y="290607"/>
                  </a:lnTo>
                  <a:lnTo>
                    <a:pt x="279393" y="298384"/>
                  </a:lnTo>
                  <a:lnTo>
                    <a:pt x="280953" y="306161"/>
                  </a:lnTo>
                  <a:lnTo>
                    <a:pt x="285203" y="312497"/>
                  </a:lnTo>
                  <a:lnTo>
                    <a:pt x="291502" y="316761"/>
                  </a:lnTo>
                  <a:lnTo>
                    <a:pt x="299205" y="318323"/>
                  </a:lnTo>
                  <a:lnTo>
                    <a:pt x="306909" y="316761"/>
                  </a:lnTo>
                  <a:lnTo>
                    <a:pt x="313207" y="312497"/>
                  </a:lnTo>
                  <a:lnTo>
                    <a:pt x="317457" y="306161"/>
                  </a:lnTo>
                  <a:lnTo>
                    <a:pt x="319017" y="298384"/>
                  </a:lnTo>
                  <a:lnTo>
                    <a:pt x="317457" y="290607"/>
                  </a:lnTo>
                  <a:lnTo>
                    <a:pt x="313207" y="284271"/>
                  </a:lnTo>
                  <a:lnTo>
                    <a:pt x="306909" y="280007"/>
                  </a:lnTo>
                  <a:lnTo>
                    <a:pt x="299205" y="278445"/>
                  </a:lnTo>
                  <a:close/>
                </a:path>
                <a:path w="678179" h="597535">
                  <a:moveTo>
                    <a:pt x="377126" y="238694"/>
                  </a:moveTo>
                  <a:lnTo>
                    <a:pt x="299205" y="238694"/>
                  </a:lnTo>
                  <a:lnTo>
                    <a:pt x="317725" y="241655"/>
                  </a:lnTo>
                  <a:lnTo>
                    <a:pt x="333829" y="249902"/>
                  </a:lnTo>
                  <a:lnTo>
                    <a:pt x="346622" y="262483"/>
                  </a:lnTo>
                  <a:lnTo>
                    <a:pt x="355212" y="278445"/>
                  </a:lnTo>
                  <a:lnTo>
                    <a:pt x="396487" y="278445"/>
                  </a:lnTo>
                  <a:lnTo>
                    <a:pt x="384511" y="247447"/>
                  </a:lnTo>
                  <a:lnTo>
                    <a:pt x="377126" y="238694"/>
                  </a:lnTo>
                  <a:close/>
                </a:path>
                <a:path w="678179" h="597535">
                  <a:moveTo>
                    <a:pt x="409227" y="158938"/>
                  </a:moveTo>
                  <a:lnTo>
                    <a:pt x="299205" y="158938"/>
                  </a:lnTo>
                  <a:lnTo>
                    <a:pt x="348610" y="168146"/>
                  </a:lnTo>
                  <a:lnTo>
                    <a:pt x="389931" y="193450"/>
                  </a:lnTo>
                  <a:lnTo>
                    <a:pt x="419988" y="231376"/>
                  </a:lnTo>
                  <a:lnTo>
                    <a:pt x="435603" y="278445"/>
                  </a:lnTo>
                  <a:lnTo>
                    <a:pt x="441191" y="278445"/>
                  </a:lnTo>
                  <a:lnTo>
                    <a:pt x="464599" y="231376"/>
                  </a:lnTo>
                  <a:lnTo>
                    <a:pt x="464686" y="231201"/>
                  </a:lnTo>
                  <a:lnTo>
                    <a:pt x="438469" y="186374"/>
                  </a:lnTo>
                  <a:lnTo>
                    <a:pt x="409227" y="158938"/>
                  </a:lnTo>
                  <a:close/>
                </a:path>
                <a:path w="678179" h="597535">
                  <a:moveTo>
                    <a:pt x="604982" y="198941"/>
                  </a:moveTo>
                  <a:lnTo>
                    <a:pt x="529893" y="198941"/>
                  </a:lnTo>
                  <a:lnTo>
                    <a:pt x="523233" y="203134"/>
                  </a:lnTo>
                  <a:lnTo>
                    <a:pt x="519804" y="209865"/>
                  </a:lnTo>
                  <a:lnTo>
                    <a:pt x="485641" y="278445"/>
                  </a:lnTo>
                  <a:lnTo>
                    <a:pt x="606164" y="278445"/>
                  </a:lnTo>
                  <a:lnTo>
                    <a:pt x="627373" y="235900"/>
                  </a:lnTo>
                  <a:lnTo>
                    <a:pt x="630052" y="222926"/>
                  </a:lnTo>
                  <a:lnTo>
                    <a:pt x="626317" y="211246"/>
                  </a:lnTo>
                  <a:lnTo>
                    <a:pt x="626230" y="210976"/>
                  </a:lnTo>
                  <a:lnTo>
                    <a:pt x="617265" y="202217"/>
                  </a:lnTo>
                  <a:lnTo>
                    <a:pt x="604982" y="198941"/>
                  </a:lnTo>
                  <a:close/>
                </a:path>
                <a:path w="678179" h="597535">
                  <a:moveTo>
                    <a:pt x="500366" y="79309"/>
                  </a:moveTo>
                  <a:lnTo>
                    <a:pt x="299205" y="79309"/>
                  </a:lnTo>
                  <a:lnTo>
                    <a:pt x="345695" y="84326"/>
                  </a:lnTo>
                  <a:lnTo>
                    <a:pt x="388760" y="98658"/>
                  </a:lnTo>
                  <a:lnTo>
                    <a:pt x="427349" y="121225"/>
                  </a:lnTo>
                  <a:lnTo>
                    <a:pt x="460416" y="150949"/>
                  </a:lnTo>
                  <a:lnTo>
                    <a:pt x="486911" y="186751"/>
                  </a:lnTo>
                  <a:lnTo>
                    <a:pt x="495293" y="169987"/>
                  </a:lnTo>
                  <a:lnTo>
                    <a:pt x="498722" y="163256"/>
                  </a:lnTo>
                  <a:lnTo>
                    <a:pt x="505580" y="158938"/>
                  </a:lnTo>
                  <a:lnTo>
                    <a:pt x="562095" y="158938"/>
                  </a:lnTo>
                  <a:lnTo>
                    <a:pt x="533896" y="115507"/>
                  </a:lnTo>
                  <a:lnTo>
                    <a:pt x="500366" y="79309"/>
                  </a:lnTo>
                  <a:close/>
                </a:path>
                <a:path w="678179" h="597535">
                  <a:moveTo>
                    <a:pt x="658234" y="278445"/>
                  </a:moveTo>
                  <a:lnTo>
                    <a:pt x="650614" y="278445"/>
                  </a:lnTo>
                  <a:lnTo>
                    <a:pt x="640708" y="298384"/>
                  </a:lnTo>
                  <a:lnTo>
                    <a:pt x="650614" y="318323"/>
                  </a:lnTo>
                  <a:lnTo>
                    <a:pt x="658234" y="318323"/>
                  </a:lnTo>
                  <a:lnTo>
                    <a:pt x="665991" y="316779"/>
                  </a:lnTo>
                  <a:lnTo>
                    <a:pt x="672284" y="312545"/>
                  </a:lnTo>
                  <a:lnTo>
                    <a:pt x="676504" y="306214"/>
                  </a:lnTo>
                  <a:lnTo>
                    <a:pt x="678046" y="298384"/>
                  </a:lnTo>
                  <a:lnTo>
                    <a:pt x="676504" y="290554"/>
                  </a:lnTo>
                  <a:lnTo>
                    <a:pt x="672284" y="284224"/>
                  </a:lnTo>
                  <a:lnTo>
                    <a:pt x="665991" y="279989"/>
                  </a:lnTo>
                  <a:lnTo>
                    <a:pt x="658234" y="278445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Roadmap</a:t>
            </a:r>
            <a:r>
              <a:rPr spc="-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Process</a:t>
            </a:r>
            <a:r>
              <a:rPr spc="-15" dirty="0"/>
              <a:t> </a:t>
            </a:r>
            <a:r>
              <a:rPr spc="-20" dirty="0"/>
              <a:t>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12256" y="2057400"/>
            <a:ext cx="12204700" cy="4813935"/>
            <a:chOff x="-12256" y="2057400"/>
            <a:chExt cx="12204700" cy="4813935"/>
          </a:xfrm>
        </p:grpSpPr>
        <p:sp>
          <p:nvSpPr>
            <p:cNvPr id="4" name="object 4"/>
            <p:cNvSpPr/>
            <p:nvPr/>
          </p:nvSpPr>
          <p:spPr>
            <a:xfrm>
              <a:off x="0" y="2057400"/>
              <a:ext cx="12192000" cy="4800600"/>
            </a:xfrm>
            <a:custGeom>
              <a:avLst/>
              <a:gdLst/>
              <a:ahLst/>
              <a:cxnLst/>
              <a:rect l="l" t="t" r="r" b="b"/>
              <a:pathLst>
                <a:path w="12192000" h="4800600">
                  <a:moveTo>
                    <a:pt x="8988009" y="2222500"/>
                  </a:moveTo>
                  <a:lnTo>
                    <a:pt x="4474092" y="2222500"/>
                  </a:lnTo>
                  <a:lnTo>
                    <a:pt x="4504782" y="2235200"/>
                  </a:lnTo>
                  <a:lnTo>
                    <a:pt x="4536291" y="2247900"/>
                  </a:lnTo>
                  <a:lnTo>
                    <a:pt x="4568606" y="2247900"/>
                  </a:lnTo>
                  <a:lnTo>
                    <a:pt x="4601709" y="2260600"/>
                  </a:lnTo>
                  <a:lnTo>
                    <a:pt x="4670222" y="2286000"/>
                  </a:lnTo>
                  <a:lnTo>
                    <a:pt x="4705601" y="2286000"/>
                  </a:lnTo>
                  <a:lnTo>
                    <a:pt x="4741707" y="2298700"/>
                  </a:lnTo>
                  <a:lnTo>
                    <a:pt x="4854237" y="2336800"/>
                  </a:lnTo>
                  <a:lnTo>
                    <a:pt x="4893100" y="2336800"/>
                  </a:lnTo>
                  <a:lnTo>
                    <a:pt x="5054902" y="2387600"/>
                  </a:lnTo>
                  <a:lnTo>
                    <a:pt x="5360139" y="2463800"/>
                  </a:lnTo>
                  <a:lnTo>
                    <a:pt x="5592909" y="2527300"/>
                  </a:lnTo>
                  <a:lnTo>
                    <a:pt x="6086838" y="2654300"/>
                  </a:lnTo>
                  <a:lnTo>
                    <a:pt x="6137861" y="2679700"/>
                  </a:lnTo>
                  <a:lnTo>
                    <a:pt x="6396190" y="2743200"/>
                  </a:lnTo>
                  <a:lnTo>
                    <a:pt x="6448391" y="2768600"/>
                  </a:lnTo>
                  <a:lnTo>
                    <a:pt x="6658465" y="2819400"/>
                  </a:lnTo>
                  <a:lnTo>
                    <a:pt x="6711223" y="2844800"/>
                  </a:lnTo>
                  <a:lnTo>
                    <a:pt x="6816922" y="2870200"/>
                  </a:lnTo>
                  <a:lnTo>
                    <a:pt x="6869831" y="2895600"/>
                  </a:lnTo>
                  <a:lnTo>
                    <a:pt x="6975690" y="2921000"/>
                  </a:lnTo>
                  <a:lnTo>
                    <a:pt x="7028610" y="2946400"/>
                  </a:lnTo>
                  <a:lnTo>
                    <a:pt x="7134354" y="2971800"/>
                  </a:lnTo>
                  <a:lnTo>
                    <a:pt x="7187147" y="2997200"/>
                  </a:lnTo>
                  <a:lnTo>
                    <a:pt x="7239867" y="3009900"/>
                  </a:lnTo>
                  <a:lnTo>
                    <a:pt x="7292498" y="3035300"/>
                  </a:lnTo>
                  <a:lnTo>
                    <a:pt x="7397433" y="3060700"/>
                  </a:lnTo>
                  <a:lnTo>
                    <a:pt x="7449706" y="3086100"/>
                  </a:lnTo>
                  <a:lnTo>
                    <a:pt x="7501829" y="3098800"/>
                  </a:lnTo>
                  <a:lnTo>
                    <a:pt x="7553786" y="3124200"/>
                  </a:lnTo>
                  <a:lnTo>
                    <a:pt x="7605562" y="3136900"/>
                  </a:lnTo>
                  <a:lnTo>
                    <a:pt x="7657142" y="3162300"/>
                  </a:lnTo>
                  <a:lnTo>
                    <a:pt x="7708510" y="3175000"/>
                  </a:lnTo>
                  <a:lnTo>
                    <a:pt x="7810549" y="3225800"/>
                  </a:lnTo>
                  <a:lnTo>
                    <a:pt x="7861189" y="3238500"/>
                  </a:lnTo>
                  <a:lnTo>
                    <a:pt x="7911556" y="3263900"/>
                  </a:lnTo>
                  <a:lnTo>
                    <a:pt x="7961634" y="3276600"/>
                  </a:lnTo>
                  <a:lnTo>
                    <a:pt x="8060862" y="3327400"/>
                  </a:lnTo>
                  <a:lnTo>
                    <a:pt x="8109981" y="3340100"/>
                  </a:lnTo>
                  <a:lnTo>
                    <a:pt x="8207153" y="3390900"/>
                  </a:lnTo>
                  <a:lnTo>
                    <a:pt x="8255174" y="3403600"/>
                  </a:lnTo>
                  <a:lnTo>
                    <a:pt x="8350013" y="3454400"/>
                  </a:lnTo>
                  <a:lnTo>
                    <a:pt x="8396798" y="3467100"/>
                  </a:lnTo>
                  <a:lnTo>
                    <a:pt x="8443141" y="3492500"/>
                  </a:lnTo>
                  <a:lnTo>
                    <a:pt x="8579360" y="3568700"/>
                  </a:lnTo>
                  <a:lnTo>
                    <a:pt x="8623777" y="3581400"/>
                  </a:lnTo>
                  <a:lnTo>
                    <a:pt x="8711038" y="3632200"/>
                  </a:lnTo>
                  <a:lnTo>
                    <a:pt x="8796097" y="3683000"/>
                  </a:lnTo>
                  <a:lnTo>
                    <a:pt x="8878829" y="3733800"/>
                  </a:lnTo>
                  <a:lnTo>
                    <a:pt x="8959113" y="3784600"/>
                  </a:lnTo>
                  <a:lnTo>
                    <a:pt x="8998299" y="3810000"/>
                  </a:lnTo>
                  <a:lnTo>
                    <a:pt x="9036826" y="3835400"/>
                  </a:lnTo>
                  <a:lnTo>
                    <a:pt x="9074679" y="3860800"/>
                  </a:lnTo>
                  <a:lnTo>
                    <a:pt x="9111842" y="3886200"/>
                  </a:lnTo>
                  <a:lnTo>
                    <a:pt x="9148302" y="3911600"/>
                  </a:lnTo>
                  <a:lnTo>
                    <a:pt x="9184041" y="3937000"/>
                  </a:lnTo>
                  <a:lnTo>
                    <a:pt x="9219045" y="3962400"/>
                  </a:lnTo>
                  <a:lnTo>
                    <a:pt x="9253298" y="3987800"/>
                  </a:lnTo>
                  <a:lnTo>
                    <a:pt x="9286785" y="4013200"/>
                  </a:lnTo>
                  <a:lnTo>
                    <a:pt x="9319490" y="4038600"/>
                  </a:lnTo>
                  <a:lnTo>
                    <a:pt x="9351398" y="4064000"/>
                  </a:lnTo>
                  <a:lnTo>
                    <a:pt x="9382494" y="4089400"/>
                  </a:lnTo>
                  <a:lnTo>
                    <a:pt x="9412762" y="4127500"/>
                  </a:lnTo>
                  <a:lnTo>
                    <a:pt x="9442187" y="4152900"/>
                  </a:lnTo>
                  <a:lnTo>
                    <a:pt x="9470754" y="4178300"/>
                  </a:lnTo>
                  <a:lnTo>
                    <a:pt x="9498446" y="4203700"/>
                  </a:lnTo>
                  <a:lnTo>
                    <a:pt x="9525249" y="4229100"/>
                  </a:lnTo>
                  <a:lnTo>
                    <a:pt x="9551147" y="4267200"/>
                  </a:lnTo>
                  <a:lnTo>
                    <a:pt x="9576125" y="4292600"/>
                  </a:lnTo>
                  <a:lnTo>
                    <a:pt x="9600168" y="4318000"/>
                  </a:lnTo>
                  <a:lnTo>
                    <a:pt x="9623259" y="4356100"/>
                  </a:lnTo>
                  <a:lnTo>
                    <a:pt x="9645384" y="4381500"/>
                  </a:lnTo>
                  <a:lnTo>
                    <a:pt x="9666527" y="4406900"/>
                  </a:lnTo>
                  <a:lnTo>
                    <a:pt x="9686673" y="4445000"/>
                  </a:lnTo>
                  <a:lnTo>
                    <a:pt x="9705807" y="4470400"/>
                  </a:lnTo>
                  <a:lnTo>
                    <a:pt x="9723912" y="4508500"/>
                  </a:lnTo>
                  <a:lnTo>
                    <a:pt x="9740974" y="4533900"/>
                  </a:lnTo>
                  <a:lnTo>
                    <a:pt x="9756978" y="4559300"/>
                  </a:lnTo>
                  <a:lnTo>
                    <a:pt x="9771907" y="4597400"/>
                  </a:lnTo>
                  <a:lnTo>
                    <a:pt x="9785746" y="4622800"/>
                  </a:lnTo>
                  <a:lnTo>
                    <a:pt x="9798481" y="4660900"/>
                  </a:lnTo>
                  <a:lnTo>
                    <a:pt x="9810095" y="4686300"/>
                  </a:lnTo>
                  <a:lnTo>
                    <a:pt x="9820573" y="4724400"/>
                  </a:lnTo>
                  <a:lnTo>
                    <a:pt x="9829900" y="4762500"/>
                  </a:lnTo>
                  <a:lnTo>
                    <a:pt x="9838061" y="4787900"/>
                  </a:lnTo>
                  <a:lnTo>
                    <a:pt x="9841511" y="4800600"/>
                  </a:lnTo>
                  <a:lnTo>
                    <a:pt x="12192000" y="4800600"/>
                  </a:lnTo>
                  <a:lnTo>
                    <a:pt x="12192000" y="2959100"/>
                  </a:lnTo>
                  <a:lnTo>
                    <a:pt x="12169366" y="2946400"/>
                  </a:lnTo>
                  <a:lnTo>
                    <a:pt x="12143416" y="2946400"/>
                  </a:lnTo>
                  <a:lnTo>
                    <a:pt x="12116573" y="2933700"/>
                  </a:lnTo>
                  <a:lnTo>
                    <a:pt x="12088850" y="2921000"/>
                  </a:lnTo>
                  <a:lnTo>
                    <a:pt x="12060256" y="2908300"/>
                  </a:lnTo>
                  <a:lnTo>
                    <a:pt x="12030804" y="2895600"/>
                  </a:lnTo>
                  <a:lnTo>
                    <a:pt x="12000503" y="2882900"/>
                  </a:lnTo>
                  <a:lnTo>
                    <a:pt x="11969366" y="2882900"/>
                  </a:lnTo>
                  <a:lnTo>
                    <a:pt x="11904624" y="2857500"/>
                  </a:lnTo>
                  <a:lnTo>
                    <a:pt x="11836668" y="2832100"/>
                  </a:lnTo>
                  <a:lnTo>
                    <a:pt x="11765585" y="2806700"/>
                  </a:lnTo>
                  <a:lnTo>
                    <a:pt x="11728899" y="2806700"/>
                  </a:lnTo>
                  <a:lnTo>
                    <a:pt x="11614394" y="2768600"/>
                  </a:lnTo>
                  <a:lnTo>
                    <a:pt x="11493453" y="2730500"/>
                  </a:lnTo>
                  <a:lnTo>
                    <a:pt x="11451760" y="2730500"/>
                  </a:lnTo>
                  <a:lnTo>
                    <a:pt x="11278391" y="2679700"/>
                  </a:lnTo>
                  <a:lnTo>
                    <a:pt x="11233454" y="2667000"/>
                  </a:lnTo>
                  <a:lnTo>
                    <a:pt x="11187902" y="2667000"/>
                  </a:lnTo>
                  <a:lnTo>
                    <a:pt x="10902279" y="2590800"/>
                  </a:lnTo>
                  <a:lnTo>
                    <a:pt x="10852727" y="2590800"/>
                  </a:lnTo>
                  <a:lnTo>
                    <a:pt x="10544733" y="2514600"/>
                  </a:lnTo>
                  <a:lnTo>
                    <a:pt x="10491723" y="2514600"/>
                  </a:lnTo>
                  <a:lnTo>
                    <a:pt x="10164611" y="2438400"/>
                  </a:lnTo>
                  <a:lnTo>
                    <a:pt x="10108686" y="2438400"/>
                  </a:lnTo>
                  <a:lnTo>
                    <a:pt x="9823701" y="2374900"/>
                  </a:lnTo>
                  <a:lnTo>
                    <a:pt x="9765709" y="2374900"/>
                  </a:lnTo>
                  <a:lnTo>
                    <a:pt x="9411721" y="2298700"/>
                  </a:lnTo>
                  <a:lnTo>
                    <a:pt x="9351821" y="2298700"/>
                  </a:lnTo>
                  <a:lnTo>
                    <a:pt x="8988009" y="2222500"/>
                  </a:lnTo>
                  <a:close/>
                </a:path>
                <a:path w="12192000" h="4800600">
                  <a:moveTo>
                    <a:pt x="4112296" y="254000"/>
                  </a:moveTo>
                  <a:lnTo>
                    <a:pt x="2850815" y="254000"/>
                  </a:lnTo>
                  <a:lnTo>
                    <a:pt x="2966563" y="279400"/>
                  </a:lnTo>
                  <a:lnTo>
                    <a:pt x="3021093" y="279400"/>
                  </a:lnTo>
                  <a:lnTo>
                    <a:pt x="3073366" y="292100"/>
                  </a:lnTo>
                  <a:lnTo>
                    <a:pt x="3123358" y="304800"/>
                  </a:lnTo>
                  <a:lnTo>
                    <a:pt x="3171051" y="304800"/>
                  </a:lnTo>
                  <a:lnTo>
                    <a:pt x="3216421" y="317500"/>
                  </a:lnTo>
                  <a:lnTo>
                    <a:pt x="3259447" y="330200"/>
                  </a:lnTo>
                  <a:lnTo>
                    <a:pt x="3300108" y="342900"/>
                  </a:lnTo>
                  <a:lnTo>
                    <a:pt x="3338383" y="342900"/>
                  </a:lnTo>
                  <a:lnTo>
                    <a:pt x="3407687" y="368300"/>
                  </a:lnTo>
                  <a:lnTo>
                    <a:pt x="3467188" y="393700"/>
                  </a:lnTo>
                  <a:lnTo>
                    <a:pt x="3493209" y="406400"/>
                  </a:lnTo>
                  <a:lnTo>
                    <a:pt x="3516714" y="406400"/>
                  </a:lnTo>
                  <a:lnTo>
                    <a:pt x="3556095" y="431800"/>
                  </a:lnTo>
                  <a:lnTo>
                    <a:pt x="3585158" y="457200"/>
                  </a:lnTo>
                  <a:lnTo>
                    <a:pt x="3595767" y="469900"/>
                  </a:lnTo>
                  <a:lnTo>
                    <a:pt x="3603732" y="469900"/>
                  </a:lnTo>
                  <a:lnTo>
                    <a:pt x="3609032" y="482600"/>
                  </a:lnTo>
                  <a:lnTo>
                    <a:pt x="3611646" y="495300"/>
                  </a:lnTo>
                  <a:lnTo>
                    <a:pt x="3611552" y="508000"/>
                  </a:lnTo>
                  <a:lnTo>
                    <a:pt x="3608728" y="520700"/>
                  </a:lnTo>
                  <a:lnTo>
                    <a:pt x="3603154" y="533400"/>
                  </a:lnTo>
                  <a:lnTo>
                    <a:pt x="3594807" y="546100"/>
                  </a:lnTo>
                  <a:lnTo>
                    <a:pt x="3583667" y="546100"/>
                  </a:lnTo>
                  <a:lnTo>
                    <a:pt x="3569712" y="558800"/>
                  </a:lnTo>
                  <a:lnTo>
                    <a:pt x="3533270" y="584200"/>
                  </a:lnTo>
                  <a:lnTo>
                    <a:pt x="3485311" y="609600"/>
                  </a:lnTo>
                  <a:lnTo>
                    <a:pt x="3425663" y="635000"/>
                  </a:lnTo>
                  <a:lnTo>
                    <a:pt x="3391402" y="635000"/>
                  </a:lnTo>
                  <a:lnTo>
                    <a:pt x="3354155" y="647700"/>
                  </a:lnTo>
                  <a:lnTo>
                    <a:pt x="3313900" y="660400"/>
                  </a:lnTo>
                  <a:lnTo>
                    <a:pt x="3270615" y="673100"/>
                  </a:lnTo>
                  <a:lnTo>
                    <a:pt x="3224280" y="685800"/>
                  </a:lnTo>
                  <a:lnTo>
                    <a:pt x="3174873" y="698500"/>
                  </a:lnTo>
                  <a:lnTo>
                    <a:pt x="3122085" y="711200"/>
                  </a:lnTo>
                  <a:lnTo>
                    <a:pt x="2972191" y="749300"/>
                  </a:lnTo>
                  <a:lnTo>
                    <a:pt x="2831833" y="787400"/>
                  </a:lnTo>
                  <a:lnTo>
                    <a:pt x="2786462" y="812800"/>
                  </a:lnTo>
                  <a:lnTo>
                    <a:pt x="2696939" y="838200"/>
                  </a:lnTo>
                  <a:lnTo>
                    <a:pt x="2652484" y="863600"/>
                  </a:lnTo>
                  <a:lnTo>
                    <a:pt x="2608034" y="876300"/>
                  </a:lnTo>
                  <a:lnTo>
                    <a:pt x="2518541" y="927100"/>
                  </a:lnTo>
                  <a:lnTo>
                    <a:pt x="2473198" y="939800"/>
                  </a:lnTo>
                  <a:lnTo>
                    <a:pt x="2431823" y="965200"/>
                  </a:lnTo>
                  <a:lnTo>
                    <a:pt x="2395887" y="1003300"/>
                  </a:lnTo>
                  <a:lnTo>
                    <a:pt x="2365260" y="1028700"/>
                  </a:lnTo>
                  <a:lnTo>
                    <a:pt x="2339815" y="1066800"/>
                  </a:lnTo>
                  <a:lnTo>
                    <a:pt x="2319422" y="1104900"/>
                  </a:lnTo>
                  <a:lnTo>
                    <a:pt x="2303955" y="1143000"/>
                  </a:lnTo>
                  <a:lnTo>
                    <a:pt x="2293283" y="1181100"/>
                  </a:lnTo>
                  <a:lnTo>
                    <a:pt x="2287279" y="1219200"/>
                  </a:lnTo>
                  <a:lnTo>
                    <a:pt x="2285815" y="1270000"/>
                  </a:lnTo>
                  <a:lnTo>
                    <a:pt x="2288763" y="1308100"/>
                  </a:lnTo>
                  <a:lnTo>
                    <a:pt x="2295993" y="1346200"/>
                  </a:lnTo>
                  <a:lnTo>
                    <a:pt x="2307378" y="1384300"/>
                  </a:lnTo>
                  <a:lnTo>
                    <a:pt x="2322790" y="1422400"/>
                  </a:lnTo>
                  <a:lnTo>
                    <a:pt x="2342100" y="1447800"/>
                  </a:lnTo>
                  <a:lnTo>
                    <a:pt x="2365179" y="1485900"/>
                  </a:lnTo>
                  <a:lnTo>
                    <a:pt x="2422134" y="1536700"/>
                  </a:lnTo>
                  <a:lnTo>
                    <a:pt x="2455753" y="1562100"/>
                  </a:lnTo>
                  <a:lnTo>
                    <a:pt x="2492629" y="1587500"/>
                  </a:lnTo>
                  <a:lnTo>
                    <a:pt x="2554831" y="1612900"/>
                  </a:lnTo>
                  <a:lnTo>
                    <a:pt x="2654272" y="1651000"/>
                  </a:lnTo>
                  <a:lnTo>
                    <a:pt x="2724771" y="1676400"/>
                  </a:lnTo>
                  <a:lnTo>
                    <a:pt x="2798723" y="1701800"/>
                  </a:lnTo>
                  <a:lnTo>
                    <a:pt x="2837019" y="1727200"/>
                  </a:lnTo>
                  <a:lnTo>
                    <a:pt x="2876207" y="1739900"/>
                  </a:lnTo>
                  <a:lnTo>
                    <a:pt x="2957298" y="1765300"/>
                  </a:lnTo>
                  <a:lnTo>
                    <a:pt x="3085869" y="1803400"/>
                  </a:lnTo>
                  <a:lnTo>
                    <a:pt x="3222993" y="1841500"/>
                  </a:lnTo>
                  <a:lnTo>
                    <a:pt x="3270646" y="1866900"/>
                  </a:lnTo>
                  <a:lnTo>
                    <a:pt x="3319289" y="1879600"/>
                  </a:lnTo>
                  <a:lnTo>
                    <a:pt x="3471247" y="1917700"/>
                  </a:lnTo>
                  <a:lnTo>
                    <a:pt x="3577674" y="1955800"/>
                  </a:lnTo>
                  <a:lnTo>
                    <a:pt x="3745190" y="2006600"/>
                  </a:lnTo>
                  <a:lnTo>
                    <a:pt x="3862230" y="2032000"/>
                  </a:lnTo>
                  <a:lnTo>
                    <a:pt x="3922388" y="2057400"/>
                  </a:lnTo>
                  <a:lnTo>
                    <a:pt x="3983651" y="2070100"/>
                  </a:lnTo>
                  <a:lnTo>
                    <a:pt x="4046029" y="2095500"/>
                  </a:lnTo>
                  <a:lnTo>
                    <a:pt x="4109530" y="2108200"/>
                  </a:lnTo>
                  <a:lnTo>
                    <a:pt x="4239944" y="2159000"/>
                  </a:lnTo>
                  <a:lnTo>
                    <a:pt x="4306876" y="2171700"/>
                  </a:lnTo>
                  <a:lnTo>
                    <a:pt x="4444238" y="2222500"/>
                  </a:lnTo>
                  <a:lnTo>
                    <a:pt x="8926742" y="2222500"/>
                  </a:lnTo>
                  <a:lnTo>
                    <a:pt x="8618366" y="2159000"/>
                  </a:lnTo>
                  <a:lnTo>
                    <a:pt x="8494269" y="2146300"/>
                  </a:lnTo>
                  <a:lnTo>
                    <a:pt x="8245281" y="2095500"/>
                  </a:lnTo>
                  <a:lnTo>
                    <a:pt x="8058194" y="2070100"/>
                  </a:lnTo>
                  <a:lnTo>
                    <a:pt x="7436509" y="1968500"/>
                  </a:lnTo>
                  <a:lnTo>
                    <a:pt x="7129273" y="1905000"/>
                  </a:lnTo>
                  <a:lnTo>
                    <a:pt x="7007491" y="1892300"/>
                  </a:lnTo>
                  <a:lnTo>
                    <a:pt x="6766320" y="1841500"/>
                  </a:lnTo>
                  <a:lnTo>
                    <a:pt x="6706590" y="1841500"/>
                  </a:lnTo>
                  <a:lnTo>
                    <a:pt x="6470256" y="1790700"/>
                  </a:lnTo>
                  <a:lnTo>
                    <a:pt x="6411874" y="1790700"/>
                  </a:lnTo>
                  <a:lnTo>
                    <a:pt x="6181484" y="1739900"/>
                  </a:lnTo>
                  <a:lnTo>
                    <a:pt x="6124726" y="1739900"/>
                  </a:lnTo>
                  <a:lnTo>
                    <a:pt x="5901386" y="1689100"/>
                  </a:lnTo>
                  <a:lnTo>
                    <a:pt x="5846528" y="1689100"/>
                  </a:lnTo>
                  <a:lnTo>
                    <a:pt x="5631345" y="1638300"/>
                  </a:lnTo>
                  <a:lnTo>
                    <a:pt x="5578665" y="1638300"/>
                  </a:lnTo>
                  <a:lnTo>
                    <a:pt x="5372744" y="1587500"/>
                  </a:lnTo>
                  <a:lnTo>
                    <a:pt x="5322518" y="1587500"/>
                  </a:lnTo>
                  <a:lnTo>
                    <a:pt x="5126966" y="1536700"/>
                  </a:lnTo>
                  <a:lnTo>
                    <a:pt x="5079472" y="1536700"/>
                  </a:lnTo>
                  <a:lnTo>
                    <a:pt x="4940507" y="1498600"/>
                  </a:lnTo>
                  <a:lnTo>
                    <a:pt x="4895396" y="1498600"/>
                  </a:lnTo>
                  <a:lnTo>
                    <a:pt x="4721297" y="1447800"/>
                  </a:lnTo>
                  <a:lnTo>
                    <a:pt x="4679414" y="1447800"/>
                  </a:lnTo>
                  <a:lnTo>
                    <a:pt x="4557883" y="1409700"/>
                  </a:lnTo>
                  <a:lnTo>
                    <a:pt x="4518783" y="1409700"/>
                  </a:lnTo>
                  <a:lnTo>
                    <a:pt x="4442762" y="1384300"/>
                  </a:lnTo>
                  <a:lnTo>
                    <a:pt x="4405863" y="1371600"/>
                  </a:lnTo>
                  <a:lnTo>
                    <a:pt x="4369722" y="1371600"/>
                  </a:lnTo>
                  <a:lnTo>
                    <a:pt x="4299751" y="1346200"/>
                  </a:lnTo>
                  <a:lnTo>
                    <a:pt x="4265945" y="1333500"/>
                  </a:lnTo>
                  <a:lnTo>
                    <a:pt x="4232939" y="1333500"/>
                  </a:lnTo>
                  <a:lnTo>
                    <a:pt x="4200745" y="1320800"/>
                  </a:lnTo>
                  <a:lnTo>
                    <a:pt x="4169374" y="1308100"/>
                  </a:lnTo>
                  <a:lnTo>
                    <a:pt x="4138836" y="1295400"/>
                  </a:lnTo>
                  <a:lnTo>
                    <a:pt x="4109144" y="1295400"/>
                  </a:lnTo>
                  <a:lnTo>
                    <a:pt x="4080307" y="1282700"/>
                  </a:lnTo>
                  <a:lnTo>
                    <a:pt x="4052337" y="1270000"/>
                  </a:lnTo>
                  <a:lnTo>
                    <a:pt x="4025246" y="1270000"/>
                  </a:lnTo>
                  <a:lnTo>
                    <a:pt x="3999043" y="1257300"/>
                  </a:lnTo>
                  <a:lnTo>
                    <a:pt x="3973741" y="1244600"/>
                  </a:lnTo>
                  <a:lnTo>
                    <a:pt x="3949350" y="1231900"/>
                  </a:lnTo>
                  <a:lnTo>
                    <a:pt x="3925881" y="1231900"/>
                  </a:lnTo>
                  <a:lnTo>
                    <a:pt x="3903345" y="1219200"/>
                  </a:lnTo>
                  <a:lnTo>
                    <a:pt x="3881754" y="1206500"/>
                  </a:lnTo>
                  <a:lnTo>
                    <a:pt x="3841169" y="1181100"/>
                  </a:lnTo>
                  <a:lnTo>
                    <a:pt x="3806044" y="1168400"/>
                  </a:lnTo>
                  <a:lnTo>
                    <a:pt x="3777168" y="1143000"/>
                  </a:lnTo>
                  <a:lnTo>
                    <a:pt x="3755328" y="1117600"/>
                  </a:lnTo>
                  <a:lnTo>
                    <a:pt x="3741313" y="1092200"/>
                  </a:lnTo>
                  <a:lnTo>
                    <a:pt x="3735911" y="1066800"/>
                  </a:lnTo>
                  <a:lnTo>
                    <a:pt x="3739909" y="1041400"/>
                  </a:lnTo>
                  <a:lnTo>
                    <a:pt x="3754096" y="1016000"/>
                  </a:lnTo>
                  <a:lnTo>
                    <a:pt x="3779260" y="990600"/>
                  </a:lnTo>
                  <a:lnTo>
                    <a:pt x="3816188" y="952500"/>
                  </a:lnTo>
                  <a:lnTo>
                    <a:pt x="3865669" y="927100"/>
                  </a:lnTo>
                  <a:lnTo>
                    <a:pt x="3990576" y="876300"/>
                  </a:lnTo>
                  <a:lnTo>
                    <a:pt x="4048145" y="850900"/>
                  </a:lnTo>
                  <a:lnTo>
                    <a:pt x="4101754" y="825500"/>
                  </a:lnTo>
                  <a:lnTo>
                    <a:pt x="4151956" y="812800"/>
                  </a:lnTo>
                  <a:lnTo>
                    <a:pt x="4199305" y="787400"/>
                  </a:lnTo>
                  <a:lnTo>
                    <a:pt x="4244355" y="774700"/>
                  </a:lnTo>
                  <a:lnTo>
                    <a:pt x="4454525" y="711200"/>
                  </a:lnTo>
                  <a:lnTo>
                    <a:pt x="4477081" y="711200"/>
                  </a:lnTo>
                  <a:lnTo>
                    <a:pt x="4501141" y="698500"/>
                  </a:lnTo>
                  <a:lnTo>
                    <a:pt x="4575900" y="660400"/>
                  </a:lnTo>
                  <a:lnTo>
                    <a:pt x="4599531" y="647700"/>
                  </a:lnTo>
                  <a:lnTo>
                    <a:pt x="4621445" y="635000"/>
                  </a:lnTo>
                  <a:lnTo>
                    <a:pt x="4640997" y="609600"/>
                  </a:lnTo>
                  <a:lnTo>
                    <a:pt x="4657542" y="596900"/>
                  </a:lnTo>
                  <a:lnTo>
                    <a:pt x="4670437" y="571500"/>
                  </a:lnTo>
                  <a:lnTo>
                    <a:pt x="4679037" y="558800"/>
                  </a:lnTo>
                  <a:lnTo>
                    <a:pt x="4682698" y="533400"/>
                  </a:lnTo>
                  <a:lnTo>
                    <a:pt x="4680776" y="508000"/>
                  </a:lnTo>
                  <a:lnTo>
                    <a:pt x="4672626" y="482600"/>
                  </a:lnTo>
                  <a:lnTo>
                    <a:pt x="4657604" y="469900"/>
                  </a:lnTo>
                  <a:lnTo>
                    <a:pt x="4635066" y="444500"/>
                  </a:lnTo>
                  <a:lnTo>
                    <a:pt x="4604368" y="419100"/>
                  </a:lnTo>
                  <a:lnTo>
                    <a:pt x="4564866" y="393700"/>
                  </a:lnTo>
                  <a:lnTo>
                    <a:pt x="4515914" y="368300"/>
                  </a:lnTo>
                  <a:lnTo>
                    <a:pt x="4456869" y="355600"/>
                  </a:lnTo>
                  <a:lnTo>
                    <a:pt x="4387088" y="330200"/>
                  </a:lnTo>
                  <a:lnTo>
                    <a:pt x="4112296" y="254000"/>
                  </a:lnTo>
                  <a:close/>
                </a:path>
                <a:path w="12192000" h="4800600">
                  <a:moveTo>
                    <a:pt x="3880085" y="203200"/>
                  </a:moveTo>
                  <a:lnTo>
                    <a:pt x="2385622" y="203200"/>
                  </a:lnTo>
                  <a:lnTo>
                    <a:pt x="2420226" y="215900"/>
                  </a:lnTo>
                  <a:lnTo>
                    <a:pt x="2523430" y="215900"/>
                  </a:lnTo>
                  <a:lnTo>
                    <a:pt x="2593165" y="228600"/>
                  </a:lnTo>
                  <a:lnTo>
                    <a:pt x="2660793" y="228600"/>
                  </a:lnTo>
                  <a:lnTo>
                    <a:pt x="2789639" y="254000"/>
                  </a:lnTo>
                  <a:lnTo>
                    <a:pt x="4066142" y="254000"/>
                  </a:lnTo>
                  <a:lnTo>
                    <a:pt x="3880085" y="203200"/>
                  </a:lnTo>
                  <a:close/>
                </a:path>
                <a:path w="12192000" h="4800600">
                  <a:moveTo>
                    <a:pt x="3738713" y="177800"/>
                  </a:moveTo>
                  <a:lnTo>
                    <a:pt x="400064" y="177800"/>
                  </a:lnTo>
                  <a:lnTo>
                    <a:pt x="1057293" y="190500"/>
                  </a:lnTo>
                  <a:lnTo>
                    <a:pt x="1649689" y="190500"/>
                  </a:lnTo>
                  <a:lnTo>
                    <a:pt x="1775486" y="203200"/>
                  </a:lnTo>
                  <a:lnTo>
                    <a:pt x="3833155" y="203200"/>
                  </a:lnTo>
                  <a:lnTo>
                    <a:pt x="3738713" y="177800"/>
                  </a:lnTo>
                  <a:close/>
                </a:path>
                <a:path w="12192000" h="4800600">
                  <a:moveTo>
                    <a:pt x="1939110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3691179" y="177800"/>
                  </a:lnTo>
                  <a:lnTo>
                    <a:pt x="3595427" y="152400"/>
                  </a:lnTo>
                  <a:lnTo>
                    <a:pt x="3547187" y="152400"/>
                  </a:lnTo>
                  <a:lnTo>
                    <a:pt x="3498688" y="139700"/>
                  </a:lnTo>
                  <a:lnTo>
                    <a:pt x="3449920" y="139700"/>
                  </a:lnTo>
                  <a:lnTo>
                    <a:pt x="3351528" y="114300"/>
                  </a:lnTo>
                  <a:lnTo>
                    <a:pt x="3301881" y="114300"/>
                  </a:lnTo>
                  <a:lnTo>
                    <a:pt x="3251919" y="101600"/>
                  </a:lnTo>
                  <a:lnTo>
                    <a:pt x="3201629" y="101600"/>
                  </a:lnTo>
                  <a:lnTo>
                    <a:pt x="3151001" y="88900"/>
                  </a:lnTo>
                  <a:lnTo>
                    <a:pt x="3048684" y="88900"/>
                  </a:lnTo>
                  <a:lnTo>
                    <a:pt x="2996971" y="76200"/>
                  </a:lnTo>
                  <a:lnTo>
                    <a:pt x="2944874" y="76200"/>
                  </a:lnTo>
                  <a:lnTo>
                    <a:pt x="2892382" y="63500"/>
                  </a:lnTo>
                  <a:lnTo>
                    <a:pt x="2839482" y="63500"/>
                  </a:lnTo>
                  <a:lnTo>
                    <a:pt x="2786163" y="50800"/>
                  </a:lnTo>
                  <a:lnTo>
                    <a:pt x="2678223" y="50800"/>
                  </a:lnTo>
                  <a:lnTo>
                    <a:pt x="2623579" y="38100"/>
                  </a:lnTo>
                  <a:lnTo>
                    <a:pt x="2512887" y="38100"/>
                  </a:lnTo>
                  <a:lnTo>
                    <a:pt x="2456815" y="25400"/>
                  </a:lnTo>
                  <a:lnTo>
                    <a:pt x="2315144" y="25400"/>
                  </a:lnTo>
                  <a:lnTo>
                    <a:pt x="2264963" y="12700"/>
                  </a:lnTo>
                  <a:lnTo>
                    <a:pt x="1995919" y="12700"/>
                  </a:lnTo>
                  <a:lnTo>
                    <a:pt x="193911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2134361"/>
              <a:ext cx="11584940" cy="4723765"/>
            </a:xfrm>
            <a:custGeom>
              <a:avLst/>
              <a:gdLst/>
              <a:ahLst/>
              <a:cxnLst/>
              <a:rect l="l" t="t" r="r" b="b"/>
              <a:pathLst>
                <a:path w="11584940" h="4723765">
                  <a:moveTo>
                    <a:pt x="11584637" y="4723638"/>
                  </a:moveTo>
                  <a:lnTo>
                    <a:pt x="11572968" y="4683736"/>
                  </a:lnTo>
                  <a:lnTo>
                    <a:pt x="11547782" y="4619516"/>
                  </a:lnTo>
                  <a:lnTo>
                    <a:pt x="11514930" y="4553321"/>
                  </a:lnTo>
                  <a:lnTo>
                    <a:pt x="11495774" y="4519560"/>
                  </a:lnTo>
                  <a:lnTo>
                    <a:pt x="11474877" y="4485398"/>
                  </a:lnTo>
                  <a:lnTo>
                    <a:pt x="11452297" y="4450866"/>
                  </a:lnTo>
                  <a:lnTo>
                    <a:pt x="11428092" y="4415996"/>
                  </a:lnTo>
                  <a:lnTo>
                    <a:pt x="11402321" y="4380817"/>
                  </a:lnTo>
                  <a:lnTo>
                    <a:pt x="11375041" y="4345360"/>
                  </a:lnTo>
                  <a:lnTo>
                    <a:pt x="11346312" y="4309658"/>
                  </a:lnTo>
                  <a:lnTo>
                    <a:pt x="11316191" y="4273740"/>
                  </a:lnTo>
                  <a:lnTo>
                    <a:pt x="11284738" y="4237638"/>
                  </a:lnTo>
                  <a:lnTo>
                    <a:pt x="11252009" y="4201382"/>
                  </a:lnTo>
                  <a:lnTo>
                    <a:pt x="11218065" y="4165004"/>
                  </a:lnTo>
                  <a:lnTo>
                    <a:pt x="11182962" y="4128534"/>
                  </a:lnTo>
                  <a:lnTo>
                    <a:pt x="11146760" y="4092003"/>
                  </a:lnTo>
                  <a:lnTo>
                    <a:pt x="11109517" y="4055443"/>
                  </a:lnTo>
                  <a:lnTo>
                    <a:pt x="11071292" y="4018884"/>
                  </a:lnTo>
                  <a:lnTo>
                    <a:pt x="11032141" y="3982357"/>
                  </a:lnTo>
                  <a:lnTo>
                    <a:pt x="10992125" y="3945893"/>
                  </a:lnTo>
                  <a:lnTo>
                    <a:pt x="10951301" y="3909523"/>
                  </a:lnTo>
                  <a:lnTo>
                    <a:pt x="10909728" y="3873277"/>
                  </a:lnTo>
                  <a:lnTo>
                    <a:pt x="10867464" y="3837188"/>
                  </a:lnTo>
                  <a:lnTo>
                    <a:pt x="10824567" y="3801285"/>
                  </a:lnTo>
                  <a:lnTo>
                    <a:pt x="10781096" y="3765600"/>
                  </a:lnTo>
                  <a:lnTo>
                    <a:pt x="10737110" y="3730164"/>
                  </a:lnTo>
                  <a:lnTo>
                    <a:pt x="10692665" y="3695007"/>
                  </a:lnTo>
                  <a:lnTo>
                    <a:pt x="10647822" y="3660161"/>
                  </a:lnTo>
                  <a:lnTo>
                    <a:pt x="10602638" y="3625656"/>
                  </a:lnTo>
                  <a:lnTo>
                    <a:pt x="10557172" y="3591523"/>
                  </a:lnTo>
                  <a:lnTo>
                    <a:pt x="10511482" y="3557794"/>
                  </a:lnTo>
                  <a:lnTo>
                    <a:pt x="10465626" y="3524499"/>
                  </a:lnTo>
                  <a:lnTo>
                    <a:pt x="10419663" y="3491669"/>
                  </a:lnTo>
                  <a:lnTo>
                    <a:pt x="10373651" y="3459335"/>
                  </a:lnTo>
                  <a:lnTo>
                    <a:pt x="10327649" y="3427528"/>
                  </a:lnTo>
                  <a:lnTo>
                    <a:pt x="10281714" y="3396279"/>
                  </a:lnTo>
                  <a:lnTo>
                    <a:pt x="10235906" y="3365619"/>
                  </a:lnTo>
                  <a:lnTo>
                    <a:pt x="10190282" y="3335578"/>
                  </a:lnTo>
                  <a:lnTo>
                    <a:pt x="10144902" y="3306189"/>
                  </a:lnTo>
                  <a:lnTo>
                    <a:pt x="10099822" y="3277481"/>
                  </a:lnTo>
                  <a:lnTo>
                    <a:pt x="10055103" y="3249485"/>
                  </a:lnTo>
                  <a:lnTo>
                    <a:pt x="10010802" y="3222233"/>
                  </a:lnTo>
                  <a:lnTo>
                    <a:pt x="9966977" y="3195755"/>
                  </a:lnTo>
                  <a:lnTo>
                    <a:pt x="9923686" y="3170083"/>
                  </a:lnTo>
                  <a:lnTo>
                    <a:pt x="9880990" y="3145247"/>
                  </a:lnTo>
                  <a:lnTo>
                    <a:pt x="9838944" y="3121279"/>
                  </a:lnTo>
                  <a:lnTo>
                    <a:pt x="9792248" y="3097397"/>
                  </a:lnTo>
                  <a:lnTo>
                    <a:pt x="9745286" y="3074101"/>
                  </a:lnTo>
                  <a:lnTo>
                    <a:pt x="9698069" y="3051378"/>
                  </a:lnTo>
                  <a:lnTo>
                    <a:pt x="9650606" y="3029216"/>
                  </a:lnTo>
                  <a:lnTo>
                    <a:pt x="9602908" y="3007601"/>
                  </a:lnTo>
                  <a:lnTo>
                    <a:pt x="9554985" y="2986521"/>
                  </a:lnTo>
                  <a:lnTo>
                    <a:pt x="9506847" y="2965963"/>
                  </a:lnTo>
                  <a:lnTo>
                    <a:pt x="9458504" y="2945915"/>
                  </a:lnTo>
                  <a:lnTo>
                    <a:pt x="9409965" y="2926364"/>
                  </a:lnTo>
                  <a:lnTo>
                    <a:pt x="9361242" y="2907297"/>
                  </a:lnTo>
                  <a:lnTo>
                    <a:pt x="9312343" y="2888702"/>
                  </a:lnTo>
                  <a:lnTo>
                    <a:pt x="9263278" y="2870566"/>
                  </a:lnTo>
                  <a:lnTo>
                    <a:pt x="9214059" y="2852876"/>
                  </a:lnTo>
                  <a:lnTo>
                    <a:pt x="9164695" y="2835620"/>
                  </a:lnTo>
                  <a:lnTo>
                    <a:pt x="9115195" y="2818785"/>
                  </a:lnTo>
                  <a:lnTo>
                    <a:pt x="9065571" y="2802359"/>
                  </a:lnTo>
                  <a:lnTo>
                    <a:pt x="9015831" y="2786328"/>
                  </a:lnTo>
                  <a:lnTo>
                    <a:pt x="8965986" y="2770680"/>
                  </a:lnTo>
                  <a:lnTo>
                    <a:pt x="8916046" y="2755403"/>
                  </a:lnTo>
                  <a:lnTo>
                    <a:pt x="8866022" y="2740483"/>
                  </a:lnTo>
                  <a:lnTo>
                    <a:pt x="8815922" y="2725909"/>
                  </a:lnTo>
                  <a:lnTo>
                    <a:pt x="8765757" y="2711667"/>
                  </a:lnTo>
                  <a:lnTo>
                    <a:pt x="8715537" y="2697745"/>
                  </a:lnTo>
                  <a:lnTo>
                    <a:pt x="8665272" y="2684129"/>
                  </a:lnTo>
                  <a:lnTo>
                    <a:pt x="8614972" y="2670809"/>
                  </a:lnTo>
                  <a:lnTo>
                    <a:pt x="8564647" y="2657770"/>
                  </a:lnTo>
                  <a:lnTo>
                    <a:pt x="8514307" y="2645001"/>
                  </a:lnTo>
                  <a:lnTo>
                    <a:pt x="8463963" y="2632488"/>
                  </a:lnTo>
                  <a:lnTo>
                    <a:pt x="8413623" y="2620219"/>
                  </a:lnTo>
                  <a:lnTo>
                    <a:pt x="8363298" y="2608181"/>
                  </a:lnTo>
                  <a:lnTo>
                    <a:pt x="8312999" y="2596361"/>
                  </a:lnTo>
                  <a:lnTo>
                    <a:pt x="8262734" y="2584748"/>
                  </a:lnTo>
                  <a:lnTo>
                    <a:pt x="8212515" y="2573328"/>
                  </a:lnTo>
                  <a:lnTo>
                    <a:pt x="8162351" y="2562088"/>
                  </a:lnTo>
                  <a:lnTo>
                    <a:pt x="8112252" y="2551016"/>
                  </a:lnTo>
                  <a:lnTo>
                    <a:pt x="8062228" y="2540100"/>
                  </a:lnTo>
                  <a:lnTo>
                    <a:pt x="8012290" y="2529326"/>
                  </a:lnTo>
                  <a:lnTo>
                    <a:pt x="7962446" y="2518682"/>
                  </a:lnTo>
                  <a:lnTo>
                    <a:pt x="7912708" y="2508156"/>
                  </a:lnTo>
                  <a:lnTo>
                    <a:pt x="7863085" y="2497734"/>
                  </a:lnTo>
                  <a:lnTo>
                    <a:pt x="7813588" y="2487404"/>
                  </a:lnTo>
                  <a:lnTo>
                    <a:pt x="7764225" y="2477153"/>
                  </a:lnTo>
                  <a:lnTo>
                    <a:pt x="7715008" y="2466969"/>
                  </a:lnTo>
                  <a:lnTo>
                    <a:pt x="7665946" y="2456840"/>
                  </a:lnTo>
                  <a:lnTo>
                    <a:pt x="7617050" y="2446751"/>
                  </a:lnTo>
                  <a:lnTo>
                    <a:pt x="7568328" y="2436691"/>
                  </a:lnTo>
                  <a:lnTo>
                    <a:pt x="7519792" y="2426648"/>
                  </a:lnTo>
                  <a:lnTo>
                    <a:pt x="7471452" y="2416607"/>
                  </a:lnTo>
                  <a:lnTo>
                    <a:pt x="7423317" y="2406558"/>
                  </a:lnTo>
                  <a:lnTo>
                    <a:pt x="7375397" y="2396486"/>
                  </a:lnTo>
                  <a:lnTo>
                    <a:pt x="7327702" y="2386380"/>
                  </a:lnTo>
                  <a:lnTo>
                    <a:pt x="7280243" y="2376227"/>
                  </a:lnTo>
                  <a:lnTo>
                    <a:pt x="7233030" y="2366014"/>
                  </a:lnTo>
                  <a:lnTo>
                    <a:pt x="7186071" y="2355728"/>
                  </a:lnTo>
                  <a:lnTo>
                    <a:pt x="7139378" y="2345358"/>
                  </a:lnTo>
                  <a:lnTo>
                    <a:pt x="7092961" y="2334889"/>
                  </a:lnTo>
                  <a:lnTo>
                    <a:pt x="7046829" y="2324310"/>
                  </a:lnTo>
                  <a:lnTo>
                    <a:pt x="7000993" y="2313607"/>
                  </a:lnTo>
                  <a:lnTo>
                    <a:pt x="6955462" y="2302769"/>
                  </a:lnTo>
                  <a:lnTo>
                    <a:pt x="6910246" y="2291783"/>
                  </a:lnTo>
                  <a:lnTo>
                    <a:pt x="6865357" y="2280635"/>
                  </a:lnTo>
                  <a:lnTo>
                    <a:pt x="6820802" y="2269313"/>
                  </a:lnTo>
                  <a:lnTo>
                    <a:pt x="6776593" y="2257806"/>
                  </a:lnTo>
                  <a:lnTo>
                    <a:pt x="6721090" y="2243261"/>
                  </a:lnTo>
                  <a:lnTo>
                    <a:pt x="6665539" y="2228870"/>
                  </a:lnTo>
                  <a:lnTo>
                    <a:pt x="6609958" y="2214630"/>
                  </a:lnTo>
                  <a:lnTo>
                    <a:pt x="6554364" y="2200538"/>
                  </a:lnTo>
                  <a:lnTo>
                    <a:pt x="6498776" y="2186590"/>
                  </a:lnTo>
                  <a:lnTo>
                    <a:pt x="6443212" y="2172784"/>
                  </a:lnTo>
                  <a:lnTo>
                    <a:pt x="6387688" y="2159117"/>
                  </a:lnTo>
                  <a:lnTo>
                    <a:pt x="6332223" y="2145585"/>
                  </a:lnTo>
                  <a:lnTo>
                    <a:pt x="6276835" y="2132186"/>
                  </a:lnTo>
                  <a:lnTo>
                    <a:pt x="6221541" y="2118916"/>
                  </a:lnTo>
                  <a:lnTo>
                    <a:pt x="6166360" y="2105773"/>
                  </a:lnTo>
                  <a:lnTo>
                    <a:pt x="6111308" y="2092753"/>
                  </a:lnTo>
                  <a:lnTo>
                    <a:pt x="6056404" y="2079853"/>
                  </a:lnTo>
                  <a:lnTo>
                    <a:pt x="6001665" y="2067070"/>
                  </a:lnTo>
                  <a:lnTo>
                    <a:pt x="5947109" y="2054402"/>
                  </a:lnTo>
                  <a:lnTo>
                    <a:pt x="5892754" y="2041844"/>
                  </a:lnTo>
                  <a:lnTo>
                    <a:pt x="5838618" y="2029395"/>
                  </a:lnTo>
                  <a:lnTo>
                    <a:pt x="5784719" y="2017050"/>
                  </a:lnTo>
                  <a:lnTo>
                    <a:pt x="5731073" y="2004808"/>
                  </a:lnTo>
                  <a:lnTo>
                    <a:pt x="5677700" y="1992664"/>
                  </a:lnTo>
                  <a:lnTo>
                    <a:pt x="5624616" y="1980616"/>
                  </a:lnTo>
                  <a:lnTo>
                    <a:pt x="5571840" y="1968661"/>
                  </a:lnTo>
                  <a:lnTo>
                    <a:pt x="5519389" y="1956795"/>
                  </a:lnTo>
                  <a:lnTo>
                    <a:pt x="5467281" y="1945016"/>
                  </a:lnTo>
                  <a:lnTo>
                    <a:pt x="5415534" y="1933321"/>
                  </a:lnTo>
                  <a:lnTo>
                    <a:pt x="5364166" y="1921705"/>
                  </a:lnTo>
                  <a:lnTo>
                    <a:pt x="5313194" y="1910168"/>
                  </a:lnTo>
                  <a:lnTo>
                    <a:pt x="5262636" y="1898704"/>
                  </a:lnTo>
                  <a:lnTo>
                    <a:pt x="5212509" y="1887312"/>
                  </a:lnTo>
                  <a:lnTo>
                    <a:pt x="5162833" y="1875989"/>
                  </a:lnTo>
                  <a:lnTo>
                    <a:pt x="5113624" y="1864730"/>
                  </a:lnTo>
                  <a:lnTo>
                    <a:pt x="5064899" y="1853533"/>
                  </a:lnTo>
                  <a:lnTo>
                    <a:pt x="5016678" y="1842396"/>
                  </a:lnTo>
                  <a:lnTo>
                    <a:pt x="4968978" y="1831314"/>
                  </a:lnTo>
                  <a:lnTo>
                    <a:pt x="4921816" y="1820286"/>
                  </a:lnTo>
                  <a:lnTo>
                    <a:pt x="4875210" y="1809307"/>
                  </a:lnTo>
                  <a:lnTo>
                    <a:pt x="4829178" y="1798375"/>
                  </a:lnTo>
                  <a:lnTo>
                    <a:pt x="4783738" y="1787487"/>
                  </a:lnTo>
                  <a:lnTo>
                    <a:pt x="4738907" y="1776640"/>
                  </a:lnTo>
                  <a:lnTo>
                    <a:pt x="4694704" y="1765830"/>
                  </a:lnTo>
                  <a:lnTo>
                    <a:pt x="4651145" y="1755055"/>
                  </a:lnTo>
                  <a:lnTo>
                    <a:pt x="4608250" y="1744311"/>
                  </a:lnTo>
                  <a:lnTo>
                    <a:pt x="4566034" y="1733595"/>
                  </a:lnTo>
                  <a:lnTo>
                    <a:pt x="4524518" y="1722906"/>
                  </a:lnTo>
                  <a:lnTo>
                    <a:pt x="4483717" y="1712238"/>
                  </a:lnTo>
                  <a:lnTo>
                    <a:pt x="4443650" y="1701590"/>
                  </a:lnTo>
                  <a:lnTo>
                    <a:pt x="4404335" y="1690957"/>
                  </a:lnTo>
                  <a:lnTo>
                    <a:pt x="4365789" y="1680338"/>
                  </a:lnTo>
                  <a:lnTo>
                    <a:pt x="4328030" y="1669729"/>
                  </a:lnTo>
                  <a:lnTo>
                    <a:pt x="4291076" y="1659127"/>
                  </a:lnTo>
                  <a:lnTo>
                    <a:pt x="4224157" y="1639883"/>
                  </a:lnTo>
                  <a:lnTo>
                    <a:pt x="4158735" y="1621383"/>
                  </a:lnTo>
                  <a:lnTo>
                    <a:pt x="4094822" y="1603550"/>
                  </a:lnTo>
                  <a:lnTo>
                    <a:pt x="4032432" y="1586306"/>
                  </a:lnTo>
                  <a:lnTo>
                    <a:pt x="3971579" y="1569573"/>
                  </a:lnTo>
                  <a:lnTo>
                    <a:pt x="3912274" y="1553272"/>
                  </a:lnTo>
                  <a:lnTo>
                    <a:pt x="3854533" y="1537326"/>
                  </a:lnTo>
                  <a:lnTo>
                    <a:pt x="3798367" y="1521657"/>
                  </a:lnTo>
                  <a:lnTo>
                    <a:pt x="3743791" y="1506187"/>
                  </a:lnTo>
                  <a:lnTo>
                    <a:pt x="3690817" y="1490837"/>
                  </a:lnTo>
                  <a:lnTo>
                    <a:pt x="3639459" y="1475531"/>
                  </a:lnTo>
                  <a:lnTo>
                    <a:pt x="3589729" y="1460189"/>
                  </a:lnTo>
                  <a:lnTo>
                    <a:pt x="3541642" y="1444735"/>
                  </a:lnTo>
                  <a:lnTo>
                    <a:pt x="3495210" y="1429090"/>
                  </a:lnTo>
                  <a:lnTo>
                    <a:pt x="3450446" y="1413175"/>
                  </a:lnTo>
                  <a:lnTo>
                    <a:pt x="3407364" y="1396914"/>
                  </a:lnTo>
                  <a:lnTo>
                    <a:pt x="3365978" y="1380228"/>
                  </a:lnTo>
                  <a:lnTo>
                    <a:pt x="3326300" y="1363039"/>
                  </a:lnTo>
                  <a:lnTo>
                    <a:pt x="3288343" y="1345269"/>
                  </a:lnTo>
                  <a:lnTo>
                    <a:pt x="3252121" y="1326840"/>
                  </a:lnTo>
                  <a:lnTo>
                    <a:pt x="3217647" y="1307675"/>
                  </a:lnTo>
                  <a:lnTo>
                    <a:pt x="3184935" y="1287695"/>
                  </a:lnTo>
                  <a:lnTo>
                    <a:pt x="3124846" y="1244979"/>
                  </a:lnTo>
                  <a:lnTo>
                    <a:pt x="3071962" y="1198068"/>
                  </a:lnTo>
                  <a:lnTo>
                    <a:pt x="3026068" y="1141389"/>
                  </a:lnTo>
                  <a:lnTo>
                    <a:pt x="3007182" y="1081481"/>
                  </a:lnTo>
                  <a:lnTo>
                    <a:pt x="3009271" y="1053034"/>
                  </a:lnTo>
                  <a:lnTo>
                    <a:pt x="3033485" y="999171"/>
                  </a:lnTo>
                  <a:lnTo>
                    <a:pt x="3080379" y="949369"/>
                  </a:lnTo>
                  <a:lnTo>
                    <a:pt x="3110818" y="925999"/>
                  </a:lnTo>
                  <a:lnTo>
                    <a:pt x="3145109" y="903653"/>
                  </a:lnTo>
                  <a:lnTo>
                    <a:pt x="3182649" y="882334"/>
                  </a:lnTo>
                  <a:lnTo>
                    <a:pt x="3222832" y="862046"/>
                  </a:lnTo>
                  <a:lnTo>
                    <a:pt x="3265052" y="842791"/>
                  </a:lnTo>
                  <a:lnTo>
                    <a:pt x="3308704" y="824574"/>
                  </a:lnTo>
                  <a:lnTo>
                    <a:pt x="3353182" y="807395"/>
                  </a:lnTo>
                  <a:lnTo>
                    <a:pt x="3397882" y="791260"/>
                  </a:lnTo>
                  <a:lnTo>
                    <a:pt x="3442196" y="776171"/>
                  </a:lnTo>
                  <a:lnTo>
                    <a:pt x="3485522" y="762131"/>
                  </a:lnTo>
                  <a:lnTo>
                    <a:pt x="3527251" y="749142"/>
                  </a:lnTo>
                  <a:lnTo>
                    <a:pt x="3566780" y="737209"/>
                  </a:lnTo>
                  <a:lnTo>
                    <a:pt x="3603503" y="726334"/>
                  </a:lnTo>
                  <a:lnTo>
                    <a:pt x="3636815" y="716520"/>
                  </a:lnTo>
                  <a:lnTo>
                    <a:pt x="3666109" y="707771"/>
                  </a:lnTo>
                  <a:lnTo>
                    <a:pt x="3740693" y="690559"/>
                  </a:lnTo>
                  <a:lnTo>
                    <a:pt x="3809971" y="673671"/>
                  </a:lnTo>
                  <a:lnTo>
                    <a:pt x="3874084" y="657102"/>
                  </a:lnTo>
                  <a:lnTo>
                    <a:pt x="3933174" y="640848"/>
                  </a:lnTo>
                  <a:lnTo>
                    <a:pt x="3987382" y="624906"/>
                  </a:lnTo>
                  <a:lnTo>
                    <a:pt x="4036850" y="609272"/>
                  </a:lnTo>
                  <a:lnTo>
                    <a:pt x="4081719" y="593943"/>
                  </a:lnTo>
                  <a:lnTo>
                    <a:pt x="4122130" y="578915"/>
                  </a:lnTo>
                  <a:lnTo>
                    <a:pt x="4158225" y="564184"/>
                  </a:lnTo>
                  <a:lnTo>
                    <a:pt x="4218031" y="535601"/>
                  </a:lnTo>
                  <a:lnTo>
                    <a:pt x="4262269" y="508165"/>
                  </a:lnTo>
                  <a:lnTo>
                    <a:pt x="4292069" y="481847"/>
                  </a:lnTo>
                  <a:lnTo>
                    <a:pt x="4312172" y="444403"/>
                  </a:lnTo>
                  <a:lnTo>
                    <a:pt x="4312879" y="432450"/>
                  </a:lnTo>
                  <a:lnTo>
                    <a:pt x="4310825" y="420754"/>
                  </a:lnTo>
                  <a:lnTo>
                    <a:pt x="4289509" y="387179"/>
                  </a:lnTo>
                  <a:lnTo>
                    <a:pt x="4248432" y="355796"/>
                  </a:lnTo>
                  <a:lnTo>
                    <a:pt x="4211953" y="336044"/>
                  </a:lnTo>
                  <a:lnTo>
                    <a:pt x="4169518" y="317194"/>
                  </a:lnTo>
                  <a:lnTo>
                    <a:pt x="4122260" y="299217"/>
                  </a:lnTo>
                  <a:lnTo>
                    <a:pt x="4071307" y="282086"/>
                  </a:lnTo>
                  <a:lnTo>
                    <a:pt x="4017792" y="265770"/>
                  </a:lnTo>
                  <a:lnTo>
                    <a:pt x="3962845" y="250241"/>
                  </a:lnTo>
                  <a:lnTo>
                    <a:pt x="3907597" y="235471"/>
                  </a:lnTo>
                  <a:lnTo>
                    <a:pt x="3853179" y="221431"/>
                  </a:lnTo>
                  <a:lnTo>
                    <a:pt x="3800723" y="208091"/>
                  </a:lnTo>
                  <a:lnTo>
                    <a:pt x="3775583" y="201675"/>
                  </a:lnTo>
                  <a:lnTo>
                    <a:pt x="3738383" y="193390"/>
                  </a:lnTo>
                  <a:lnTo>
                    <a:pt x="3699713" y="185173"/>
                  </a:lnTo>
                  <a:lnTo>
                    <a:pt x="3659636" y="177037"/>
                  </a:lnTo>
                  <a:lnTo>
                    <a:pt x="3618218" y="168995"/>
                  </a:lnTo>
                  <a:lnTo>
                    <a:pt x="3575520" y="161057"/>
                  </a:lnTo>
                  <a:lnTo>
                    <a:pt x="3531607" y="153236"/>
                  </a:lnTo>
                  <a:lnTo>
                    <a:pt x="3486542" y="145544"/>
                  </a:lnTo>
                  <a:lnTo>
                    <a:pt x="3440389" y="137993"/>
                  </a:lnTo>
                  <a:lnTo>
                    <a:pt x="3393210" y="130594"/>
                  </a:lnTo>
                  <a:lnTo>
                    <a:pt x="3345070" y="123361"/>
                  </a:lnTo>
                  <a:lnTo>
                    <a:pt x="3296033" y="116304"/>
                  </a:lnTo>
                  <a:lnTo>
                    <a:pt x="3246161" y="109436"/>
                  </a:lnTo>
                  <a:lnTo>
                    <a:pt x="3195518" y="102769"/>
                  </a:lnTo>
                  <a:lnTo>
                    <a:pt x="3144168" y="96314"/>
                  </a:lnTo>
                  <a:lnTo>
                    <a:pt x="3092174" y="90084"/>
                  </a:lnTo>
                  <a:lnTo>
                    <a:pt x="3039599" y="84090"/>
                  </a:lnTo>
                  <a:lnTo>
                    <a:pt x="2986508" y="78345"/>
                  </a:lnTo>
                  <a:lnTo>
                    <a:pt x="2932964" y="72860"/>
                  </a:lnTo>
                  <a:lnTo>
                    <a:pt x="2879030" y="67648"/>
                  </a:lnTo>
                  <a:lnTo>
                    <a:pt x="2824770" y="62721"/>
                  </a:lnTo>
                  <a:lnTo>
                    <a:pt x="2770247" y="58090"/>
                  </a:lnTo>
                  <a:lnTo>
                    <a:pt x="2715525" y="53767"/>
                  </a:lnTo>
                  <a:lnTo>
                    <a:pt x="2660667" y="49764"/>
                  </a:lnTo>
                  <a:lnTo>
                    <a:pt x="2605737" y="46094"/>
                  </a:lnTo>
                  <a:lnTo>
                    <a:pt x="2550798" y="42768"/>
                  </a:lnTo>
                  <a:lnTo>
                    <a:pt x="2495915" y="39798"/>
                  </a:lnTo>
                  <a:lnTo>
                    <a:pt x="2441149" y="37197"/>
                  </a:lnTo>
                  <a:lnTo>
                    <a:pt x="2386566" y="34976"/>
                  </a:lnTo>
                  <a:lnTo>
                    <a:pt x="2332228" y="33147"/>
                  </a:lnTo>
                  <a:lnTo>
                    <a:pt x="2282902" y="31221"/>
                  </a:lnTo>
                  <a:lnTo>
                    <a:pt x="2233454" y="29402"/>
                  </a:lnTo>
                  <a:lnTo>
                    <a:pt x="2183890" y="27684"/>
                  </a:lnTo>
                  <a:lnTo>
                    <a:pt x="2134214" y="26066"/>
                  </a:lnTo>
                  <a:lnTo>
                    <a:pt x="2084429" y="24543"/>
                  </a:lnTo>
                  <a:lnTo>
                    <a:pt x="2034539" y="23111"/>
                  </a:lnTo>
                  <a:lnTo>
                    <a:pt x="1984549" y="21768"/>
                  </a:lnTo>
                  <a:lnTo>
                    <a:pt x="1934463" y="20509"/>
                  </a:lnTo>
                  <a:lnTo>
                    <a:pt x="1884284" y="19331"/>
                  </a:lnTo>
                  <a:lnTo>
                    <a:pt x="1834018" y="18230"/>
                  </a:lnTo>
                  <a:lnTo>
                    <a:pt x="1783667" y="17203"/>
                  </a:lnTo>
                  <a:lnTo>
                    <a:pt x="1733236" y="16246"/>
                  </a:lnTo>
                  <a:lnTo>
                    <a:pt x="1682729" y="15356"/>
                  </a:lnTo>
                  <a:lnTo>
                    <a:pt x="1632150" y="14529"/>
                  </a:lnTo>
                  <a:lnTo>
                    <a:pt x="1581504" y="13761"/>
                  </a:lnTo>
                  <a:lnTo>
                    <a:pt x="1530794" y="13050"/>
                  </a:lnTo>
                  <a:lnTo>
                    <a:pt x="1480024" y="12390"/>
                  </a:lnTo>
                  <a:lnTo>
                    <a:pt x="1429198" y="11780"/>
                  </a:lnTo>
                  <a:lnTo>
                    <a:pt x="1378321" y="11214"/>
                  </a:lnTo>
                  <a:lnTo>
                    <a:pt x="1327396" y="10691"/>
                  </a:lnTo>
                  <a:lnTo>
                    <a:pt x="1276428" y="10205"/>
                  </a:lnTo>
                  <a:lnTo>
                    <a:pt x="1225420" y="9754"/>
                  </a:lnTo>
                  <a:lnTo>
                    <a:pt x="1174377" y="9334"/>
                  </a:lnTo>
                  <a:lnTo>
                    <a:pt x="1123303" y="8941"/>
                  </a:lnTo>
                  <a:lnTo>
                    <a:pt x="1072202" y="8572"/>
                  </a:lnTo>
                  <a:lnTo>
                    <a:pt x="1021077" y="8224"/>
                  </a:lnTo>
                  <a:lnTo>
                    <a:pt x="969934" y="7891"/>
                  </a:lnTo>
                  <a:lnTo>
                    <a:pt x="918775" y="7572"/>
                  </a:lnTo>
                  <a:lnTo>
                    <a:pt x="867606" y="7263"/>
                  </a:lnTo>
                  <a:lnTo>
                    <a:pt x="816430" y="6960"/>
                  </a:lnTo>
                  <a:lnTo>
                    <a:pt x="765251" y="6658"/>
                  </a:lnTo>
                  <a:lnTo>
                    <a:pt x="714073" y="6356"/>
                  </a:lnTo>
                  <a:lnTo>
                    <a:pt x="662901" y="6049"/>
                  </a:lnTo>
                  <a:lnTo>
                    <a:pt x="611738" y="5734"/>
                  </a:lnTo>
                  <a:lnTo>
                    <a:pt x="560589" y="5406"/>
                  </a:lnTo>
                  <a:lnTo>
                    <a:pt x="509457" y="5063"/>
                  </a:lnTo>
                  <a:lnTo>
                    <a:pt x="458347" y="4702"/>
                  </a:lnTo>
                  <a:lnTo>
                    <a:pt x="407262" y="4317"/>
                  </a:lnTo>
                  <a:lnTo>
                    <a:pt x="356208" y="3907"/>
                  </a:lnTo>
                  <a:lnTo>
                    <a:pt x="305187" y="3466"/>
                  </a:lnTo>
                  <a:lnTo>
                    <a:pt x="254204" y="2993"/>
                  </a:lnTo>
                  <a:lnTo>
                    <a:pt x="203263" y="2482"/>
                  </a:lnTo>
                  <a:lnTo>
                    <a:pt x="152368" y="1931"/>
                  </a:lnTo>
                  <a:lnTo>
                    <a:pt x="101523" y="1336"/>
                  </a:lnTo>
                  <a:lnTo>
                    <a:pt x="50732" y="693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0082990" y="4102607"/>
              <a:ext cx="1097280" cy="1681480"/>
            </a:xfrm>
            <a:custGeom>
              <a:avLst/>
              <a:gdLst/>
              <a:ahLst/>
              <a:cxnLst/>
              <a:rect l="l" t="t" r="r" b="b"/>
              <a:pathLst>
                <a:path w="1097279" h="1681479">
                  <a:moveTo>
                    <a:pt x="555164" y="0"/>
                  </a:moveTo>
                  <a:lnTo>
                    <a:pt x="508404" y="1430"/>
                  </a:lnTo>
                  <a:lnTo>
                    <a:pt x="461861" y="6825"/>
                  </a:lnTo>
                  <a:lnTo>
                    <a:pt x="415812" y="16190"/>
                  </a:lnTo>
                  <a:lnTo>
                    <a:pt x="370532" y="29527"/>
                  </a:lnTo>
                  <a:lnTo>
                    <a:pt x="326294" y="46841"/>
                  </a:lnTo>
                  <a:lnTo>
                    <a:pt x="283375" y="68137"/>
                  </a:lnTo>
                  <a:lnTo>
                    <a:pt x="242048" y="93419"/>
                  </a:lnTo>
                  <a:lnTo>
                    <a:pt x="202590" y="122690"/>
                  </a:lnTo>
                  <a:lnTo>
                    <a:pt x="165274" y="155956"/>
                  </a:lnTo>
                  <a:lnTo>
                    <a:pt x="132793" y="190473"/>
                  </a:lnTo>
                  <a:lnTo>
                    <a:pt x="103849" y="227013"/>
                  </a:lnTo>
                  <a:lnTo>
                    <a:pt x="78447" y="265345"/>
                  </a:lnTo>
                  <a:lnTo>
                    <a:pt x="56588" y="305234"/>
                  </a:lnTo>
                  <a:lnTo>
                    <a:pt x="38275" y="346449"/>
                  </a:lnTo>
                  <a:lnTo>
                    <a:pt x="23512" y="388755"/>
                  </a:lnTo>
                  <a:lnTo>
                    <a:pt x="12300" y="431921"/>
                  </a:lnTo>
                  <a:lnTo>
                    <a:pt x="4642" y="475713"/>
                  </a:lnTo>
                  <a:lnTo>
                    <a:pt x="541" y="519899"/>
                  </a:lnTo>
                  <a:lnTo>
                    <a:pt x="0" y="564246"/>
                  </a:lnTo>
                  <a:lnTo>
                    <a:pt x="3020" y="608521"/>
                  </a:lnTo>
                  <a:lnTo>
                    <a:pt x="9606" y="652490"/>
                  </a:lnTo>
                  <a:lnTo>
                    <a:pt x="19760" y="695922"/>
                  </a:lnTo>
                  <a:lnTo>
                    <a:pt x="33484" y="738583"/>
                  </a:lnTo>
                  <a:lnTo>
                    <a:pt x="50780" y="780241"/>
                  </a:lnTo>
                  <a:lnTo>
                    <a:pt x="71652" y="820662"/>
                  </a:lnTo>
                  <a:lnTo>
                    <a:pt x="96103" y="859614"/>
                  </a:lnTo>
                  <a:lnTo>
                    <a:pt x="124134" y="896864"/>
                  </a:lnTo>
                  <a:lnTo>
                    <a:pt x="155749" y="932180"/>
                  </a:lnTo>
                  <a:lnTo>
                    <a:pt x="188004" y="966495"/>
                  </a:lnTo>
                  <a:lnTo>
                    <a:pt x="219011" y="1002025"/>
                  </a:lnTo>
                  <a:lnTo>
                    <a:pt x="248771" y="1038772"/>
                  </a:lnTo>
                  <a:lnTo>
                    <a:pt x="277284" y="1076734"/>
                  </a:lnTo>
                  <a:lnTo>
                    <a:pt x="304550" y="1115913"/>
                  </a:lnTo>
                  <a:lnTo>
                    <a:pt x="330569" y="1156308"/>
                  </a:lnTo>
                  <a:lnTo>
                    <a:pt x="355341" y="1197919"/>
                  </a:lnTo>
                  <a:lnTo>
                    <a:pt x="378865" y="1240747"/>
                  </a:lnTo>
                  <a:lnTo>
                    <a:pt x="401142" y="1284792"/>
                  </a:lnTo>
                  <a:lnTo>
                    <a:pt x="422172" y="1330054"/>
                  </a:lnTo>
                  <a:lnTo>
                    <a:pt x="441955" y="1376532"/>
                  </a:lnTo>
                  <a:lnTo>
                    <a:pt x="460491" y="1424228"/>
                  </a:lnTo>
                  <a:lnTo>
                    <a:pt x="477780" y="1473142"/>
                  </a:lnTo>
                  <a:lnTo>
                    <a:pt x="493822" y="1523272"/>
                  </a:lnTo>
                  <a:lnTo>
                    <a:pt x="508616" y="1574621"/>
                  </a:lnTo>
                  <a:lnTo>
                    <a:pt x="522163" y="1627187"/>
                  </a:lnTo>
                  <a:lnTo>
                    <a:pt x="534463" y="1680972"/>
                  </a:lnTo>
                  <a:lnTo>
                    <a:pt x="548092" y="1627514"/>
                  </a:lnTo>
                  <a:lnTo>
                    <a:pt x="562937" y="1575302"/>
                  </a:lnTo>
                  <a:lnTo>
                    <a:pt x="578997" y="1524334"/>
                  </a:lnTo>
                  <a:lnTo>
                    <a:pt x="596274" y="1474613"/>
                  </a:lnTo>
                  <a:lnTo>
                    <a:pt x="614767" y="1426136"/>
                  </a:lnTo>
                  <a:lnTo>
                    <a:pt x="634475" y="1378906"/>
                  </a:lnTo>
                  <a:lnTo>
                    <a:pt x="655401" y="1332923"/>
                  </a:lnTo>
                  <a:lnTo>
                    <a:pt x="677543" y="1288186"/>
                  </a:lnTo>
                  <a:lnTo>
                    <a:pt x="700901" y="1244696"/>
                  </a:lnTo>
                  <a:lnTo>
                    <a:pt x="725477" y="1202453"/>
                  </a:lnTo>
                  <a:lnTo>
                    <a:pt x="751270" y="1161458"/>
                  </a:lnTo>
                  <a:lnTo>
                    <a:pt x="778279" y="1121711"/>
                  </a:lnTo>
                  <a:lnTo>
                    <a:pt x="806507" y="1083212"/>
                  </a:lnTo>
                  <a:lnTo>
                    <a:pt x="835951" y="1045961"/>
                  </a:lnTo>
                  <a:lnTo>
                    <a:pt x="866614" y="1009960"/>
                  </a:lnTo>
                  <a:lnTo>
                    <a:pt x="898494" y="975207"/>
                  </a:lnTo>
                  <a:lnTo>
                    <a:pt x="931592" y="941705"/>
                  </a:lnTo>
                  <a:lnTo>
                    <a:pt x="964074" y="907187"/>
                  </a:lnTo>
                  <a:lnTo>
                    <a:pt x="993017" y="870647"/>
                  </a:lnTo>
                  <a:lnTo>
                    <a:pt x="995584" y="866775"/>
                  </a:lnTo>
                  <a:lnTo>
                    <a:pt x="548433" y="866775"/>
                  </a:lnTo>
                  <a:lnTo>
                    <a:pt x="501473" y="863327"/>
                  </a:lnTo>
                  <a:lnTo>
                    <a:pt x="456653" y="853312"/>
                  </a:lnTo>
                  <a:lnTo>
                    <a:pt x="414466" y="837222"/>
                  </a:lnTo>
                  <a:lnTo>
                    <a:pt x="375403" y="815550"/>
                  </a:lnTo>
                  <a:lnTo>
                    <a:pt x="339954" y="788788"/>
                  </a:lnTo>
                  <a:lnTo>
                    <a:pt x="308611" y="757428"/>
                  </a:lnTo>
                  <a:lnTo>
                    <a:pt x="281866" y="721962"/>
                  </a:lnTo>
                  <a:lnTo>
                    <a:pt x="260208" y="682884"/>
                  </a:lnTo>
                  <a:lnTo>
                    <a:pt x="244131" y="640685"/>
                  </a:lnTo>
                  <a:lnTo>
                    <a:pt x="234124" y="595857"/>
                  </a:lnTo>
                  <a:lnTo>
                    <a:pt x="230679" y="548894"/>
                  </a:lnTo>
                  <a:lnTo>
                    <a:pt x="234124" y="501898"/>
                  </a:lnTo>
                  <a:lnTo>
                    <a:pt x="244131" y="457045"/>
                  </a:lnTo>
                  <a:lnTo>
                    <a:pt x="260208" y="414825"/>
                  </a:lnTo>
                  <a:lnTo>
                    <a:pt x="281866" y="375730"/>
                  </a:lnTo>
                  <a:lnTo>
                    <a:pt x="308611" y="340253"/>
                  </a:lnTo>
                  <a:lnTo>
                    <a:pt x="339954" y="308884"/>
                  </a:lnTo>
                  <a:lnTo>
                    <a:pt x="375403" y="282116"/>
                  </a:lnTo>
                  <a:lnTo>
                    <a:pt x="414466" y="260440"/>
                  </a:lnTo>
                  <a:lnTo>
                    <a:pt x="456653" y="244349"/>
                  </a:lnTo>
                  <a:lnTo>
                    <a:pt x="501473" y="234333"/>
                  </a:lnTo>
                  <a:lnTo>
                    <a:pt x="548433" y="230886"/>
                  </a:lnTo>
                  <a:lnTo>
                    <a:pt x="995305" y="230886"/>
                  </a:lnTo>
                  <a:lnTo>
                    <a:pt x="972732" y="200904"/>
                  </a:lnTo>
                  <a:lnTo>
                    <a:pt x="941117" y="165608"/>
                  </a:lnTo>
                  <a:lnTo>
                    <a:pt x="904643" y="131422"/>
                  </a:lnTo>
                  <a:lnTo>
                    <a:pt x="865930" y="101172"/>
                  </a:lnTo>
                  <a:lnTo>
                    <a:pt x="825251" y="74864"/>
                  </a:lnTo>
                  <a:lnTo>
                    <a:pt x="782878" y="52500"/>
                  </a:lnTo>
                  <a:lnTo>
                    <a:pt x="739085" y="34085"/>
                  </a:lnTo>
                  <a:lnTo>
                    <a:pt x="694145" y="19623"/>
                  </a:lnTo>
                  <a:lnTo>
                    <a:pt x="648329" y="9119"/>
                  </a:lnTo>
                  <a:lnTo>
                    <a:pt x="601911" y="2576"/>
                  </a:lnTo>
                  <a:lnTo>
                    <a:pt x="555164" y="0"/>
                  </a:lnTo>
                  <a:close/>
                </a:path>
                <a:path w="1097279" h="1681479">
                  <a:moveTo>
                    <a:pt x="995305" y="230886"/>
                  </a:moveTo>
                  <a:lnTo>
                    <a:pt x="548433" y="230886"/>
                  </a:lnTo>
                  <a:lnTo>
                    <a:pt x="595394" y="234333"/>
                  </a:lnTo>
                  <a:lnTo>
                    <a:pt x="640213" y="244349"/>
                  </a:lnTo>
                  <a:lnTo>
                    <a:pt x="682400" y="260440"/>
                  </a:lnTo>
                  <a:lnTo>
                    <a:pt x="721464" y="282116"/>
                  </a:lnTo>
                  <a:lnTo>
                    <a:pt x="756913" y="308884"/>
                  </a:lnTo>
                  <a:lnTo>
                    <a:pt x="788255" y="340253"/>
                  </a:lnTo>
                  <a:lnTo>
                    <a:pt x="815001" y="375730"/>
                  </a:lnTo>
                  <a:lnTo>
                    <a:pt x="836658" y="414825"/>
                  </a:lnTo>
                  <a:lnTo>
                    <a:pt x="852736" y="457045"/>
                  </a:lnTo>
                  <a:lnTo>
                    <a:pt x="862743" y="501898"/>
                  </a:lnTo>
                  <a:lnTo>
                    <a:pt x="866187" y="548894"/>
                  </a:lnTo>
                  <a:lnTo>
                    <a:pt x="862743" y="595857"/>
                  </a:lnTo>
                  <a:lnTo>
                    <a:pt x="852736" y="640685"/>
                  </a:lnTo>
                  <a:lnTo>
                    <a:pt x="836658" y="682884"/>
                  </a:lnTo>
                  <a:lnTo>
                    <a:pt x="815001" y="721962"/>
                  </a:lnTo>
                  <a:lnTo>
                    <a:pt x="788255" y="757428"/>
                  </a:lnTo>
                  <a:lnTo>
                    <a:pt x="756913" y="788788"/>
                  </a:lnTo>
                  <a:lnTo>
                    <a:pt x="721464" y="815550"/>
                  </a:lnTo>
                  <a:lnTo>
                    <a:pt x="682400" y="837222"/>
                  </a:lnTo>
                  <a:lnTo>
                    <a:pt x="640213" y="853312"/>
                  </a:lnTo>
                  <a:lnTo>
                    <a:pt x="595394" y="863327"/>
                  </a:lnTo>
                  <a:lnTo>
                    <a:pt x="548433" y="866775"/>
                  </a:lnTo>
                  <a:lnTo>
                    <a:pt x="995584" y="866775"/>
                  </a:lnTo>
                  <a:lnTo>
                    <a:pt x="1018420" y="832316"/>
                  </a:lnTo>
                  <a:lnTo>
                    <a:pt x="1040279" y="792427"/>
                  </a:lnTo>
                  <a:lnTo>
                    <a:pt x="1058591" y="751214"/>
                  </a:lnTo>
                  <a:lnTo>
                    <a:pt x="1073355" y="708909"/>
                  </a:lnTo>
                  <a:lnTo>
                    <a:pt x="1084567" y="665745"/>
                  </a:lnTo>
                  <a:lnTo>
                    <a:pt x="1092225" y="621956"/>
                  </a:lnTo>
                  <a:lnTo>
                    <a:pt x="1096326" y="577774"/>
                  </a:lnTo>
                  <a:lnTo>
                    <a:pt x="1096867" y="533432"/>
                  </a:lnTo>
                  <a:lnTo>
                    <a:pt x="1093846" y="489164"/>
                  </a:lnTo>
                  <a:lnTo>
                    <a:pt x="1087260" y="445202"/>
                  </a:lnTo>
                  <a:lnTo>
                    <a:pt x="1077107" y="401778"/>
                  </a:lnTo>
                  <a:lnTo>
                    <a:pt x="1063383" y="359127"/>
                  </a:lnTo>
                  <a:lnTo>
                    <a:pt x="1046086" y="317481"/>
                  </a:lnTo>
                  <a:lnTo>
                    <a:pt x="1025214" y="277073"/>
                  </a:lnTo>
                  <a:lnTo>
                    <a:pt x="1000764" y="238136"/>
                  </a:lnTo>
                  <a:lnTo>
                    <a:pt x="995305" y="230886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58984" y="4178782"/>
              <a:ext cx="941857" cy="9418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232136" y="4252341"/>
              <a:ext cx="799465" cy="799465"/>
            </a:xfrm>
            <a:custGeom>
              <a:avLst/>
              <a:gdLst/>
              <a:ahLst/>
              <a:cxnLst/>
              <a:rect l="l" t="t" r="r" b="b"/>
              <a:pathLst>
                <a:path w="799465" h="799464">
                  <a:moveTo>
                    <a:pt x="399542" y="0"/>
                  </a:moveTo>
                  <a:lnTo>
                    <a:pt x="352958" y="2688"/>
                  </a:lnTo>
                  <a:lnTo>
                    <a:pt x="307950" y="10555"/>
                  </a:lnTo>
                  <a:lnTo>
                    <a:pt x="264817" y="23299"/>
                  </a:lnTo>
                  <a:lnTo>
                    <a:pt x="223860" y="40620"/>
                  </a:lnTo>
                  <a:lnTo>
                    <a:pt x="185379" y="62219"/>
                  </a:lnTo>
                  <a:lnTo>
                    <a:pt x="149674" y="87794"/>
                  </a:lnTo>
                  <a:lnTo>
                    <a:pt x="117046" y="117046"/>
                  </a:lnTo>
                  <a:lnTo>
                    <a:pt x="87794" y="149674"/>
                  </a:lnTo>
                  <a:lnTo>
                    <a:pt x="62219" y="185379"/>
                  </a:lnTo>
                  <a:lnTo>
                    <a:pt x="40620" y="223860"/>
                  </a:lnTo>
                  <a:lnTo>
                    <a:pt x="23299" y="264817"/>
                  </a:lnTo>
                  <a:lnTo>
                    <a:pt x="10555" y="307950"/>
                  </a:lnTo>
                  <a:lnTo>
                    <a:pt x="2688" y="352958"/>
                  </a:lnTo>
                  <a:lnTo>
                    <a:pt x="0" y="399541"/>
                  </a:lnTo>
                  <a:lnTo>
                    <a:pt x="2688" y="446149"/>
                  </a:lnTo>
                  <a:lnTo>
                    <a:pt x="10555" y="491173"/>
                  </a:lnTo>
                  <a:lnTo>
                    <a:pt x="23299" y="534316"/>
                  </a:lnTo>
                  <a:lnTo>
                    <a:pt x="40620" y="575278"/>
                  </a:lnTo>
                  <a:lnTo>
                    <a:pt x="62219" y="613760"/>
                  </a:lnTo>
                  <a:lnTo>
                    <a:pt x="87794" y="649462"/>
                  </a:lnTo>
                  <a:lnTo>
                    <a:pt x="117046" y="682085"/>
                  </a:lnTo>
                  <a:lnTo>
                    <a:pt x="149674" y="711329"/>
                  </a:lnTo>
                  <a:lnTo>
                    <a:pt x="185379" y="736896"/>
                  </a:lnTo>
                  <a:lnTo>
                    <a:pt x="223860" y="758485"/>
                  </a:lnTo>
                  <a:lnTo>
                    <a:pt x="264817" y="775798"/>
                  </a:lnTo>
                  <a:lnTo>
                    <a:pt x="307950" y="788535"/>
                  </a:lnTo>
                  <a:lnTo>
                    <a:pt x="352958" y="796396"/>
                  </a:lnTo>
                  <a:lnTo>
                    <a:pt x="399542" y="799083"/>
                  </a:lnTo>
                  <a:lnTo>
                    <a:pt x="446125" y="796396"/>
                  </a:lnTo>
                  <a:lnTo>
                    <a:pt x="491133" y="788535"/>
                  </a:lnTo>
                  <a:lnTo>
                    <a:pt x="534266" y="775798"/>
                  </a:lnTo>
                  <a:lnTo>
                    <a:pt x="575223" y="758485"/>
                  </a:lnTo>
                  <a:lnTo>
                    <a:pt x="613704" y="736896"/>
                  </a:lnTo>
                  <a:lnTo>
                    <a:pt x="649409" y="711329"/>
                  </a:lnTo>
                  <a:lnTo>
                    <a:pt x="682037" y="682085"/>
                  </a:lnTo>
                  <a:lnTo>
                    <a:pt x="711289" y="649462"/>
                  </a:lnTo>
                  <a:lnTo>
                    <a:pt x="736864" y="613760"/>
                  </a:lnTo>
                  <a:lnTo>
                    <a:pt x="758463" y="575278"/>
                  </a:lnTo>
                  <a:lnTo>
                    <a:pt x="775784" y="534316"/>
                  </a:lnTo>
                  <a:lnTo>
                    <a:pt x="788528" y="491173"/>
                  </a:lnTo>
                  <a:lnTo>
                    <a:pt x="796395" y="446149"/>
                  </a:lnTo>
                  <a:lnTo>
                    <a:pt x="799084" y="399541"/>
                  </a:lnTo>
                  <a:lnTo>
                    <a:pt x="796395" y="352958"/>
                  </a:lnTo>
                  <a:lnTo>
                    <a:pt x="788528" y="307950"/>
                  </a:lnTo>
                  <a:lnTo>
                    <a:pt x="775784" y="264817"/>
                  </a:lnTo>
                  <a:lnTo>
                    <a:pt x="758463" y="223860"/>
                  </a:lnTo>
                  <a:lnTo>
                    <a:pt x="736864" y="185379"/>
                  </a:lnTo>
                  <a:lnTo>
                    <a:pt x="711289" y="149674"/>
                  </a:lnTo>
                  <a:lnTo>
                    <a:pt x="682037" y="117046"/>
                  </a:lnTo>
                  <a:lnTo>
                    <a:pt x="649409" y="87794"/>
                  </a:lnTo>
                  <a:lnTo>
                    <a:pt x="613704" y="62219"/>
                  </a:lnTo>
                  <a:lnTo>
                    <a:pt x="575223" y="40620"/>
                  </a:lnTo>
                  <a:lnTo>
                    <a:pt x="534266" y="23299"/>
                  </a:lnTo>
                  <a:lnTo>
                    <a:pt x="491133" y="10555"/>
                  </a:lnTo>
                  <a:lnTo>
                    <a:pt x="446125" y="2688"/>
                  </a:lnTo>
                  <a:lnTo>
                    <a:pt x="3995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22128" y="441446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C41C1C"/>
                </a:solidFill>
                <a:latin typeface="Arial"/>
                <a:cs typeface="Arial"/>
              </a:rPr>
              <a:t>01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04920" y="3294888"/>
            <a:ext cx="996315" cy="1527175"/>
            <a:chOff x="8104920" y="3294888"/>
            <a:chExt cx="996315" cy="1527175"/>
          </a:xfrm>
        </p:grpSpPr>
        <p:sp>
          <p:nvSpPr>
            <p:cNvPr id="11" name="object 11"/>
            <p:cNvSpPr/>
            <p:nvPr/>
          </p:nvSpPr>
          <p:spPr>
            <a:xfrm>
              <a:off x="8104920" y="3294888"/>
              <a:ext cx="996315" cy="1527175"/>
            </a:xfrm>
            <a:custGeom>
              <a:avLst/>
              <a:gdLst/>
              <a:ahLst/>
              <a:cxnLst/>
              <a:rect l="l" t="t" r="r" b="b"/>
              <a:pathLst>
                <a:path w="996315" h="1527175">
                  <a:moveTo>
                    <a:pt x="504155" y="0"/>
                  </a:moveTo>
                  <a:lnTo>
                    <a:pt x="456369" y="1709"/>
                  </a:lnTo>
                  <a:lnTo>
                    <a:pt x="408879" y="7983"/>
                  </a:lnTo>
                  <a:lnTo>
                    <a:pt x="362041" y="18826"/>
                  </a:lnTo>
                  <a:lnTo>
                    <a:pt x="316211" y="34242"/>
                  </a:lnTo>
                  <a:lnTo>
                    <a:pt x="271744" y="54236"/>
                  </a:lnTo>
                  <a:lnTo>
                    <a:pt x="228996" y="78813"/>
                  </a:lnTo>
                  <a:lnTo>
                    <a:pt x="188322" y="107977"/>
                  </a:lnTo>
                  <a:lnTo>
                    <a:pt x="150079" y="141732"/>
                  </a:lnTo>
                  <a:lnTo>
                    <a:pt x="117323" y="176895"/>
                  </a:lnTo>
                  <a:lnTo>
                    <a:pt x="88578" y="214326"/>
                  </a:lnTo>
                  <a:lnTo>
                    <a:pt x="63849" y="253728"/>
                  </a:lnTo>
                  <a:lnTo>
                    <a:pt x="43138" y="294807"/>
                  </a:lnTo>
                  <a:lnTo>
                    <a:pt x="26450" y="337265"/>
                  </a:lnTo>
                  <a:lnTo>
                    <a:pt x="13789" y="380809"/>
                  </a:lnTo>
                  <a:lnTo>
                    <a:pt x="5157" y="425142"/>
                  </a:lnTo>
                  <a:lnTo>
                    <a:pt x="560" y="469968"/>
                  </a:lnTo>
                  <a:lnTo>
                    <a:pt x="0" y="514992"/>
                  </a:lnTo>
                  <a:lnTo>
                    <a:pt x="3481" y="559918"/>
                  </a:lnTo>
                  <a:lnTo>
                    <a:pt x="11007" y="604452"/>
                  </a:lnTo>
                  <a:lnTo>
                    <a:pt x="22581" y="648296"/>
                  </a:lnTo>
                  <a:lnTo>
                    <a:pt x="38209" y="691155"/>
                  </a:lnTo>
                  <a:lnTo>
                    <a:pt x="57892" y="732735"/>
                  </a:lnTo>
                  <a:lnTo>
                    <a:pt x="81635" y="772738"/>
                  </a:lnTo>
                  <a:lnTo>
                    <a:pt x="109442" y="810870"/>
                  </a:lnTo>
                  <a:lnTo>
                    <a:pt x="141316" y="846836"/>
                  </a:lnTo>
                  <a:lnTo>
                    <a:pt x="174446" y="882241"/>
                  </a:lnTo>
                  <a:lnTo>
                    <a:pt x="206120" y="919067"/>
                  </a:lnTo>
                  <a:lnTo>
                    <a:pt x="236338" y="957311"/>
                  </a:lnTo>
                  <a:lnTo>
                    <a:pt x="265099" y="996976"/>
                  </a:lnTo>
                  <a:lnTo>
                    <a:pt x="292404" y="1038060"/>
                  </a:lnTo>
                  <a:lnTo>
                    <a:pt x="318253" y="1080564"/>
                  </a:lnTo>
                  <a:lnTo>
                    <a:pt x="342645" y="1124489"/>
                  </a:lnTo>
                  <a:lnTo>
                    <a:pt x="365581" y="1169834"/>
                  </a:lnTo>
                  <a:lnTo>
                    <a:pt x="387061" y="1216601"/>
                  </a:lnTo>
                  <a:lnTo>
                    <a:pt x="407085" y="1264788"/>
                  </a:lnTo>
                  <a:lnTo>
                    <a:pt x="425652" y="1314396"/>
                  </a:lnTo>
                  <a:lnTo>
                    <a:pt x="442763" y="1365426"/>
                  </a:lnTo>
                  <a:lnTo>
                    <a:pt x="458418" y="1417878"/>
                  </a:lnTo>
                  <a:lnTo>
                    <a:pt x="472617" y="1471752"/>
                  </a:lnTo>
                  <a:lnTo>
                    <a:pt x="485359" y="1527048"/>
                  </a:lnTo>
                  <a:lnTo>
                    <a:pt x="499480" y="1472097"/>
                  </a:lnTo>
                  <a:lnTo>
                    <a:pt x="515019" y="1418600"/>
                  </a:lnTo>
                  <a:lnTo>
                    <a:pt x="531977" y="1366556"/>
                  </a:lnTo>
                  <a:lnTo>
                    <a:pt x="550354" y="1315966"/>
                  </a:lnTo>
                  <a:lnTo>
                    <a:pt x="570148" y="1266829"/>
                  </a:lnTo>
                  <a:lnTo>
                    <a:pt x="591360" y="1219147"/>
                  </a:lnTo>
                  <a:lnTo>
                    <a:pt x="613990" y="1172918"/>
                  </a:lnTo>
                  <a:lnTo>
                    <a:pt x="638038" y="1128145"/>
                  </a:lnTo>
                  <a:lnTo>
                    <a:pt x="663503" y="1084825"/>
                  </a:lnTo>
                  <a:lnTo>
                    <a:pt x="690384" y="1042961"/>
                  </a:lnTo>
                  <a:lnTo>
                    <a:pt x="718683" y="1002552"/>
                  </a:lnTo>
                  <a:lnTo>
                    <a:pt x="748397" y="963598"/>
                  </a:lnTo>
                  <a:lnTo>
                    <a:pt x="779529" y="926100"/>
                  </a:lnTo>
                  <a:lnTo>
                    <a:pt x="812076" y="890058"/>
                  </a:lnTo>
                  <a:lnTo>
                    <a:pt x="846039" y="855472"/>
                  </a:lnTo>
                  <a:lnTo>
                    <a:pt x="878795" y="820308"/>
                  </a:lnTo>
                  <a:lnTo>
                    <a:pt x="904067" y="787400"/>
                  </a:lnTo>
                  <a:lnTo>
                    <a:pt x="498059" y="787400"/>
                  </a:lnTo>
                  <a:lnTo>
                    <a:pt x="451246" y="783620"/>
                  </a:lnTo>
                  <a:lnTo>
                    <a:pt x="407079" y="772738"/>
                  </a:lnTo>
                  <a:lnTo>
                    <a:pt x="365417" y="755167"/>
                  </a:lnTo>
                  <a:lnTo>
                    <a:pt x="327593" y="731682"/>
                  </a:lnTo>
                  <a:lnTo>
                    <a:pt x="293954" y="702818"/>
                  </a:lnTo>
                  <a:lnTo>
                    <a:pt x="265097" y="669168"/>
                  </a:lnTo>
                  <a:lnTo>
                    <a:pt x="241617" y="631327"/>
                  </a:lnTo>
                  <a:lnTo>
                    <a:pt x="224109" y="589889"/>
                  </a:lnTo>
                  <a:lnTo>
                    <a:pt x="213168" y="545449"/>
                  </a:lnTo>
                  <a:lnTo>
                    <a:pt x="209388" y="498601"/>
                  </a:lnTo>
                  <a:lnTo>
                    <a:pt x="213168" y="451754"/>
                  </a:lnTo>
                  <a:lnTo>
                    <a:pt x="224109" y="407314"/>
                  </a:lnTo>
                  <a:lnTo>
                    <a:pt x="241617" y="365876"/>
                  </a:lnTo>
                  <a:lnTo>
                    <a:pt x="265097" y="328035"/>
                  </a:lnTo>
                  <a:lnTo>
                    <a:pt x="293954" y="294386"/>
                  </a:lnTo>
                  <a:lnTo>
                    <a:pt x="327593" y="265521"/>
                  </a:lnTo>
                  <a:lnTo>
                    <a:pt x="365417" y="242036"/>
                  </a:lnTo>
                  <a:lnTo>
                    <a:pt x="406834" y="224525"/>
                  </a:lnTo>
                  <a:lnTo>
                    <a:pt x="451246" y="213583"/>
                  </a:lnTo>
                  <a:lnTo>
                    <a:pt x="498059" y="209803"/>
                  </a:lnTo>
                  <a:lnTo>
                    <a:pt x="903792" y="209803"/>
                  </a:lnTo>
                  <a:lnTo>
                    <a:pt x="886676" y="186333"/>
                  </a:lnTo>
                  <a:lnTo>
                    <a:pt x="854802" y="150367"/>
                  </a:lnTo>
                  <a:lnTo>
                    <a:pt x="817368" y="115679"/>
                  </a:lnTo>
                  <a:lnTo>
                    <a:pt x="777404" y="85528"/>
                  </a:lnTo>
                  <a:lnTo>
                    <a:pt x="735260" y="59916"/>
                  </a:lnTo>
                  <a:lnTo>
                    <a:pt x="691290" y="38846"/>
                  </a:lnTo>
                  <a:lnTo>
                    <a:pt x="645842" y="22317"/>
                  </a:lnTo>
                  <a:lnTo>
                    <a:pt x="599270" y="10332"/>
                  </a:lnTo>
                  <a:lnTo>
                    <a:pt x="551924" y="2892"/>
                  </a:lnTo>
                  <a:lnTo>
                    <a:pt x="504155" y="0"/>
                  </a:lnTo>
                  <a:close/>
                </a:path>
                <a:path w="996315" h="1527175">
                  <a:moveTo>
                    <a:pt x="903792" y="209803"/>
                  </a:moveTo>
                  <a:lnTo>
                    <a:pt x="498059" y="209803"/>
                  </a:lnTo>
                  <a:lnTo>
                    <a:pt x="544872" y="213583"/>
                  </a:lnTo>
                  <a:lnTo>
                    <a:pt x="589285" y="224525"/>
                  </a:lnTo>
                  <a:lnTo>
                    <a:pt x="630701" y="242036"/>
                  </a:lnTo>
                  <a:lnTo>
                    <a:pt x="668526" y="265521"/>
                  </a:lnTo>
                  <a:lnTo>
                    <a:pt x="702164" y="294386"/>
                  </a:lnTo>
                  <a:lnTo>
                    <a:pt x="731021" y="328035"/>
                  </a:lnTo>
                  <a:lnTo>
                    <a:pt x="754501" y="365876"/>
                  </a:lnTo>
                  <a:lnTo>
                    <a:pt x="772009" y="407314"/>
                  </a:lnTo>
                  <a:lnTo>
                    <a:pt x="782951" y="451754"/>
                  </a:lnTo>
                  <a:lnTo>
                    <a:pt x="786730" y="498601"/>
                  </a:lnTo>
                  <a:lnTo>
                    <a:pt x="782951" y="545449"/>
                  </a:lnTo>
                  <a:lnTo>
                    <a:pt x="772009" y="589889"/>
                  </a:lnTo>
                  <a:lnTo>
                    <a:pt x="754501" y="631327"/>
                  </a:lnTo>
                  <a:lnTo>
                    <a:pt x="731021" y="669168"/>
                  </a:lnTo>
                  <a:lnTo>
                    <a:pt x="702164" y="702818"/>
                  </a:lnTo>
                  <a:lnTo>
                    <a:pt x="668526" y="731682"/>
                  </a:lnTo>
                  <a:lnTo>
                    <a:pt x="630701" y="755167"/>
                  </a:lnTo>
                  <a:lnTo>
                    <a:pt x="589039" y="772738"/>
                  </a:lnTo>
                  <a:lnTo>
                    <a:pt x="544872" y="783620"/>
                  </a:lnTo>
                  <a:lnTo>
                    <a:pt x="498059" y="787400"/>
                  </a:lnTo>
                  <a:lnTo>
                    <a:pt x="904067" y="787400"/>
                  </a:lnTo>
                  <a:lnTo>
                    <a:pt x="932269" y="743475"/>
                  </a:lnTo>
                  <a:lnTo>
                    <a:pt x="952980" y="702396"/>
                  </a:lnTo>
                  <a:lnTo>
                    <a:pt x="969668" y="659938"/>
                  </a:lnTo>
                  <a:lnTo>
                    <a:pt x="982330" y="616394"/>
                  </a:lnTo>
                  <a:lnTo>
                    <a:pt x="990961" y="572061"/>
                  </a:lnTo>
                  <a:lnTo>
                    <a:pt x="995559" y="527235"/>
                  </a:lnTo>
                  <a:lnTo>
                    <a:pt x="996119" y="482211"/>
                  </a:lnTo>
                  <a:lnTo>
                    <a:pt x="992638" y="437285"/>
                  </a:lnTo>
                  <a:lnTo>
                    <a:pt x="985112" y="392751"/>
                  </a:lnTo>
                  <a:lnTo>
                    <a:pt x="973537" y="348907"/>
                  </a:lnTo>
                  <a:lnTo>
                    <a:pt x="957910" y="306048"/>
                  </a:lnTo>
                  <a:lnTo>
                    <a:pt x="938226" y="264468"/>
                  </a:lnTo>
                  <a:lnTo>
                    <a:pt x="914519" y="224525"/>
                  </a:lnTo>
                  <a:lnTo>
                    <a:pt x="903792" y="209803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7115" y="3357384"/>
              <a:ext cx="867143" cy="8671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40013" y="3430143"/>
              <a:ext cx="726440" cy="726440"/>
            </a:xfrm>
            <a:custGeom>
              <a:avLst/>
              <a:gdLst/>
              <a:ahLst/>
              <a:cxnLst/>
              <a:rect l="l" t="t" r="r" b="b"/>
              <a:pathLst>
                <a:path w="726440" h="726439">
                  <a:moveTo>
                    <a:pt x="363219" y="0"/>
                  </a:moveTo>
                  <a:lnTo>
                    <a:pt x="313920" y="3314"/>
                  </a:lnTo>
                  <a:lnTo>
                    <a:pt x="266641" y="12970"/>
                  </a:lnTo>
                  <a:lnTo>
                    <a:pt x="221813" y="28535"/>
                  </a:lnTo>
                  <a:lnTo>
                    <a:pt x="179869" y="49577"/>
                  </a:lnTo>
                  <a:lnTo>
                    <a:pt x="141241" y="75663"/>
                  </a:lnTo>
                  <a:lnTo>
                    <a:pt x="106362" y="106362"/>
                  </a:lnTo>
                  <a:lnTo>
                    <a:pt x="75663" y="141241"/>
                  </a:lnTo>
                  <a:lnTo>
                    <a:pt x="49577" y="179869"/>
                  </a:lnTo>
                  <a:lnTo>
                    <a:pt x="28535" y="221813"/>
                  </a:lnTo>
                  <a:lnTo>
                    <a:pt x="12970" y="266641"/>
                  </a:lnTo>
                  <a:lnTo>
                    <a:pt x="3314" y="313920"/>
                  </a:lnTo>
                  <a:lnTo>
                    <a:pt x="0" y="363220"/>
                  </a:lnTo>
                  <a:lnTo>
                    <a:pt x="3314" y="412492"/>
                  </a:lnTo>
                  <a:lnTo>
                    <a:pt x="12970" y="459754"/>
                  </a:lnTo>
                  <a:lnTo>
                    <a:pt x="28535" y="504572"/>
                  </a:lnTo>
                  <a:lnTo>
                    <a:pt x="49577" y="546513"/>
                  </a:lnTo>
                  <a:lnTo>
                    <a:pt x="75663" y="585144"/>
                  </a:lnTo>
                  <a:lnTo>
                    <a:pt x="106362" y="620029"/>
                  </a:lnTo>
                  <a:lnTo>
                    <a:pt x="141241" y="650737"/>
                  </a:lnTo>
                  <a:lnTo>
                    <a:pt x="179869" y="676834"/>
                  </a:lnTo>
                  <a:lnTo>
                    <a:pt x="221813" y="697886"/>
                  </a:lnTo>
                  <a:lnTo>
                    <a:pt x="266641" y="713460"/>
                  </a:lnTo>
                  <a:lnTo>
                    <a:pt x="313920" y="723122"/>
                  </a:lnTo>
                  <a:lnTo>
                    <a:pt x="363219" y="726440"/>
                  </a:lnTo>
                  <a:lnTo>
                    <a:pt x="412492" y="723122"/>
                  </a:lnTo>
                  <a:lnTo>
                    <a:pt x="459754" y="713460"/>
                  </a:lnTo>
                  <a:lnTo>
                    <a:pt x="504572" y="697886"/>
                  </a:lnTo>
                  <a:lnTo>
                    <a:pt x="546513" y="676834"/>
                  </a:lnTo>
                  <a:lnTo>
                    <a:pt x="585144" y="650737"/>
                  </a:lnTo>
                  <a:lnTo>
                    <a:pt x="620029" y="620029"/>
                  </a:lnTo>
                  <a:lnTo>
                    <a:pt x="650737" y="585144"/>
                  </a:lnTo>
                  <a:lnTo>
                    <a:pt x="676834" y="546513"/>
                  </a:lnTo>
                  <a:lnTo>
                    <a:pt x="697886" y="504572"/>
                  </a:lnTo>
                  <a:lnTo>
                    <a:pt x="713460" y="459754"/>
                  </a:lnTo>
                  <a:lnTo>
                    <a:pt x="723122" y="412492"/>
                  </a:lnTo>
                  <a:lnTo>
                    <a:pt x="726439" y="363220"/>
                  </a:lnTo>
                  <a:lnTo>
                    <a:pt x="723122" y="313920"/>
                  </a:lnTo>
                  <a:lnTo>
                    <a:pt x="713460" y="266641"/>
                  </a:lnTo>
                  <a:lnTo>
                    <a:pt x="697886" y="221813"/>
                  </a:lnTo>
                  <a:lnTo>
                    <a:pt x="676834" y="179869"/>
                  </a:lnTo>
                  <a:lnTo>
                    <a:pt x="650737" y="141241"/>
                  </a:lnTo>
                  <a:lnTo>
                    <a:pt x="620029" y="106362"/>
                  </a:lnTo>
                  <a:lnTo>
                    <a:pt x="585144" y="75663"/>
                  </a:lnTo>
                  <a:lnTo>
                    <a:pt x="546513" y="49577"/>
                  </a:lnTo>
                  <a:lnTo>
                    <a:pt x="504572" y="28535"/>
                  </a:lnTo>
                  <a:lnTo>
                    <a:pt x="459754" y="12970"/>
                  </a:lnTo>
                  <a:lnTo>
                    <a:pt x="412492" y="3314"/>
                  </a:lnTo>
                  <a:lnTo>
                    <a:pt x="363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21751" y="3581527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212121"/>
                </a:solidFill>
                <a:latin typeface="Arial"/>
                <a:cs typeface="Arial"/>
              </a:rPr>
              <a:t>02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66815" y="2886455"/>
            <a:ext cx="905510" cy="1388745"/>
            <a:chOff x="5766815" y="2886455"/>
            <a:chExt cx="905510" cy="1388745"/>
          </a:xfrm>
        </p:grpSpPr>
        <p:sp>
          <p:nvSpPr>
            <p:cNvPr id="16" name="object 16"/>
            <p:cNvSpPr/>
            <p:nvPr/>
          </p:nvSpPr>
          <p:spPr>
            <a:xfrm>
              <a:off x="5766815" y="2886455"/>
              <a:ext cx="905510" cy="1388745"/>
            </a:xfrm>
            <a:custGeom>
              <a:avLst/>
              <a:gdLst/>
              <a:ahLst/>
              <a:cxnLst/>
              <a:rect l="l" t="t" r="r" b="b"/>
              <a:pathLst>
                <a:path w="905509" h="1388745">
                  <a:moveTo>
                    <a:pt x="458216" y="0"/>
                  </a:moveTo>
                  <a:lnTo>
                    <a:pt x="408625" y="2108"/>
                  </a:lnTo>
                  <a:lnTo>
                    <a:pt x="359450" y="9634"/>
                  </a:lnTo>
                  <a:lnTo>
                    <a:pt x="311168" y="22586"/>
                  </a:lnTo>
                  <a:lnTo>
                    <a:pt x="264257" y="40970"/>
                  </a:lnTo>
                  <a:lnTo>
                    <a:pt x="219194" y="64792"/>
                  </a:lnTo>
                  <a:lnTo>
                    <a:pt x="176458" y="94059"/>
                  </a:lnTo>
                  <a:lnTo>
                    <a:pt x="136525" y="128778"/>
                  </a:lnTo>
                  <a:lnTo>
                    <a:pt x="105029" y="162828"/>
                  </a:lnTo>
                  <a:lnTo>
                    <a:pt x="77648" y="199184"/>
                  </a:lnTo>
                  <a:lnTo>
                    <a:pt x="54385" y="237524"/>
                  </a:lnTo>
                  <a:lnTo>
                    <a:pt x="35246" y="277526"/>
                  </a:lnTo>
                  <a:lnTo>
                    <a:pt x="20234" y="318868"/>
                  </a:lnTo>
                  <a:lnTo>
                    <a:pt x="9352" y="361226"/>
                  </a:lnTo>
                  <a:lnTo>
                    <a:pt x="2606" y="404280"/>
                  </a:lnTo>
                  <a:lnTo>
                    <a:pt x="0" y="447706"/>
                  </a:lnTo>
                  <a:lnTo>
                    <a:pt x="1536" y="491183"/>
                  </a:lnTo>
                  <a:lnTo>
                    <a:pt x="7220" y="534389"/>
                  </a:lnTo>
                  <a:lnTo>
                    <a:pt x="17056" y="577000"/>
                  </a:lnTo>
                  <a:lnTo>
                    <a:pt x="31047" y="618696"/>
                  </a:lnTo>
                  <a:lnTo>
                    <a:pt x="49198" y="659153"/>
                  </a:lnTo>
                  <a:lnTo>
                    <a:pt x="71513" y="698050"/>
                  </a:lnTo>
                  <a:lnTo>
                    <a:pt x="97996" y="735064"/>
                  </a:lnTo>
                  <a:lnTo>
                    <a:pt x="128650" y="769874"/>
                  </a:lnTo>
                  <a:lnTo>
                    <a:pt x="160822" y="804416"/>
                  </a:lnTo>
                  <a:lnTo>
                    <a:pt x="191477" y="840443"/>
                  </a:lnTo>
                  <a:lnTo>
                    <a:pt x="220615" y="877954"/>
                  </a:lnTo>
                  <a:lnTo>
                    <a:pt x="248238" y="916949"/>
                  </a:lnTo>
                  <a:lnTo>
                    <a:pt x="274344" y="957427"/>
                  </a:lnTo>
                  <a:lnTo>
                    <a:pt x="298934" y="999387"/>
                  </a:lnTo>
                  <a:lnTo>
                    <a:pt x="322008" y="1042828"/>
                  </a:lnTo>
                  <a:lnTo>
                    <a:pt x="343566" y="1087751"/>
                  </a:lnTo>
                  <a:lnTo>
                    <a:pt x="363607" y="1134155"/>
                  </a:lnTo>
                  <a:lnTo>
                    <a:pt x="382132" y="1182038"/>
                  </a:lnTo>
                  <a:lnTo>
                    <a:pt x="399141" y="1231402"/>
                  </a:lnTo>
                  <a:lnTo>
                    <a:pt x="414634" y="1282244"/>
                  </a:lnTo>
                  <a:lnTo>
                    <a:pt x="428610" y="1334565"/>
                  </a:lnTo>
                  <a:lnTo>
                    <a:pt x="441071" y="1388364"/>
                  </a:lnTo>
                  <a:lnTo>
                    <a:pt x="454870" y="1334884"/>
                  </a:lnTo>
                  <a:lnTo>
                    <a:pt x="470144" y="1282920"/>
                  </a:lnTo>
                  <a:lnTo>
                    <a:pt x="486893" y="1232474"/>
                  </a:lnTo>
                  <a:lnTo>
                    <a:pt x="505118" y="1183544"/>
                  </a:lnTo>
                  <a:lnTo>
                    <a:pt x="524820" y="1136132"/>
                  </a:lnTo>
                  <a:lnTo>
                    <a:pt x="546000" y="1090237"/>
                  </a:lnTo>
                  <a:lnTo>
                    <a:pt x="568658" y="1045860"/>
                  </a:lnTo>
                  <a:lnTo>
                    <a:pt x="592795" y="1003002"/>
                  </a:lnTo>
                  <a:lnTo>
                    <a:pt x="618413" y="961662"/>
                  </a:lnTo>
                  <a:lnTo>
                    <a:pt x="645511" y="921840"/>
                  </a:lnTo>
                  <a:lnTo>
                    <a:pt x="674091" y="883538"/>
                  </a:lnTo>
                  <a:lnTo>
                    <a:pt x="704154" y="846755"/>
                  </a:lnTo>
                  <a:lnTo>
                    <a:pt x="735700" y="811491"/>
                  </a:lnTo>
                  <a:lnTo>
                    <a:pt x="768731" y="777748"/>
                  </a:lnTo>
                  <a:lnTo>
                    <a:pt x="802180" y="741365"/>
                  </a:lnTo>
                  <a:lnTo>
                    <a:pt x="820972" y="715899"/>
                  </a:lnTo>
                  <a:lnTo>
                    <a:pt x="452628" y="715899"/>
                  </a:lnTo>
                  <a:lnTo>
                    <a:pt x="405502" y="711667"/>
                  </a:lnTo>
                  <a:lnTo>
                    <a:pt x="361142" y="699466"/>
                  </a:lnTo>
                  <a:lnTo>
                    <a:pt x="320289" y="680037"/>
                  </a:lnTo>
                  <a:lnTo>
                    <a:pt x="283684" y="654125"/>
                  </a:lnTo>
                  <a:lnTo>
                    <a:pt x="252071" y="622469"/>
                  </a:lnTo>
                  <a:lnTo>
                    <a:pt x="226191" y="585813"/>
                  </a:lnTo>
                  <a:lnTo>
                    <a:pt x="206787" y="544898"/>
                  </a:lnTo>
                  <a:lnTo>
                    <a:pt x="194600" y="500467"/>
                  </a:lnTo>
                  <a:lnTo>
                    <a:pt x="190373" y="453263"/>
                  </a:lnTo>
                  <a:lnTo>
                    <a:pt x="194600" y="406062"/>
                  </a:lnTo>
                  <a:lnTo>
                    <a:pt x="206787" y="361643"/>
                  </a:lnTo>
                  <a:lnTo>
                    <a:pt x="226191" y="320745"/>
                  </a:lnTo>
                  <a:lnTo>
                    <a:pt x="252071" y="284109"/>
                  </a:lnTo>
                  <a:lnTo>
                    <a:pt x="283684" y="252474"/>
                  </a:lnTo>
                  <a:lnTo>
                    <a:pt x="320289" y="226582"/>
                  </a:lnTo>
                  <a:lnTo>
                    <a:pt x="361142" y="207170"/>
                  </a:lnTo>
                  <a:lnTo>
                    <a:pt x="405502" y="194981"/>
                  </a:lnTo>
                  <a:lnTo>
                    <a:pt x="452628" y="190754"/>
                  </a:lnTo>
                  <a:lnTo>
                    <a:pt x="820896" y="190754"/>
                  </a:lnTo>
                  <a:lnTo>
                    <a:pt x="809155" y="173990"/>
                  </a:lnTo>
                  <a:lnTo>
                    <a:pt x="776605" y="136779"/>
                  </a:lnTo>
                  <a:lnTo>
                    <a:pt x="737574" y="101050"/>
                  </a:lnTo>
                  <a:lnTo>
                    <a:pt x="695589" y="70718"/>
                  </a:lnTo>
                  <a:lnTo>
                    <a:pt x="651131" y="45782"/>
                  </a:lnTo>
                  <a:lnTo>
                    <a:pt x="604683" y="26242"/>
                  </a:lnTo>
                  <a:lnTo>
                    <a:pt x="556726" y="12098"/>
                  </a:lnTo>
                  <a:lnTo>
                    <a:pt x="507743" y="3351"/>
                  </a:lnTo>
                  <a:lnTo>
                    <a:pt x="458216" y="0"/>
                  </a:lnTo>
                  <a:close/>
                </a:path>
                <a:path w="905509" h="1388745">
                  <a:moveTo>
                    <a:pt x="820896" y="190754"/>
                  </a:moveTo>
                  <a:lnTo>
                    <a:pt x="452628" y="190754"/>
                  </a:lnTo>
                  <a:lnTo>
                    <a:pt x="499753" y="194981"/>
                  </a:lnTo>
                  <a:lnTo>
                    <a:pt x="544113" y="207170"/>
                  </a:lnTo>
                  <a:lnTo>
                    <a:pt x="584966" y="226582"/>
                  </a:lnTo>
                  <a:lnTo>
                    <a:pt x="621571" y="252474"/>
                  </a:lnTo>
                  <a:lnTo>
                    <a:pt x="653184" y="284109"/>
                  </a:lnTo>
                  <a:lnTo>
                    <a:pt x="679064" y="320745"/>
                  </a:lnTo>
                  <a:lnTo>
                    <a:pt x="698468" y="361643"/>
                  </a:lnTo>
                  <a:lnTo>
                    <a:pt x="710655" y="406062"/>
                  </a:lnTo>
                  <a:lnTo>
                    <a:pt x="714883" y="453263"/>
                  </a:lnTo>
                  <a:lnTo>
                    <a:pt x="710655" y="500467"/>
                  </a:lnTo>
                  <a:lnTo>
                    <a:pt x="698468" y="544898"/>
                  </a:lnTo>
                  <a:lnTo>
                    <a:pt x="679064" y="585813"/>
                  </a:lnTo>
                  <a:lnTo>
                    <a:pt x="653184" y="622469"/>
                  </a:lnTo>
                  <a:lnTo>
                    <a:pt x="621571" y="654125"/>
                  </a:lnTo>
                  <a:lnTo>
                    <a:pt x="584966" y="680037"/>
                  </a:lnTo>
                  <a:lnTo>
                    <a:pt x="544113" y="699466"/>
                  </a:lnTo>
                  <a:lnTo>
                    <a:pt x="499753" y="711667"/>
                  </a:lnTo>
                  <a:lnTo>
                    <a:pt x="452628" y="715899"/>
                  </a:lnTo>
                  <a:lnTo>
                    <a:pt x="820972" y="715899"/>
                  </a:lnTo>
                  <a:lnTo>
                    <a:pt x="855028" y="661185"/>
                  </a:lnTo>
                  <a:lnTo>
                    <a:pt x="874416" y="618169"/>
                  </a:lnTo>
                  <a:lnTo>
                    <a:pt x="889108" y="573724"/>
                  </a:lnTo>
                  <a:lnTo>
                    <a:pt x="899098" y="528242"/>
                  </a:lnTo>
                  <a:lnTo>
                    <a:pt x="904381" y="482114"/>
                  </a:lnTo>
                  <a:lnTo>
                    <a:pt x="904952" y="435731"/>
                  </a:lnTo>
                  <a:lnTo>
                    <a:pt x="900806" y="389484"/>
                  </a:lnTo>
                  <a:lnTo>
                    <a:pt x="891939" y="343765"/>
                  </a:lnTo>
                  <a:lnTo>
                    <a:pt x="878346" y="298965"/>
                  </a:lnTo>
                  <a:lnTo>
                    <a:pt x="860020" y="255475"/>
                  </a:lnTo>
                  <a:lnTo>
                    <a:pt x="836958" y="213686"/>
                  </a:lnTo>
                  <a:lnTo>
                    <a:pt x="820896" y="190754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7107" y="2936747"/>
              <a:ext cx="800099" cy="800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89116" y="3009772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330200" y="0"/>
                  </a:moveTo>
                  <a:lnTo>
                    <a:pt x="281403" y="3580"/>
                  </a:lnTo>
                  <a:lnTo>
                    <a:pt x="234831" y="13979"/>
                  </a:lnTo>
                  <a:lnTo>
                    <a:pt x="190992" y="30688"/>
                  </a:lnTo>
                  <a:lnTo>
                    <a:pt x="150399" y="53195"/>
                  </a:lnTo>
                  <a:lnTo>
                    <a:pt x="113561" y="80989"/>
                  </a:lnTo>
                  <a:lnTo>
                    <a:pt x="80989" y="113561"/>
                  </a:lnTo>
                  <a:lnTo>
                    <a:pt x="53195" y="150399"/>
                  </a:lnTo>
                  <a:lnTo>
                    <a:pt x="30688" y="190992"/>
                  </a:lnTo>
                  <a:lnTo>
                    <a:pt x="13979" y="234831"/>
                  </a:lnTo>
                  <a:lnTo>
                    <a:pt x="3580" y="281403"/>
                  </a:lnTo>
                  <a:lnTo>
                    <a:pt x="0" y="330200"/>
                  </a:lnTo>
                  <a:lnTo>
                    <a:pt x="3580" y="378996"/>
                  </a:lnTo>
                  <a:lnTo>
                    <a:pt x="13979" y="425568"/>
                  </a:lnTo>
                  <a:lnTo>
                    <a:pt x="30688" y="469407"/>
                  </a:lnTo>
                  <a:lnTo>
                    <a:pt x="53195" y="510000"/>
                  </a:lnTo>
                  <a:lnTo>
                    <a:pt x="80989" y="546838"/>
                  </a:lnTo>
                  <a:lnTo>
                    <a:pt x="113561" y="579410"/>
                  </a:lnTo>
                  <a:lnTo>
                    <a:pt x="150399" y="607204"/>
                  </a:lnTo>
                  <a:lnTo>
                    <a:pt x="190992" y="629711"/>
                  </a:lnTo>
                  <a:lnTo>
                    <a:pt x="234831" y="646420"/>
                  </a:lnTo>
                  <a:lnTo>
                    <a:pt x="281403" y="656819"/>
                  </a:lnTo>
                  <a:lnTo>
                    <a:pt x="330200" y="660400"/>
                  </a:lnTo>
                  <a:lnTo>
                    <a:pt x="378996" y="656819"/>
                  </a:lnTo>
                  <a:lnTo>
                    <a:pt x="425568" y="646420"/>
                  </a:lnTo>
                  <a:lnTo>
                    <a:pt x="469407" y="629711"/>
                  </a:lnTo>
                  <a:lnTo>
                    <a:pt x="510000" y="607204"/>
                  </a:lnTo>
                  <a:lnTo>
                    <a:pt x="546838" y="579410"/>
                  </a:lnTo>
                  <a:lnTo>
                    <a:pt x="579410" y="546838"/>
                  </a:lnTo>
                  <a:lnTo>
                    <a:pt x="607204" y="510000"/>
                  </a:lnTo>
                  <a:lnTo>
                    <a:pt x="629711" y="469407"/>
                  </a:lnTo>
                  <a:lnTo>
                    <a:pt x="646420" y="425568"/>
                  </a:lnTo>
                  <a:lnTo>
                    <a:pt x="656819" y="378996"/>
                  </a:lnTo>
                  <a:lnTo>
                    <a:pt x="660400" y="330200"/>
                  </a:lnTo>
                  <a:lnTo>
                    <a:pt x="656819" y="281403"/>
                  </a:lnTo>
                  <a:lnTo>
                    <a:pt x="646420" y="234831"/>
                  </a:lnTo>
                  <a:lnTo>
                    <a:pt x="629711" y="190992"/>
                  </a:lnTo>
                  <a:lnTo>
                    <a:pt x="607204" y="150399"/>
                  </a:lnTo>
                  <a:lnTo>
                    <a:pt x="579410" y="113561"/>
                  </a:lnTo>
                  <a:lnTo>
                    <a:pt x="546838" y="80989"/>
                  </a:lnTo>
                  <a:lnTo>
                    <a:pt x="510000" y="53195"/>
                  </a:lnTo>
                  <a:lnTo>
                    <a:pt x="469407" y="30688"/>
                  </a:lnTo>
                  <a:lnTo>
                    <a:pt x="425568" y="13979"/>
                  </a:lnTo>
                  <a:lnTo>
                    <a:pt x="378996" y="358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65901" y="3165729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solidFill>
                  <a:srgbClr val="C41C1C"/>
                </a:solidFill>
                <a:latin typeface="Arial"/>
                <a:cs typeface="Arial"/>
              </a:rPr>
              <a:t>03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95975" y="2581655"/>
            <a:ext cx="824865" cy="1262380"/>
            <a:chOff x="3995975" y="2581655"/>
            <a:chExt cx="824865" cy="1262380"/>
          </a:xfrm>
        </p:grpSpPr>
        <p:sp>
          <p:nvSpPr>
            <p:cNvPr id="21" name="object 21"/>
            <p:cNvSpPr/>
            <p:nvPr/>
          </p:nvSpPr>
          <p:spPr>
            <a:xfrm>
              <a:off x="3995975" y="2581655"/>
              <a:ext cx="824865" cy="1262380"/>
            </a:xfrm>
            <a:custGeom>
              <a:avLst/>
              <a:gdLst/>
              <a:ahLst/>
              <a:cxnLst/>
              <a:rect l="l" t="t" r="r" b="b"/>
              <a:pathLst>
                <a:path w="824864" h="1262379">
                  <a:moveTo>
                    <a:pt x="417274" y="0"/>
                  </a:moveTo>
                  <a:lnTo>
                    <a:pt x="372093" y="1914"/>
                  </a:lnTo>
                  <a:lnTo>
                    <a:pt x="327298" y="8751"/>
                  </a:lnTo>
                  <a:lnTo>
                    <a:pt x="283323" y="20520"/>
                  </a:lnTo>
                  <a:lnTo>
                    <a:pt x="240601" y="37230"/>
                  </a:lnTo>
                  <a:lnTo>
                    <a:pt x="199565" y="58890"/>
                  </a:lnTo>
                  <a:lnTo>
                    <a:pt x="160649" y="85508"/>
                  </a:lnTo>
                  <a:lnTo>
                    <a:pt x="124285" y="117094"/>
                  </a:lnTo>
                  <a:lnTo>
                    <a:pt x="91815" y="152627"/>
                  </a:lnTo>
                  <a:lnTo>
                    <a:pt x="64242" y="190845"/>
                  </a:lnTo>
                  <a:lnTo>
                    <a:pt x="41569" y="231310"/>
                  </a:lnTo>
                  <a:lnTo>
                    <a:pt x="23804" y="273586"/>
                  </a:lnTo>
                  <a:lnTo>
                    <a:pt x="10950" y="317236"/>
                  </a:lnTo>
                  <a:lnTo>
                    <a:pt x="3014" y="361822"/>
                  </a:lnTo>
                  <a:lnTo>
                    <a:pt x="0" y="406908"/>
                  </a:lnTo>
                  <a:lnTo>
                    <a:pt x="1913" y="452055"/>
                  </a:lnTo>
                  <a:lnTo>
                    <a:pt x="8760" y="496828"/>
                  </a:lnTo>
                  <a:lnTo>
                    <a:pt x="20545" y="540788"/>
                  </a:lnTo>
                  <a:lnTo>
                    <a:pt x="37273" y="583500"/>
                  </a:lnTo>
                  <a:lnTo>
                    <a:pt x="58951" y="624526"/>
                  </a:lnTo>
                  <a:lnTo>
                    <a:pt x="85582" y="663428"/>
                  </a:lnTo>
                  <a:lnTo>
                    <a:pt x="117173" y="699770"/>
                  </a:lnTo>
                  <a:lnTo>
                    <a:pt x="148670" y="733638"/>
                  </a:lnTo>
                  <a:lnTo>
                    <a:pt x="178565" y="769067"/>
                  </a:lnTo>
                  <a:lnTo>
                    <a:pt x="206860" y="806057"/>
                  </a:lnTo>
                  <a:lnTo>
                    <a:pt x="233552" y="844607"/>
                  </a:lnTo>
                  <a:lnTo>
                    <a:pt x="258643" y="884720"/>
                  </a:lnTo>
                  <a:lnTo>
                    <a:pt x="282131" y="926394"/>
                  </a:lnTo>
                  <a:lnTo>
                    <a:pt x="304017" y="969630"/>
                  </a:lnTo>
                  <a:lnTo>
                    <a:pt x="324299" y="1014428"/>
                  </a:lnTo>
                  <a:lnTo>
                    <a:pt x="342978" y="1060790"/>
                  </a:lnTo>
                  <a:lnTo>
                    <a:pt x="360053" y="1108715"/>
                  </a:lnTo>
                  <a:lnTo>
                    <a:pt x="375524" y="1158203"/>
                  </a:lnTo>
                  <a:lnTo>
                    <a:pt x="389391" y="1209255"/>
                  </a:lnTo>
                  <a:lnTo>
                    <a:pt x="401653" y="1261872"/>
                  </a:lnTo>
                  <a:lnTo>
                    <a:pt x="415240" y="1209568"/>
                  </a:lnTo>
                  <a:lnTo>
                    <a:pt x="430388" y="1158870"/>
                  </a:lnTo>
                  <a:lnTo>
                    <a:pt x="447097" y="1109775"/>
                  </a:lnTo>
                  <a:lnTo>
                    <a:pt x="465367" y="1062283"/>
                  </a:lnTo>
                  <a:lnTo>
                    <a:pt x="485198" y="1016394"/>
                  </a:lnTo>
                  <a:lnTo>
                    <a:pt x="506591" y="972106"/>
                  </a:lnTo>
                  <a:lnTo>
                    <a:pt x="529547" y="929419"/>
                  </a:lnTo>
                  <a:lnTo>
                    <a:pt x="554064" y="888333"/>
                  </a:lnTo>
                  <a:lnTo>
                    <a:pt x="580145" y="848846"/>
                  </a:lnTo>
                  <a:lnTo>
                    <a:pt x="607789" y="810958"/>
                  </a:lnTo>
                  <a:lnTo>
                    <a:pt x="636996" y="774669"/>
                  </a:lnTo>
                  <a:lnTo>
                    <a:pt x="667767" y="739977"/>
                  </a:lnTo>
                  <a:lnTo>
                    <a:pt x="700103" y="706882"/>
                  </a:lnTo>
                  <a:lnTo>
                    <a:pt x="732573" y="671348"/>
                  </a:lnTo>
                  <a:lnTo>
                    <a:pt x="747436" y="650748"/>
                  </a:lnTo>
                  <a:lnTo>
                    <a:pt x="412194" y="650748"/>
                  </a:lnTo>
                  <a:lnTo>
                    <a:pt x="364086" y="645895"/>
                  </a:lnTo>
                  <a:lnTo>
                    <a:pt x="319274" y="631979"/>
                  </a:lnTo>
                  <a:lnTo>
                    <a:pt x="278717" y="609961"/>
                  </a:lnTo>
                  <a:lnTo>
                    <a:pt x="243379" y="580802"/>
                  </a:lnTo>
                  <a:lnTo>
                    <a:pt x="214220" y="545464"/>
                  </a:lnTo>
                  <a:lnTo>
                    <a:pt x="192202" y="504908"/>
                  </a:lnTo>
                  <a:lnTo>
                    <a:pt x="178286" y="460095"/>
                  </a:lnTo>
                  <a:lnTo>
                    <a:pt x="173434" y="411988"/>
                  </a:lnTo>
                  <a:lnTo>
                    <a:pt x="178286" y="363885"/>
                  </a:lnTo>
                  <a:lnTo>
                    <a:pt x="192202" y="319087"/>
                  </a:lnTo>
                  <a:lnTo>
                    <a:pt x="214220" y="278551"/>
                  </a:lnTo>
                  <a:lnTo>
                    <a:pt x="243379" y="243236"/>
                  </a:lnTo>
                  <a:lnTo>
                    <a:pt x="278717" y="214101"/>
                  </a:lnTo>
                  <a:lnTo>
                    <a:pt x="319274" y="192103"/>
                  </a:lnTo>
                  <a:lnTo>
                    <a:pt x="364086" y="178201"/>
                  </a:lnTo>
                  <a:lnTo>
                    <a:pt x="412194" y="173355"/>
                  </a:lnTo>
                  <a:lnTo>
                    <a:pt x="747508" y="173355"/>
                  </a:lnTo>
                  <a:lnTo>
                    <a:pt x="738806" y="160649"/>
                  </a:lnTo>
                  <a:lnTo>
                    <a:pt x="707215" y="124333"/>
                  </a:lnTo>
                  <a:lnTo>
                    <a:pt x="671660" y="91846"/>
                  </a:lnTo>
                  <a:lnTo>
                    <a:pt x="633428" y="64271"/>
                  </a:lnTo>
                  <a:lnTo>
                    <a:pt x="592952" y="41607"/>
                  </a:lnTo>
                  <a:lnTo>
                    <a:pt x="550665" y="23849"/>
                  </a:lnTo>
                  <a:lnTo>
                    <a:pt x="507001" y="10997"/>
                  </a:lnTo>
                  <a:lnTo>
                    <a:pt x="462393" y="3048"/>
                  </a:lnTo>
                  <a:lnTo>
                    <a:pt x="417274" y="0"/>
                  </a:lnTo>
                  <a:close/>
                </a:path>
                <a:path w="824864" h="1262379">
                  <a:moveTo>
                    <a:pt x="747508" y="173355"/>
                  </a:moveTo>
                  <a:lnTo>
                    <a:pt x="412194" y="173355"/>
                  </a:lnTo>
                  <a:lnTo>
                    <a:pt x="460302" y="178201"/>
                  </a:lnTo>
                  <a:lnTo>
                    <a:pt x="505114" y="192103"/>
                  </a:lnTo>
                  <a:lnTo>
                    <a:pt x="545670" y="214101"/>
                  </a:lnTo>
                  <a:lnTo>
                    <a:pt x="581009" y="243236"/>
                  </a:lnTo>
                  <a:lnTo>
                    <a:pt x="610168" y="278551"/>
                  </a:lnTo>
                  <a:lnTo>
                    <a:pt x="632186" y="319087"/>
                  </a:lnTo>
                  <a:lnTo>
                    <a:pt x="646102" y="363885"/>
                  </a:lnTo>
                  <a:lnTo>
                    <a:pt x="650954" y="411988"/>
                  </a:lnTo>
                  <a:lnTo>
                    <a:pt x="646102" y="460095"/>
                  </a:lnTo>
                  <a:lnTo>
                    <a:pt x="632186" y="504908"/>
                  </a:lnTo>
                  <a:lnTo>
                    <a:pt x="610168" y="545464"/>
                  </a:lnTo>
                  <a:lnTo>
                    <a:pt x="581009" y="580802"/>
                  </a:lnTo>
                  <a:lnTo>
                    <a:pt x="545670" y="609961"/>
                  </a:lnTo>
                  <a:lnTo>
                    <a:pt x="505114" y="631979"/>
                  </a:lnTo>
                  <a:lnTo>
                    <a:pt x="460302" y="645895"/>
                  </a:lnTo>
                  <a:lnTo>
                    <a:pt x="412194" y="650748"/>
                  </a:lnTo>
                  <a:lnTo>
                    <a:pt x="747436" y="650748"/>
                  </a:lnTo>
                  <a:lnTo>
                    <a:pt x="782818" y="592666"/>
                  </a:lnTo>
                  <a:lnTo>
                    <a:pt x="800584" y="550392"/>
                  </a:lnTo>
                  <a:lnTo>
                    <a:pt x="813438" y="506745"/>
                  </a:lnTo>
                  <a:lnTo>
                    <a:pt x="821374" y="462163"/>
                  </a:lnTo>
                  <a:lnTo>
                    <a:pt x="824388" y="417083"/>
                  </a:lnTo>
                  <a:lnTo>
                    <a:pt x="822475" y="371944"/>
                  </a:lnTo>
                  <a:lnTo>
                    <a:pt x="815628" y="327181"/>
                  </a:lnTo>
                  <a:lnTo>
                    <a:pt x="803843" y="283233"/>
                  </a:lnTo>
                  <a:lnTo>
                    <a:pt x="787114" y="240537"/>
                  </a:lnTo>
                  <a:lnTo>
                    <a:pt x="765437" y="199529"/>
                  </a:lnTo>
                  <a:lnTo>
                    <a:pt x="747508" y="173355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5551" y="2622829"/>
              <a:ext cx="739114" cy="7391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07306" y="2694304"/>
              <a:ext cx="600710" cy="600710"/>
            </a:xfrm>
            <a:custGeom>
              <a:avLst/>
              <a:gdLst/>
              <a:ahLst/>
              <a:cxnLst/>
              <a:rect l="l" t="t" r="r" b="b"/>
              <a:pathLst>
                <a:path w="600710" h="600710">
                  <a:moveTo>
                    <a:pt x="300227" y="0"/>
                  </a:moveTo>
                  <a:lnTo>
                    <a:pt x="251548" y="3927"/>
                  </a:lnTo>
                  <a:lnTo>
                    <a:pt x="205362" y="15299"/>
                  </a:lnTo>
                  <a:lnTo>
                    <a:pt x="162289" y="33497"/>
                  </a:lnTo>
                  <a:lnTo>
                    <a:pt x="122950" y="57903"/>
                  </a:lnTo>
                  <a:lnTo>
                    <a:pt x="87963" y="87899"/>
                  </a:lnTo>
                  <a:lnTo>
                    <a:pt x="57948" y="122867"/>
                  </a:lnTo>
                  <a:lnTo>
                    <a:pt x="33525" y="162190"/>
                  </a:lnTo>
                  <a:lnTo>
                    <a:pt x="15313" y="205248"/>
                  </a:lnTo>
                  <a:lnTo>
                    <a:pt x="3931" y="251424"/>
                  </a:lnTo>
                  <a:lnTo>
                    <a:pt x="0" y="300100"/>
                  </a:lnTo>
                  <a:lnTo>
                    <a:pt x="3931" y="348811"/>
                  </a:lnTo>
                  <a:lnTo>
                    <a:pt x="15313" y="395015"/>
                  </a:lnTo>
                  <a:lnTo>
                    <a:pt x="33525" y="438095"/>
                  </a:lnTo>
                  <a:lnTo>
                    <a:pt x="57948" y="477433"/>
                  </a:lnTo>
                  <a:lnTo>
                    <a:pt x="87963" y="512413"/>
                  </a:lnTo>
                  <a:lnTo>
                    <a:pt x="122950" y="542416"/>
                  </a:lnTo>
                  <a:lnTo>
                    <a:pt x="162289" y="566827"/>
                  </a:lnTo>
                  <a:lnTo>
                    <a:pt x="205362" y="585028"/>
                  </a:lnTo>
                  <a:lnTo>
                    <a:pt x="251548" y="596400"/>
                  </a:lnTo>
                  <a:lnTo>
                    <a:pt x="300227" y="600329"/>
                  </a:lnTo>
                  <a:lnTo>
                    <a:pt x="348904" y="596400"/>
                  </a:lnTo>
                  <a:lnTo>
                    <a:pt x="395080" y="585028"/>
                  </a:lnTo>
                  <a:lnTo>
                    <a:pt x="438138" y="566827"/>
                  </a:lnTo>
                  <a:lnTo>
                    <a:pt x="477461" y="542417"/>
                  </a:lnTo>
                  <a:lnTo>
                    <a:pt x="512429" y="512413"/>
                  </a:lnTo>
                  <a:lnTo>
                    <a:pt x="542425" y="477433"/>
                  </a:lnTo>
                  <a:lnTo>
                    <a:pt x="566831" y="438095"/>
                  </a:lnTo>
                  <a:lnTo>
                    <a:pt x="585029" y="395015"/>
                  </a:lnTo>
                  <a:lnTo>
                    <a:pt x="596401" y="348811"/>
                  </a:lnTo>
                  <a:lnTo>
                    <a:pt x="600328" y="300100"/>
                  </a:lnTo>
                  <a:lnTo>
                    <a:pt x="596401" y="251424"/>
                  </a:lnTo>
                  <a:lnTo>
                    <a:pt x="585029" y="205248"/>
                  </a:lnTo>
                  <a:lnTo>
                    <a:pt x="566831" y="162190"/>
                  </a:lnTo>
                  <a:lnTo>
                    <a:pt x="542425" y="122867"/>
                  </a:lnTo>
                  <a:lnTo>
                    <a:pt x="512429" y="87899"/>
                  </a:lnTo>
                  <a:lnTo>
                    <a:pt x="477461" y="57903"/>
                  </a:lnTo>
                  <a:lnTo>
                    <a:pt x="438138" y="33497"/>
                  </a:lnTo>
                  <a:lnTo>
                    <a:pt x="395080" y="15299"/>
                  </a:lnTo>
                  <a:lnTo>
                    <a:pt x="348904" y="3927"/>
                  </a:lnTo>
                  <a:lnTo>
                    <a:pt x="3002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68470" y="2837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212121"/>
                </a:solidFill>
                <a:latin typeface="Arial"/>
                <a:cs typeface="Arial"/>
              </a:rPr>
              <a:t>04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30622" y="1254252"/>
            <a:ext cx="749300" cy="1148080"/>
            <a:chOff x="3630622" y="1254252"/>
            <a:chExt cx="749300" cy="1148080"/>
          </a:xfrm>
        </p:grpSpPr>
        <p:sp>
          <p:nvSpPr>
            <p:cNvPr id="26" name="object 26"/>
            <p:cNvSpPr/>
            <p:nvPr/>
          </p:nvSpPr>
          <p:spPr>
            <a:xfrm>
              <a:off x="3630622" y="1254252"/>
              <a:ext cx="749300" cy="1148080"/>
            </a:xfrm>
            <a:custGeom>
              <a:avLst/>
              <a:gdLst/>
              <a:ahLst/>
              <a:cxnLst/>
              <a:rect l="l" t="t" r="r" b="b"/>
              <a:pathLst>
                <a:path w="749300" h="1148080">
                  <a:moveTo>
                    <a:pt x="379021" y="0"/>
                  </a:moveTo>
                  <a:lnTo>
                    <a:pt x="331142" y="2477"/>
                  </a:lnTo>
                  <a:lnTo>
                    <a:pt x="283814" y="11058"/>
                  </a:lnTo>
                  <a:lnTo>
                    <a:pt x="237670" y="25749"/>
                  </a:lnTo>
                  <a:lnTo>
                    <a:pt x="193347" y="46557"/>
                  </a:lnTo>
                  <a:lnTo>
                    <a:pt x="151480" y="73489"/>
                  </a:lnTo>
                  <a:lnTo>
                    <a:pt x="112702" y="106552"/>
                  </a:lnTo>
                  <a:lnTo>
                    <a:pt x="81080" y="141441"/>
                  </a:lnTo>
                  <a:lnTo>
                    <a:pt x="54622" y="179128"/>
                  </a:lnTo>
                  <a:lnTo>
                    <a:pt x="33334" y="219118"/>
                  </a:lnTo>
                  <a:lnTo>
                    <a:pt x="17222" y="260914"/>
                  </a:lnTo>
                  <a:lnTo>
                    <a:pt x="6292" y="304019"/>
                  </a:lnTo>
                  <a:lnTo>
                    <a:pt x="549" y="347937"/>
                  </a:lnTo>
                  <a:lnTo>
                    <a:pt x="0" y="392171"/>
                  </a:lnTo>
                  <a:lnTo>
                    <a:pt x="4650" y="436224"/>
                  </a:lnTo>
                  <a:lnTo>
                    <a:pt x="14505" y="479600"/>
                  </a:lnTo>
                  <a:lnTo>
                    <a:pt x="29572" y="521802"/>
                  </a:lnTo>
                  <a:lnTo>
                    <a:pt x="49856" y="562333"/>
                  </a:lnTo>
                  <a:lnTo>
                    <a:pt x="75362" y="600697"/>
                  </a:lnTo>
                  <a:lnTo>
                    <a:pt x="106098" y="636397"/>
                  </a:lnTo>
                  <a:lnTo>
                    <a:pt x="137060" y="669808"/>
                  </a:lnTo>
                  <a:lnTo>
                    <a:pt x="166316" y="704891"/>
                  </a:lnTo>
                  <a:lnTo>
                    <a:pt x="193867" y="741646"/>
                  </a:lnTo>
                  <a:lnTo>
                    <a:pt x="219711" y="780071"/>
                  </a:lnTo>
                  <a:lnTo>
                    <a:pt x="243848" y="820167"/>
                  </a:lnTo>
                  <a:lnTo>
                    <a:pt x="266277" y="861933"/>
                  </a:lnTo>
                  <a:lnTo>
                    <a:pt x="286996" y="905368"/>
                  </a:lnTo>
                  <a:lnTo>
                    <a:pt x="306006" y="950472"/>
                  </a:lnTo>
                  <a:lnTo>
                    <a:pt x="323304" y="997245"/>
                  </a:lnTo>
                  <a:lnTo>
                    <a:pt x="338890" y="1045686"/>
                  </a:lnTo>
                  <a:lnTo>
                    <a:pt x="352764" y="1095795"/>
                  </a:lnTo>
                  <a:lnTo>
                    <a:pt x="364924" y="1147572"/>
                  </a:lnTo>
                  <a:lnTo>
                    <a:pt x="378362" y="1096131"/>
                  </a:lnTo>
                  <a:lnTo>
                    <a:pt x="393467" y="1046395"/>
                  </a:lnTo>
                  <a:lnTo>
                    <a:pt x="410239" y="998364"/>
                  </a:lnTo>
                  <a:lnTo>
                    <a:pt x="428678" y="952039"/>
                  </a:lnTo>
                  <a:lnTo>
                    <a:pt x="448784" y="907418"/>
                  </a:lnTo>
                  <a:lnTo>
                    <a:pt x="470556" y="864504"/>
                  </a:lnTo>
                  <a:lnTo>
                    <a:pt x="493996" y="823297"/>
                  </a:lnTo>
                  <a:lnTo>
                    <a:pt x="519102" y="783796"/>
                  </a:lnTo>
                  <a:lnTo>
                    <a:pt x="545875" y="746003"/>
                  </a:lnTo>
                  <a:lnTo>
                    <a:pt x="574315" y="709918"/>
                  </a:lnTo>
                  <a:lnTo>
                    <a:pt x="604422" y="675542"/>
                  </a:lnTo>
                  <a:lnTo>
                    <a:pt x="636196" y="642874"/>
                  </a:lnTo>
                  <a:lnTo>
                    <a:pt x="667818" y="607958"/>
                  </a:lnTo>
                  <a:lnTo>
                    <a:pt x="679231" y="591693"/>
                  </a:lnTo>
                  <a:lnTo>
                    <a:pt x="374449" y="591693"/>
                  </a:lnTo>
                  <a:lnTo>
                    <a:pt x="324670" y="585961"/>
                  </a:lnTo>
                  <a:lnTo>
                    <a:pt x="278966" y="569635"/>
                  </a:lnTo>
                  <a:lnTo>
                    <a:pt x="238642" y="544016"/>
                  </a:lnTo>
                  <a:lnTo>
                    <a:pt x="205005" y="510407"/>
                  </a:lnTo>
                  <a:lnTo>
                    <a:pt x="179362" y="470108"/>
                  </a:lnTo>
                  <a:lnTo>
                    <a:pt x="163018" y="424421"/>
                  </a:lnTo>
                  <a:lnTo>
                    <a:pt x="157279" y="374650"/>
                  </a:lnTo>
                  <a:lnTo>
                    <a:pt x="163018" y="324878"/>
                  </a:lnTo>
                  <a:lnTo>
                    <a:pt x="179362" y="279191"/>
                  </a:lnTo>
                  <a:lnTo>
                    <a:pt x="205005" y="238892"/>
                  </a:lnTo>
                  <a:lnTo>
                    <a:pt x="238642" y="205283"/>
                  </a:lnTo>
                  <a:lnTo>
                    <a:pt x="278966" y="179664"/>
                  </a:lnTo>
                  <a:lnTo>
                    <a:pt x="324670" y="163338"/>
                  </a:lnTo>
                  <a:lnTo>
                    <a:pt x="374449" y="157607"/>
                  </a:lnTo>
                  <a:lnTo>
                    <a:pt x="679460" y="157607"/>
                  </a:lnTo>
                  <a:lnTo>
                    <a:pt x="673536" y="148702"/>
                  </a:lnTo>
                  <a:lnTo>
                    <a:pt x="642800" y="113030"/>
                  </a:lnTo>
                  <a:lnTo>
                    <a:pt x="604837" y="79036"/>
                  </a:lnTo>
                  <a:lnTo>
                    <a:pt x="563632" y="51101"/>
                  </a:lnTo>
                  <a:lnTo>
                    <a:pt x="519817" y="29225"/>
                  </a:lnTo>
                  <a:lnTo>
                    <a:pt x="474022" y="13414"/>
                  </a:lnTo>
                  <a:lnTo>
                    <a:pt x="426880" y="3671"/>
                  </a:lnTo>
                  <a:lnTo>
                    <a:pt x="379021" y="0"/>
                  </a:lnTo>
                  <a:close/>
                </a:path>
                <a:path w="749300" h="1148080">
                  <a:moveTo>
                    <a:pt x="679460" y="157607"/>
                  </a:moveTo>
                  <a:lnTo>
                    <a:pt x="374449" y="157607"/>
                  </a:lnTo>
                  <a:lnTo>
                    <a:pt x="424228" y="163338"/>
                  </a:lnTo>
                  <a:lnTo>
                    <a:pt x="469932" y="179664"/>
                  </a:lnTo>
                  <a:lnTo>
                    <a:pt x="510256" y="205283"/>
                  </a:lnTo>
                  <a:lnTo>
                    <a:pt x="543893" y="238892"/>
                  </a:lnTo>
                  <a:lnTo>
                    <a:pt x="569537" y="279191"/>
                  </a:lnTo>
                  <a:lnTo>
                    <a:pt x="585881" y="324878"/>
                  </a:lnTo>
                  <a:lnTo>
                    <a:pt x="591619" y="374650"/>
                  </a:lnTo>
                  <a:lnTo>
                    <a:pt x="585881" y="424421"/>
                  </a:lnTo>
                  <a:lnTo>
                    <a:pt x="569537" y="470108"/>
                  </a:lnTo>
                  <a:lnTo>
                    <a:pt x="543893" y="510407"/>
                  </a:lnTo>
                  <a:lnTo>
                    <a:pt x="510256" y="544016"/>
                  </a:lnTo>
                  <a:lnTo>
                    <a:pt x="469932" y="569635"/>
                  </a:lnTo>
                  <a:lnTo>
                    <a:pt x="424228" y="585961"/>
                  </a:lnTo>
                  <a:lnTo>
                    <a:pt x="374449" y="591693"/>
                  </a:lnTo>
                  <a:lnTo>
                    <a:pt x="679231" y="591693"/>
                  </a:lnTo>
                  <a:lnTo>
                    <a:pt x="715564" y="530240"/>
                  </a:lnTo>
                  <a:lnTo>
                    <a:pt x="731676" y="488431"/>
                  </a:lnTo>
                  <a:lnTo>
                    <a:pt x="742607" y="445317"/>
                  </a:lnTo>
                  <a:lnTo>
                    <a:pt x="748350" y="401394"/>
                  </a:lnTo>
                  <a:lnTo>
                    <a:pt x="748899" y="357160"/>
                  </a:lnTo>
                  <a:lnTo>
                    <a:pt x="744249" y="313111"/>
                  </a:lnTo>
                  <a:lnTo>
                    <a:pt x="734393" y="269745"/>
                  </a:lnTo>
                  <a:lnTo>
                    <a:pt x="719327" y="227556"/>
                  </a:lnTo>
                  <a:lnTo>
                    <a:pt x="699043" y="187043"/>
                  </a:lnTo>
                  <a:lnTo>
                    <a:pt x="679460" y="157607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0647" y="1284757"/>
              <a:ext cx="684250" cy="6842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32148" y="1356487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546100" h="546100">
                  <a:moveTo>
                    <a:pt x="272796" y="0"/>
                  </a:moveTo>
                  <a:lnTo>
                    <a:pt x="223770" y="4396"/>
                  </a:lnTo>
                  <a:lnTo>
                    <a:pt x="177624" y="17072"/>
                  </a:lnTo>
                  <a:lnTo>
                    <a:pt x="135127" y="37258"/>
                  </a:lnTo>
                  <a:lnTo>
                    <a:pt x="97053" y="64182"/>
                  </a:lnTo>
                  <a:lnTo>
                    <a:pt x="64171" y="97074"/>
                  </a:lnTo>
                  <a:lnTo>
                    <a:pt x="37253" y="135165"/>
                  </a:lnTo>
                  <a:lnTo>
                    <a:pt x="17071" y="177684"/>
                  </a:lnTo>
                  <a:lnTo>
                    <a:pt x="4396" y="223860"/>
                  </a:lnTo>
                  <a:lnTo>
                    <a:pt x="0" y="272923"/>
                  </a:lnTo>
                  <a:lnTo>
                    <a:pt x="4396" y="321948"/>
                  </a:lnTo>
                  <a:lnTo>
                    <a:pt x="17071" y="368094"/>
                  </a:lnTo>
                  <a:lnTo>
                    <a:pt x="37253" y="410591"/>
                  </a:lnTo>
                  <a:lnTo>
                    <a:pt x="64171" y="448665"/>
                  </a:lnTo>
                  <a:lnTo>
                    <a:pt x="97053" y="481547"/>
                  </a:lnTo>
                  <a:lnTo>
                    <a:pt x="135128" y="508465"/>
                  </a:lnTo>
                  <a:lnTo>
                    <a:pt x="177624" y="528647"/>
                  </a:lnTo>
                  <a:lnTo>
                    <a:pt x="223770" y="541322"/>
                  </a:lnTo>
                  <a:lnTo>
                    <a:pt x="272796" y="545718"/>
                  </a:lnTo>
                  <a:lnTo>
                    <a:pt x="321858" y="541322"/>
                  </a:lnTo>
                  <a:lnTo>
                    <a:pt x="368034" y="528647"/>
                  </a:lnTo>
                  <a:lnTo>
                    <a:pt x="410553" y="508465"/>
                  </a:lnTo>
                  <a:lnTo>
                    <a:pt x="448644" y="481547"/>
                  </a:lnTo>
                  <a:lnTo>
                    <a:pt x="481536" y="448665"/>
                  </a:lnTo>
                  <a:lnTo>
                    <a:pt x="508460" y="410590"/>
                  </a:lnTo>
                  <a:lnTo>
                    <a:pt x="528646" y="368094"/>
                  </a:lnTo>
                  <a:lnTo>
                    <a:pt x="541322" y="321948"/>
                  </a:lnTo>
                  <a:lnTo>
                    <a:pt x="545718" y="272923"/>
                  </a:lnTo>
                  <a:lnTo>
                    <a:pt x="541322" y="223860"/>
                  </a:lnTo>
                  <a:lnTo>
                    <a:pt x="528646" y="177684"/>
                  </a:lnTo>
                  <a:lnTo>
                    <a:pt x="508460" y="135165"/>
                  </a:lnTo>
                  <a:lnTo>
                    <a:pt x="481536" y="97074"/>
                  </a:lnTo>
                  <a:lnTo>
                    <a:pt x="448644" y="64182"/>
                  </a:lnTo>
                  <a:lnTo>
                    <a:pt x="410553" y="37258"/>
                  </a:lnTo>
                  <a:lnTo>
                    <a:pt x="368034" y="17072"/>
                  </a:lnTo>
                  <a:lnTo>
                    <a:pt x="321858" y="4396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79596" y="1488693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C41C1C"/>
                </a:solidFill>
                <a:latin typeface="Arial"/>
                <a:cs typeface="Arial"/>
              </a:rPr>
              <a:t>05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32716" y="1083563"/>
            <a:ext cx="681355" cy="1042669"/>
            <a:chOff x="932716" y="1083563"/>
            <a:chExt cx="681355" cy="1042669"/>
          </a:xfrm>
        </p:grpSpPr>
        <p:sp>
          <p:nvSpPr>
            <p:cNvPr id="31" name="object 31"/>
            <p:cNvSpPr/>
            <p:nvPr/>
          </p:nvSpPr>
          <p:spPr>
            <a:xfrm>
              <a:off x="932716" y="1083563"/>
              <a:ext cx="681355" cy="1042669"/>
            </a:xfrm>
            <a:custGeom>
              <a:avLst/>
              <a:gdLst/>
              <a:ahLst/>
              <a:cxnLst/>
              <a:rect l="l" t="t" r="r" b="b"/>
              <a:pathLst>
                <a:path w="681355" h="1042669">
                  <a:moveTo>
                    <a:pt x="344776" y="0"/>
                  </a:moveTo>
                  <a:lnTo>
                    <a:pt x="292601" y="3371"/>
                  </a:lnTo>
                  <a:lnTo>
                    <a:pt x="241316" y="14715"/>
                  </a:lnTo>
                  <a:lnTo>
                    <a:pt x="191913" y="34052"/>
                  </a:lnTo>
                  <a:lnTo>
                    <a:pt x="145386" y="61398"/>
                  </a:lnTo>
                  <a:lnTo>
                    <a:pt x="102727" y="96774"/>
                  </a:lnTo>
                  <a:lnTo>
                    <a:pt x="71816" y="131232"/>
                  </a:lnTo>
                  <a:lnTo>
                    <a:pt x="46412" y="168631"/>
                  </a:lnTo>
                  <a:lnTo>
                    <a:pt x="26521" y="208397"/>
                  </a:lnTo>
                  <a:lnTo>
                    <a:pt x="12150" y="249954"/>
                  </a:lnTo>
                  <a:lnTo>
                    <a:pt x="3307" y="292731"/>
                  </a:lnTo>
                  <a:lnTo>
                    <a:pt x="0" y="336153"/>
                  </a:lnTo>
                  <a:lnTo>
                    <a:pt x="2234" y="379646"/>
                  </a:lnTo>
                  <a:lnTo>
                    <a:pt x="10017" y="422637"/>
                  </a:lnTo>
                  <a:lnTo>
                    <a:pt x="23356" y="464552"/>
                  </a:lnTo>
                  <a:lnTo>
                    <a:pt x="42259" y="504817"/>
                  </a:lnTo>
                  <a:lnTo>
                    <a:pt x="66732" y="542859"/>
                  </a:lnTo>
                  <a:lnTo>
                    <a:pt x="96783" y="578103"/>
                  </a:lnTo>
                  <a:lnTo>
                    <a:pt x="127399" y="611288"/>
                  </a:lnTo>
                  <a:lnTo>
                    <a:pt x="156167" y="646280"/>
                  </a:lnTo>
                  <a:lnTo>
                    <a:pt x="183088" y="683077"/>
                  </a:lnTo>
                  <a:lnTo>
                    <a:pt x="208160" y="721681"/>
                  </a:lnTo>
                  <a:lnTo>
                    <a:pt x="231384" y="762089"/>
                  </a:lnTo>
                  <a:lnTo>
                    <a:pt x="252760" y="804302"/>
                  </a:lnTo>
                  <a:lnTo>
                    <a:pt x="272287" y="848319"/>
                  </a:lnTo>
                  <a:lnTo>
                    <a:pt x="289966" y="894140"/>
                  </a:lnTo>
                  <a:lnTo>
                    <a:pt x="305796" y="941763"/>
                  </a:lnTo>
                  <a:lnTo>
                    <a:pt x="319778" y="991188"/>
                  </a:lnTo>
                  <a:lnTo>
                    <a:pt x="331911" y="1042415"/>
                  </a:lnTo>
                  <a:lnTo>
                    <a:pt x="345296" y="991519"/>
                  </a:lnTo>
                  <a:lnTo>
                    <a:pt x="360491" y="942463"/>
                  </a:lnTo>
                  <a:lnTo>
                    <a:pt x="377495" y="895248"/>
                  </a:lnTo>
                  <a:lnTo>
                    <a:pt x="396307" y="849875"/>
                  </a:lnTo>
                  <a:lnTo>
                    <a:pt x="416923" y="806345"/>
                  </a:lnTo>
                  <a:lnTo>
                    <a:pt x="439344" y="764660"/>
                  </a:lnTo>
                  <a:lnTo>
                    <a:pt x="463568" y="724821"/>
                  </a:lnTo>
                  <a:lnTo>
                    <a:pt x="489592" y="686829"/>
                  </a:lnTo>
                  <a:lnTo>
                    <a:pt x="517416" y="650685"/>
                  </a:lnTo>
                  <a:lnTo>
                    <a:pt x="547038" y="616390"/>
                  </a:lnTo>
                  <a:lnTo>
                    <a:pt x="578456" y="583946"/>
                  </a:lnTo>
                  <a:lnTo>
                    <a:pt x="609361" y="549487"/>
                  </a:lnTo>
                  <a:lnTo>
                    <a:pt x="617526" y="537463"/>
                  </a:lnTo>
                  <a:lnTo>
                    <a:pt x="340585" y="537463"/>
                  </a:lnTo>
                  <a:lnTo>
                    <a:pt x="295345" y="532257"/>
                  </a:lnTo>
                  <a:lnTo>
                    <a:pt x="253816" y="517426"/>
                  </a:lnTo>
                  <a:lnTo>
                    <a:pt x="217181" y="494156"/>
                  </a:lnTo>
                  <a:lnTo>
                    <a:pt x="186625" y="463630"/>
                  </a:lnTo>
                  <a:lnTo>
                    <a:pt x="163333" y="427033"/>
                  </a:lnTo>
                  <a:lnTo>
                    <a:pt x="148489" y="385548"/>
                  </a:lnTo>
                  <a:lnTo>
                    <a:pt x="143278" y="340360"/>
                  </a:lnTo>
                  <a:lnTo>
                    <a:pt x="148489" y="295171"/>
                  </a:lnTo>
                  <a:lnTo>
                    <a:pt x="163333" y="253686"/>
                  </a:lnTo>
                  <a:lnTo>
                    <a:pt x="186625" y="217089"/>
                  </a:lnTo>
                  <a:lnTo>
                    <a:pt x="217181" y="186563"/>
                  </a:lnTo>
                  <a:lnTo>
                    <a:pt x="253816" y="163293"/>
                  </a:lnTo>
                  <a:lnTo>
                    <a:pt x="295345" y="148462"/>
                  </a:lnTo>
                  <a:lnTo>
                    <a:pt x="340585" y="143256"/>
                  </a:lnTo>
                  <a:lnTo>
                    <a:pt x="617934" y="143256"/>
                  </a:lnTo>
                  <a:lnTo>
                    <a:pt x="614464" y="137860"/>
                  </a:lnTo>
                  <a:lnTo>
                    <a:pt x="584425" y="102615"/>
                  </a:lnTo>
                  <a:lnTo>
                    <a:pt x="542652" y="66255"/>
                  </a:lnTo>
                  <a:lnTo>
                    <a:pt x="496795" y="37801"/>
                  </a:lnTo>
                  <a:lnTo>
                    <a:pt x="447859" y="17265"/>
                  </a:lnTo>
                  <a:lnTo>
                    <a:pt x="396851" y="4661"/>
                  </a:lnTo>
                  <a:lnTo>
                    <a:pt x="344776" y="0"/>
                  </a:lnTo>
                  <a:close/>
                </a:path>
                <a:path w="681355" h="1042669">
                  <a:moveTo>
                    <a:pt x="617934" y="143256"/>
                  </a:moveTo>
                  <a:lnTo>
                    <a:pt x="340585" y="143256"/>
                  </a:lnTo>
                  <a:lnTo>
                    <a:pt x="385827" y="148462"/>
                  </a:lnTo>
                  <a:lnTo>
                    <a:pt x="427364" y="163293"/>
                  </a:lnTo>
                  <a:lnTo>
                    <a:pt x="464009" y="186563"/>
                  </a:lnTo>
                  <a:lnTo>
                    <a:pt x="494576" y="217089"/>
                  </a:lnTo>
                  <a:lnTo>
                    <a:pt x="517878" y="253686"/>
                  </a:lnTo>
                  <a:lnTo>
                    <a:pt x="532729" y="295171"/>
                  </a:lnTo>
                  <a:lnTo>
                    <a:pt x="537943" y="340360"/>
                  </a:lnTo>
                  <a:lnTo>
                    <a:pt x="532729" y="385548"/>
                  </a:lnTo>
                  <a:lnTo>
                    <a:pt x="517878" y="427033"/>
                  </a:lnTo>
                  <a:lnTo>
                    <a:pt x="494576" y="463630"/>
                  </a:lnTo>
                  <a:lnTo>
                    <a:pt x="464009" y="494156"/>
                  </a:lnTo>
                  <a:lnTo>
                    <a:pt x="427364" y="517426"/>
                  </a:lnTo>
                  <a:lnTo>
                    <a:pt x="385827" y="532257"/>
                  </a:lnTo>
                  <a:lnTo>
                    <a:pt x="340585" y="537463"/>
                  </a:lnTo>
                  <a:lnTo>
                    <a:pt x="617526" y="537463"/>
                  </a:lnTo>
                  <a:lnTo>
                    <a:pt x="654648" y="472322"/>
                  </a:lnTo>
                  <a:lnTo>
                    <a:pt x="669016" y="430765"/>
                  </a:lnTo>
                  <a:lnTo>
                    <a:pt x="677858" y="387988"/>
                  </a:lnTo>
                  <a:lnTo>
                    <a:pt x="681167" y="344566"/>
                  </a:lnTo>
                  <a:lnTo>
                    <a:pt x="678936" y="301073"/>
                  </a:lnTo>
                  <a:lnTo>
                    <a:pt x="671157" y="258082"/>
                  </a:lnTo>
                  <a:lnTo>
                    <a:pt x="657823" y="216167"/>
                  </a:lnTo>
                  <a:lnTo>
                    <a:pt x="638928" y="175902"/>
                  </a:lnTo>
                  <a:lnTo>
                    <a:pt x="617934" y="143256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4024" y="1104874"/>
              <a:ext cx="632485" cy="63248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24496" y="1175511"/>
              <a:ext cx="496570" cy="496570"/>
            </a:xfrm>
            <a:custGeom>
              <a:avLst/>
              <a:gdLst/>
              <a:ahLst/>
              <a:cxnLst/>
              <a:rect l="l" t="t" r="r" b="b"/>
              <a:pathLst>
                <a:path w="496569" h="496569">
                  <a:moveTo>
                    <a:pt x="248043" y="0"/>
                  </a:moveTo>
                  <a:lnTo>
                    <a:pt x="198056" y="5042"/>
                  </a:lnTo>
                  <a:lnTo>
                    <a:pt x="151497" y="19504"/>
                  </a:lnTo>
                  <a:lnTo>
                    <a:pt x="109363" y="42386"/>
                  </a:lnTo>
                  <a:lnTo>
                    <a:pt x="72653" y="72691"/>
                  </a:lnTo>
                  <a:lnTo>
                    <a:pt x="42364" y="109419"/>
                  </a:lnTo>
                  <a:lnTo>
                    <a:pt x="19493" y="151572"/>
                  </a:lnTo>
                  <a:lnTo>
                    <a:pt x="5039" y="198151"/>
                  </a:lnTo>
                  <a:lnTo>
                    <a:pt x="0" y="248158"/>
                  </a:lnTo>
                  <a:lnTo>
                    <a:pt x="5039" y="298122"/>
                  </a:lnTo>
                  <a:lnTo>
                    <a:pt x="19493" y="344670"/>
                  </a:lnTo>
                  <a:lnTo>
                    <a:pt x="42364" y="386800"/>
                  </a:lnTo>
                  <a:lnTo>
                    <a:pt x="72653" y="423513"/>
                  </a:lnTo>
                  <a:lnTo>
                    <a:pt x="109363" y="453808"/>
                  </a:lnTo>
                  <a:lnTo>
                    <a:pt x="151497" y="476686"/>
                  </a:lnTo>
                  <a:lnTo>
                    <a:pt x="198056" y="491146"/>
                  </a:lnTo>
                  <a:lnTo>
                    <a:pt x="248043" y="496188"/>
                  </a:lnTo>
                  <a:lnTo>
                    <a:pt x="298044" y="491146"/>
                  </a:lnTo>
                  <a:lnTo>
                    <a:pt x="344609" y="476686"/>
                  </a:lnTo>
                  <a:lnTo>
                    <a:pt x="386741" y="453808"/>
                  </a:lnTo>
                  <a:lnTo>
                    <a:pt x="423446" y="423513"/>
                  </a:lnTo>
                  <a:lnTo>
                    <a:pt x="453727" y="386800"/>
                  </a:lnTo>
                  <a:lnTo>
                    <a:pt x="476590" y="344670"/>
                  </a:lnTo>
                  <a:lnTo>
                    <a:pt x="491037" y="298122"/>
                  </a:lnTo>
                  <a:lnTo>
                    <a:pt x="496074" y="248158"/>
                  </a:lnTo>
                  <a:lnTo>
                    <a:pt x="491037" y="198151"/>
                  </a:lnTo>
                  <a:lnTo>
                    <a:pt x="476590" y="151572"/>
                  </a:lnTo>
                  <a:lnTo>
                    <a:pt x="453727" y="109419"/>
                  </a:lnTo>
                  <a:lnTo>
                    <a:pt x="423446" y="72691"/>
                  </a:lnTo>
                  <a:lnTo>
                    <a:pt x="386741" y="42386"/>
                  </a:lnTo>
                  <a:lnTo>
                    <a:pt x="344609" y="19504"/>
                  </a:lnTo>
                  <a:lnTo>
                    <a:pt x="298044" y="5042"/>
                  </a:lnTo>
                  <a:lnTo>
                    <a:pt x="248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60475" y="1296365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212121"/>
                </a:solidFill>
                <a:latin typeface="Arial"/>
                <a:cs typeface="Arial"/>
              </a:rPr>
              <a:t>06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60875" y="1259840"/>
            <a:ext cx="137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03070" y="1116584"/>
            <a:ext cx="137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6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90825" y="4192651"/>
            <a:ext cx="1380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 algn="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05041" y="2882645"/>
            <a:ext cx="137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20636" y="5383148"/>
            <a:ext cx="137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5280" algn="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editable.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 to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870440" y="3450717"/>
            <a:ext cx="1379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100%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0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Adapt</a:t>
            </a:r>
            <a:r>
              <a:rPr sz="10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000" spc="-3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0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000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2057019"/>
            <a:ext cx="67945" cy="153035"/>
          </a:xfrm>
          <a:custGeom>
            <a:avLst/>
            <a:gdLst/>
            <a:ahLst/>
            <a:cxnLst/>
            <a:rect l="l" t="t" r="r" b="b"/>
            <a:pathLst>
              <a:path w="67945" h="153035">
                <a:moveTo>
                  <a:pt x="67703" y="0"/>
                </a:moveTo>
                <a:lnTo>
                  <a:pt x="0" y="68758"/>
                </a:lnTo>
                <a:lnTo>
                  <a:pt x="0" y="83512"/>
                </a:lnTo>
                <a:lnTo>
                  <a:pt x="67064" y="152780"/>
                </a:lnTo>
                <a:lnTo>
                  <a:pt x="67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30</a:t>
            </a:r>
            <a:r>
              <a:rPr spc="-20" dirty="0"/>
              <a:t> </a:t>
            </a:r>
            <a:r>
              <a:rPr dirty="0"/>
              <a:t>60</a:t>
            </a:r>
            <a:r>
              <a:rPr spc="-20" dirty="0"/>
              <a:t> </a:t>
            </a:r>
            <a:r>
              <a:rPr dirty="0"/>
              <a:t>90</a:t>
            </a:r>
            <a:r>
              <a:rPr spc="-20" dirty="0"/>
              <a:t> </a:t>
            </a:r>
            <a:r>
              <a:rPr dirty="0"/>
              <a:t>Days</a:t>
            </a:r>
            <a:r>
              <a:rPr spc="-15" dirty="0"/>
              <a:t> </a:t>
            </a:r>
            <a:r>
              <a:rPr spc="-20" dirty="0"/>
              <a:t>Plan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6535" y="1804923"/>
            <a:ext cx="1901189" cy="1927225"/>
            <a:chOff x="1486535" y="1804923"/>
            <a:chExt cx="1901189" cy="1927225"/>
          </a:xfrm>
        </p:grpSpPr>
        <p:sp>
          <p:nvSpPr>
            <p:cNvPr id="4" name="object 4"/>
            <p:cNvSpPr/>
            <p:nvPr/>
          </p:nvSpPr>
          <p:spPr>
            <a:xfrm>
              <a:off x="1486535" y="1804923"/>
              <a:ext cx="1901189" cy="1927225"/>
            </a:xfrm>
            <a:custGeom>
              <a:avLst/>
              <a:gdLst/>
              <a:ahLst/>
              <a:cxnLst/>
              <a:rect l="l" t="t" r="r" b="b"/>
              <a:pathLst>
                <a:path w="1901189" h="1927225">
                  <a:moveTo>
                    <a:pt x="1900809" y="987425"/>
                  </a:moveTo>
                  <a:lnTo>
                    <a:pt x="1899640" y="936625"/>
                  </a:lnTo>
                  <a:lnTo>
                    <a:pt x="1896186" y="885825"/>
                  </a:lnTo>
                  <a:lnTo>
                    <a:pt x="1890496" y="847725"/>
                  </a:lnTo>
                  <a:lnTo>
                    <a:pt x="1882622" y="796925"/>
                  </a:lnTo>
                  <a:lnTo>
                    <a:pt x="1872627" y="758825"/>
                  </a:lnTo>
                  <a:lnTo>
                    <a:pt x="1861947" y="713854"/>
                  </a:lnTo>
                  <a:lnTo>
                    <a:pt x="1861947" y="987425"/>
                  </a:lnTo>
                  <a:lnTo>
                    <a:pt x="1860677" y="1025525"/>
                  </a:lnTo>
                  <a:lnTo>
                    <a:pt x="1856930" y="1076325"/>
                  </a:lnTo>
                  <a:lnTo>
                    <a:pt x="1850758" y="1127125"/>
                  </a:lnTo>
                  <a:lnTo>
                    <a:pt x="1842223" y="1177925"/>
                  </a:lnTo>
                  <a:lnTo>
                    <a:pt x="1831403" y="1216025"/>
                  </a:lnTo>
                  <a:lnTo>
                    <a:pt x="1818335" y="1266825"/>
                  </a:lnTo>
                  <a:lnTo>
                    <a:pt x="1803107" y="1304925"/>
                  </a:lnTo>
                  <a:lnTo>
                    <a:pt x="1785772" y="1343025"/>
                  </a:lnTo>
                  <a:lnTo>
                    <a:pt x="1766379" y="1393825"/>
                  </a:lnTo>
                  <a:lnTo>
                    <a:pt x="1745018" y="1431925"/>
                  </a:lnTo>
                  <a:lnTo>
                    <a:pt x="1721739" y="1470025"/>
                  </a:lnTo>
                  <a:lnTo>
                    <a:pt x="1696605" y="1508125"/>
                  </a:lnTo>
                  <a:lnTo>
                    <a:pt x="1669669" y="1546225"/>
                  </a:lnTo>
                  <a:lnTo>
                    <a:pt x="1641017" y="1584325"/>
                  </a:lnTo>
                  <a:lnTo>
                    <a:pt x="1610690" y="1609725"/>
                  </a:lnTo>
                  <a:lnTo>
                    <a:pt x="1578762" y="1647825"/>
                  </a:lnTo>
                  <a:lnTo>
                    <a:pt x="1545297" y="1673225"/>
                  </a:lnTo>
                  <a:lnTo>
                    <a:pt x="1510347" y="1698625"/>
                  </a:lnTo>
                  <a:lnTo>
                    <a:pt x="1473987" y="1724025"/>
                  </a:lnTo>
                  <a:lnTo>
                    <a:pt x="1436281" y="1749425"/>
                  </a:lnTo>
                  <a:lnTo>
                    <a:pt x="1397279" y="1774825"/>
                  </a:lnTo>
                  <a:lnTo>
                    <a:pt x="1357058" y="1800225"/>
                  </a:lnTo>
                  <a:lnTo>
                    <a:pt x="1315681" y="1812925"/>
                  </a:lnTo>
                  <a:lnTo>
                    <a:pt x="1273187" y="1838325"/>
                  </a:lnTo>
                  <a:lnTo>
                    <a:pt x="1229677" y="1851025"/>
                  </a:lnTo>
                  <a:lnTo>
                    <a:pt x="1093533" y="1889125"/>
                  </a:lnTo>
                  <a:lnTo>
                    <a:pt x="807135" y="1889125"/>
                  </a:lnTo>
                  <a:lnTo>
                    <a:pt x="671004" y="1851025"/>
                  </a:lnTo>
                  <a:lnTo>
                    <a:pt x="627494" y="1838325"/>
                  </a:lnTo>
                  <a:lnTo>
                    <a:pt x="585012" y="1812925"/>
                  </a:lnTo>
                  <a:lnTo>
                    <a:pt x="543636" y="1800225"/>
                  </a:lnTo>
                  <a:lnTo>
                    <a:pt x="503415" y="1774825"/>
                  </a:lnTo>
                  <a:lnTo>
                    <a:pt x="464426" y="1749425"/>
                  </a:lnTo>
                  <a:lnTo>
                    <a:pt x="426720" y="1724025"/>
                  </a:lnTo>
                  <a:lnTo>
                    <a:pt x="390372" y="1698625"/>
                  </a:lnTo>
                  <a:lnTo>
                    <a:pt x="355422" y="1673225"/>
                  </a:lnTo>
                  <a:lnTo>
                    <a:pt x="321970" y="1647825"/>
                  </a:lnTo>
                  <a:lnTo>
                    <a:pt x="290042" y="1609725"/>
                  </a:lnTo>
                  <a:lnTo>
                    <a:pt x="259727" y="1584325"/>
                  </a:lnTo>
                  <a:lnTo>
                    <a:pt x="231076" y="1546225"/>
                  </a:lnTo>
                  <a:lnTo>
                    <a:pt x="204152" y="1508125"/>
                  </a:lnTo>
                  <a:lnTo>
                    <a:pt x="179019" y="1470025"/>
                  </a:lnTo>
                  <a:lnTo>
                    <a:pt x="155740" y="1431925"/>
                  </a:lnTo>
                  <a:lnTo>
                    <a:pt x="134378" y="1393825"/>
                  </a:lnTo>
                  <a:lnTo>
                    <a:pt x="115011" y="1343025"/>
                  </a:lnTo>
                  <a:lnTo>
                    <a:pt x="97675" y="1304925"/>
                  </a:lnTo>
                  <a:lnTo>
                    <a:pt x="82448" y="1266825"/>
                  </a:lnTo>
                  <a:lnTo>
                    <a:pt x="69392" y="1216025"/>
                  </a:lnTo>
                  <a:lnTo>
                    <a:pt x="58559" y="1177925"/>
                  </a:lnTo>
                  <a:lnTo>
                    <a:pt x="50038" y="1127125"/>
                  </a:lnTo>
                  <a:lnTo>
                    <a:pt x="43865" y="1076325"/>
                  </a:lnTo>
                  <a:lnTo>
                    <a:pt x="40119" y="1025525"/>
                  </a:lnTo>
                  <a:lnTo>
                    <a:pt x="38862" y="987425"/>
                  </a:lnTo>
                  <a:lnTo>
                    <a:pt x="40119" y="936625"/>
                  </a:lnTo>
                  <a:lnTo>
                    <a:pt x="43865" y="885825"/>
                  </a:lnTo>
                  <a:lnTo>
                    <a:pt x="50038" y="835025"/>
                  </a:lnTo>
                  <a:lnTo>
                    <a:pt x="58559" y="796925"/>
                  </a:lnTo>
                  <a:lnTo>
                    <a:pt x="69392" y="746125"/>
                  </a:lnTo>
                  <a:lnTo>
                    <a:pt x="82448" y="708025"/>
                  </a:lnTo>
                  <a:lnTo>
                    <a:pt x="97675" y="657225"/>
                  </a:lnTo>
                  <a:lnTo>
                    <a:pt x="115011" y="619125"/>
                  </a:lnTo>
                  <a:lnTo>
                    <a:pt x="134378" y="581025"/>
                  </a:lnTo>
                  <a:lnTo>
                    <a:pt x="155740" y="530225"/>
                  </a:lnTo>
                  <a:lnTo>
                    <a:pt x="179019" y="492125"/>
                  </a:lnTo>
                  <a:lnTo>
                    <a:pt x="204152" y="454025"/>
                  </a:lnTo>
                  <a:lnTo>
                    <a:pt x="231076" y="428625"/>
                  </a:lnTo>
                  <a:lnTo>
                    <a:pt x="259727" y="390525"/>
                  </a:lnTo>
                  <a:lnTo>
                    <a:pt x="290042" y="352425"/>
                  </a:lnTo>
                  <a:lnTo>
                    <a:pt x="321970" y="327025"/>
                  </a:lnTo>
                  <a:lnTo>
                    <a:pt x="355422" y="288925"/>
                  </a:lnTo>
                  <a:lnTo>
                    <a:pt x="390372" y="263525"/>
                  </a:lnTo>
                  <a:lnTo>
                    <a:pt x="426720" y="238125"/>
                  </a:lnTo>
                  <a:lnTo>
                    <a:pt x="464426" y="212725"/>
                  </a:lnTo>
                  <a:lnTo>
                    <a:pt x="503415" y="187325"/>
                  </a:lnTo>
                  <a:lnTo>
                    <a:pt x="535876" y="166827"/>
                  </a:lnTo>
                  <a:lnTo>
                    <a:pt x="543560" y="184531"/>
                  </a:lnTo>
                  <a:lnTo>
                    <a:pt x="568960" y="170942"/>
                  </a:lnTo>
                  <a:lnTo>
                    <a:pt x="613117" y="153784"/>
                  </a:lnTo>
                  <a:lnTo>
                    <a:pt x="658304" y="138709"/>
                  </a:lnTo>
                  <a:lnTo>
                    <a:pt x="704469" y="125793"/>
                  </a:lnTo>
                  <a:lnTo>
                    <a:pt x="751535" y="115100"/>
                  </a:lnTo>
                  <a:lnTo>
                    <a:pt x="799439" y="106680"/>
                  </a:lnTo>
                  <a:lnTo>
                    <a:pt x="848118" y="100584"/>
                  </a:lnTo>
                  <a:lnTo>
                    <a:pt x="897509" y="96888"/>
                  </a:lnTo>
                  <a:lnTo>
                    <a:pt x="947547" y="95631"/>
                  </a:lnTo>
                  <a:lnTo>
                    <a:pt x="997610" y="96888"/>
                  </a:lnTo>
                  <a:lnTo>
                    <a:pt x="1047026" y="100584"/>
                  </a:lnTo>
                  <a:lnTo>
                    <a:pt x="1095705" y="106680"/>
                  </a:lnTo>
                  <a:lnTo>
                    <a:pt x="1143609" y="115100"/>
                  </a:lnTo>
                  <a:lnTo>
                    <a:pt x="1190675" y="125793"/>
                  </a:lnTo>
                  <a:lnTo>
                    <a:pt x="1236840" y="138709"/>
                  </a:lnTo>
                  <a:lnTo>
                    <a:pt x="1282052" y="153784"/>
                  </a:lnTo>
                  <a:lnTo>
                    <a:pt x="1326261" y="170942"/>
                  </a:lnTo>
                  <a:lnTo>
                    <a:pt x="1362202" y="190246"/>
                  </a:lnTo>
                  <a:lnTo>
                    <a:pt x="1369796" y="169976"/>
                  </a:lnTo>
                  <a:lnTo>
                    <a:pt x="1436281" y="212725"/>
                  </a:lnTo>
                  <a:lnTo>
                    <a:pt x="1473987" y="238125"/>
                  </a:lnTo>
                  <a:lnTo>
                    <a:pt x="1510347" y="263525"/>
                  </a:lnTo>
                  <a:lnTo>
                    <a:pt x="1545297" y="288925"/>
                  </a:lnTo>
                  <a:lnTo>
                    <a:pt x="1578762" y="327025"/>
                  </a:lnTo>
                  <a:lnTo>
                    <a:pt x="1610690" y="352425"/>
                  </a:lnTo>
                  <a:lnTo>
                    <a:pt x="1641017" y="390525"/>
                  </a:lnTo>
                  <a:lnTo>
                    <a:pt x="1669669" y="428625"/>
                  </a:lnTo>
                  <a:lnTo>
                    <a:pt x="1696605" y="454025"/>
                  </a:lnTo>
                  <a:lnTo>
                    <a:pt x="1721739" y="492125"/>
                  </a:lnTo>
                  <a:lnTo>
                    <a:pt x="1745018" y="530225"/>
                  </a:lnTo>
                  <a:lnTo>
                    <a:pt x="1766379" y="581025"/>
                  </a:lnTo>
                  <a:lnTo>
                    <a:pt x="1785772" y="619125"/>
                  </a:lnTo>
                  <a:lnTo>
                    <a:pt x="1803107" y="657225"/>
                  </a:lnTo>
                  <a:lnTo>
                    <a:pt x="1818335" y="708025"/>
                  </a:lnTo>
                  <a:lnTo>
                    <a:pt x="1831403" y="746125"/>
                  </a:lnTo>
                  <a:lnTo>
                    <a:pt x="1842223" y="796925"/>
                  </a:lnTo>
                  <a:lnTo>
                    <a:pt x="1850758" y="835025"/>
                  </a:lnTo>
                  <a:lnTo>
                    <a:pt x="1856930" y="885825"/>
                  </a:lnTo>
                  <a:lnTo>
                    <a:pt x="1860677" y="936625"/>
                  </a:lnTo>
                  <a:lnTo>
                    <a:pt x="1861947" y="987425"/>
                  </a:lnTo>
                  <a:lnTo>
                    <a:pt x="1861947" y="713854"/>
                  </a:lnTo>
                  <a:lnTo>
                    <a:pt x="1860562" y="708025"/>
                  </a:lnTo>
                  <a:lnTo>
                    <a:pt x="1846465" y="669925"/>
                  </a:lnTo>
                  <a:lnTo>
                    <a:pt x="1830412" y="619125"/>
                  </a:lnTo>
                  <a:lnTo>
                    <a:pt x="1812455" y="581025"/>
                  </a:lnTo>
                  <a:lnTo>
                    <a:pt x="1792643" y="542925"/>
                  </a:lnTo>
                  <a:lnTo>
                    <a:pt x="1771027" y="504825"/>
                  </a:lnTo>
                  <a:lnTo>
                    <a:pt x="1747672" y="466725"/>
                  </a:lnTo>
                  <a:lnTo>
                    <a:pt x="1722615" y="428625"/>
                  </a:lnTo>
                  <a:lnTo>
                    <a:pt x="1695932" y="390525"/>
                  </a:lnTo>
                  <a:lnTo>
                    <a:pt x="1667649" y="365125"/>
                  </a:lnTo>
                  <a:lnTo>
                    <a:pt x="1637855" y="327025"/>
                  </a:lnTo>
                  <a:lnTo>
                    <a:pt x="1606588" y="301625"/>
                  </a:lnTo>
                  <a:lnTo>
                    <a:pt x="1573898" y="263525"/>
                  </a:lnTo>
                  <a:lnTo>
                    <a:pt x="1539836" y="238125"/>
                  </a:lnTo>
                  <a:lnTo>
                    <a:pt x="1504480" y="212725"/>
                  </a:lnTo>
                  <a:lnTo>
                    <a:pt x="1467853" y="187325"/>
                  </a:lnTo>
                  <a:lnTo>
                    <a:pt x="1430032" y="161925"/>
                  </a:lnTo>
                  <a:lnTo>
                    <a:pt x="1391069" y="136525"/>
                  </a:lnTo>
                  <a:lnTo>
                    <a:pt x="1383245" y="134048"/>
                  </a:lnTo>
                  <a:lnTo>
                    <a:pt x="1395984" y="100076"/>
                  </a:lnTo>
                  <a:lnTo>
                    <a:pt x="1315389" y="64058"/>
                  </a:lnTo>
                  <a:lnTo>
                    <a:pt x="1265669" y="47472"/>
                  </a:lnTo>
                  <a:lnTo>
                    <a:pt x="1214894" y="33261"/>
                  </a:lnTo>
                  <a:lnTo>
                    <a:pt x="1163142" y="21463"/>
                  </a:lnTo>
                  <a:lnTo>
                    <a:pt x="1110449" y="12179"/>
                  </a:lnTo>
                  <a:lnTo>
                    <a:pt x="1056919" y="5461"/>
                  </a:lnTo>
                  <a:lnTo>
                    <a:pt x="1002588" y="1384"/>
                  </a:lnTo>
                  <a:lnTo>
                    <a:pt x="947547" y="0"/>
                  </a:lnTo>
                  <a:lnTo>
                    <a:pt x="892492" y="1384"/>
                  </a:lnTo>
                  <a:lnTo>
                    <a:pt x="838161" y="5461"/>
                  </a:lnTo>
                  <a:lnTo>
                    <a:pt x="784631" y="12179"/>
                  </a:lnTo>
                  <a:lnTo>
                    <a:pt x="731964" y="21463"/>
                  </a:lnTo>
                  <a:lnTo>
                    <a:pt x="680212" y="33261"/>
                  </a:lnTo>
                  <a:lnTo>
                    <a:pt x="629462" y="47472"/>
                  </a:lnTo>
                  <a:lnTo>
                    <a:pt x="579780" y="64058"/>
                  </a:lnTo>
                  <a:lnTo>
                    <a:pt x="531241" y="82931"/>
                  </a:lnTo>
                  <a:lnTo>
                    <a:pt x="505460" y="96647"/>
                  </a:lnTo>
                  <a:lnTo>
                    <a:pt x="521157" y="132867"/>
                  </a:lnTo>
                  <a:lnTo>
                    <a:pt x="509625" y="136525"/>
                  </a:lnTo>
                  <a:lnTo>
                    <a:pt x="470662" y="161925"/>
                  </a:lnTo>
                  <a:lnTo>
                    <a:pt x="432854" y="187325"/>
                  </a:lnTo>
                  <a:lnTo>
                    <a:pt x="396240" y="212725"/>
                  </a:lnTo>
                  <a:lnTo>
                    <a:pt x="360883" y="238125"/>
                  </a:lnTo>
                  <a:lnTo>
                    <a:pt x="326821" y="263525"/>
                  </a:lnTo>
                  <a:lnTo>
                    <a:pt x="294144" y="301625"/>
                  </a:lnTo>
                  <a:lnTo>
                    <a:pt x="262877" y="327025"/>
                  </a:lnTo>
                  <a:lnTo>
                    <a:pt x="233083" y="365125"/>
                  </a:lnTo>
                  <a:lnTo>
                    <a:pt x="204825" y="390525"/>
                  </a:lnTo>
                  <a:lnTo>
                    <a:pt x="178142" y="428625"/>
                  </a:lnTo>
                  <a:lnTo>
                    <a:pt x="153085" y="466725"/>
                  </a:lnTo>
                  <a:lnTo>
                    <a:pt x="129730" y="504825"/>
                  </a:lnTo>
                  <a:lnTo>
                    <a:pt x="108127" y="542925"/>
                  </a:lnTo>
                  <a:lnTo>
                    <a:pt x="88315" y="581025"/>
                  </a:lnTo>
                  <a:lnTo>
                    <a:pt x="70358" y="619125"/>
                  </a:lnTo>
                  <a:lnTo>
                    <a:pt x="54317" y="669925"/>
                  </a:lnTo>
                  <a:lnTo>
                    <a:pt x="40233" y="708025"/>
                  </a:lnTo>
                  <a:lnTo>
                    <a:pt x="28155" y="758825"/>
                  </a:lnTo>
                  <a:lnTo>
                    <a:pt x="18161" y="796925"/>
                  </a:lnTo>
                  <a:lnTo>
                    <a:pt x="10299" y="847725"/>
                  </a:lnTo>
                  <a:lnTo>
                    <a:pt x="4610" y="885825"/>
                  </a:lnTo>
                  <a:lnTo>
                    <a:pt x="1155" y="936625"/>
                  </a:lnTo>
                  <a:lnTo>
                    <a:pt x="0" y="987425"/>
                  </a:lnTo>
                  <a:lnTo>
                    <a:pt x="1155" y="1025525"/>
                  </a:lnTo>
                  <a:lnTo>
                    <a:pt x="4610" y="1076325"/>
                  </a:lnTo>
                  <a:lnTo>
                    <a:pt x="10299" y="1127125"/>
                  </a:lnTo>
                  <a:lnTo>
                    <a:pt x="18161" y="1165225"/>
                  </a:lnTo>
                  <a:lnTo>
                    <a:pt x="28155" y="1216025"/>
                  </a:lnTo>
                  <a:lnTo>
                    <a:pt x="40233" y="1254125"/>
                  </a:lnTo>
                  <a:lnTo>
                    <a:pt x="54317" y="1304925"/>
                  </a:lnTo>
                  <a:lnTo>
                    <a:pt x="70358" y="1343025"/>
                  </a:lnTo>
                  <a:lnTo>
                    <a:pt x="88315" y="1381125"/>
                  </a:lnTo>
                  <a:lnTo>
                    <a:pt x="108127" y="1419225"/>
                  </a:lnTo>
                  <a:lnTo>
                    <a:pt x="129730" y="1457325"/>
                  </a:lnTo>
                  <a:lnTo>
                    <a:pt x="153085" y="1495425"/>
                  </a:lnTo>
                  <a:lnTo>
                    <a:pt x="178142" y="1533525"/>
                  </a:lnTo>
                  <a:lnTo>
                    <a:pt x="204825" y="1571625"/>
                  </a:lnTo>
                  <a:lnTo>
                    <a:pt x="233083" y="1609725"/>
                  </a:lnTo>
                  <a:lnTo>
                    <a:pt x="262877" y="1635125"/>
                  </a:lnTo>
                  <a:lnTo>
                    <a:pt x="294144" y="1673225"/>
                  </a:lnTo>
                  <a:lnTo>
                    <a:pt x="326821" y="1698625"/>
                  </a:lnTo>
                  <a:lnTo>
                    <a:pt x="360883" y="1724025"/>
                  </a:lnTo>
                  <a:lnTo>
                    <a:pt x="396240" y="1749425"/>
                  </a:lnTo>
                  <a:lnTo>
                    <a:pt x="432854" y="1774825"/>
                  </a:lnTo>
                  <a:lnTo>
                    <a:pt x="470662" y="1800225"/>
                  </a:lnTo>
                  <a:lnTo>
                    <a:pt x="509625" y="1825625"/>
                  </a:lnTo>
                  <a:lnTo>
                    <a:pt x="549681" y="1851025"/>
                  </a:lnTo>
                  <a:lnTo>
                    <a:pt x="590778" y="1863725"/>
                  </a:lnTo>
                  <a:lnTo>
                    <a:pt x="675855" y="1889125"/>
                  </a:lnTo>
                  <a:lnTo>
                    <a:pt x="809891" y="1927225"/>
                  </a:lnTo>
                  <a:lnTo>
                    <a:pt x="1090777" y="1927225"/>
                  </a:lnTo>
                  <a:lnTo>
                    <a:pt x="1224826" y="1889125"/>
                  </a:lnTo>
                  <a:lnTo>
                    <a:pt x="1309916" y="1863725"/>
                  </a:lnTo>
                  <a:lnTo>
                    <a:pt x="1351013" y="1851025"/>
                  </a:lnTo>
                  <a:lnTo>
                    <a:pt x="1391069" y="1825625"/>
                  </a:lnTo>
                  <a:lnTo>
                    <a:pt x="1430032" y="1800225"/>
                  </a:lnTo>
                  <a:lnTo>
                    <a:pt x="1467853" y="1774825"/>
                  </a:lnTo>
                  <a:lnTo>
                    <a:pt x="1504480" y="1749425"/>
                  </a:lnTo>
                  <a:lnTo>
                    <a:pt x="1539836" y="1724025"/>
                  </a:lnTo>
                  <a:lnTo>
                    <a:pt x="1573898" y="1698625"/>
                  </a:lnTo>
                  <a:lnTo>
                    <a:pt x="1606588" y="1673225"/>
                  </a:lnTo>
                  <a:lnTo>
                    <a:pt x="1637855" y="1635125"/>
                  </a:lnTo>
                  <a:lnTo>
                    <a:pt x="1667649" y="1609725"/>
                  </a:lnTo>
                  <a:lnTo>
                    <a:pt x="1695932" y="1571625"/>
                  </a:lnTo>
                  <a:lnTo>
                    <a:pt x="1722615" y="1533525"/>
                  </a:lnTo>
                  <a:lnTo>
                    <a:pt x="1747672" y="1495425"/>
                  </a:lnTo>
                  <a:lnTo>
                    <a:pt x="1771027" y="1457325"/>
                  </a:lnTo>
                  <a:lnTo>
                    <a:pt x="1792643" y="1419225"/>
                  </a:lnTo>
                  <a:lnTo>
                    <a:pt x="1812455" y="1381125"/>
                  </a:lnTo>
                  <a:lnTo>
                    <a:pt x="1830412" y="1343025"/>
                  </a:lnTo>
                  <a:lnTo>
                    <a:pt x="1846465" y="1304925"/>
                  </a:lnTo>
                  <a:lnTo>
                    <a:pt x="1860562" y="1254125"/>
                  </a:lnTo>
                  <a:lnTo>
                    <a:pt x="1872627" y="1216025"/>
                  </a:lnTo>
                  <a:lnTo>
                    <a:pt x="1882622" y="1165225"/>
                  </a:lnTo>
                  <a:lnTo>
                    <a:pt x="1890496" y="1127125"/>
                  </a:lnTo>
                  <a:lnTo>
                    <a:pt x="1896186" y="1076325"/>
                  </a:lnTo>
                  <a:lnTo>
                    <a:pt x="1899640" y="1025525"/>
                  </a:lnTo>
                  <a:lnTo>
                    <a:pt x="1900809" y="98742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7152" y="1927859"/>
              <a:ext cx="1677924" cy="1676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77543" y="2008250"/>
              <a:ext cx="1520825" cy="1520825"/>
            </a:xfrm>
            <a:custGeom>
              <a:avLst/>
              <a:gdLst/>
              <a:ahLst/>
              <a:cxnLst/>
              <a:rect l="l" t="t" r="r" b="b"/>
              <a:pathLst>
                <a:path w="1520825" h="1520825">
                  <a:moveTo>
                    <a:pt x="760349" y="0"/>
                  </a:moveTo>
                  <a:lnTo>
                    <a:pt x="712256" y="1496"/>
                  </a:lnTo>
                  <a:lnTo>
                    <a:pt x="664960" y="5925"/>
                  </a:lnTo>
                  <a:lnTo>
                    <a:pt x="618549" y="13198"/>
                  </a:lnTo>
                  <a:lnTo>
                    <a:pt x="573111" y="23225"/>
                  </a:lnTo>
                  <a:lnTo>
                    <a:pt x="528736" y="35918"/>
                  </a:lnTo>
                  <a:lnTo>
                    <a:pt x="485513" y="51188"/>
                  </a:lnTo>
                  <a:lnTo>
                    <a:pt x="443531" y="68945"/>
                  </a:lnTo>
                  <a:lnTo>
                    <a:pt x="402878" y="89100"/>
                  </a:lnTo>
                  <a:lnTo>
                    <a:pt x="363644" y="111563"/>
                  </a:lnTo>
                  <a:lnTo>
                    <a:pt x="325919" y="136247"/>
                  </a:lnTo>
                  <a:lnTo>
                    <a:pt x="289790" y="163061"/>
                  </a:lnTo>
                  <a:lnTo>
                    <a:pt x="255346" y="191917"/>
                  </a:lnTo>
                  <a:lnTo>
                    <a:pt x="222678" y="222726"/>
                  </a:lnTo>
                  <a:lnTo>
                    <a:pt x="191874" y="255397"/>
                  </a:lnTo>
                  <a:lnTo>
                    <a:pt x="163022" y="289843"/>
                  </a:lnTo>
                  <a:lnTo>
                    <a:pt x="136212" y="325974"/>
                  </a:lnTo>
                  <a:lnTo>
                    <a:pt x="111533" y="363701"/>
                  </a:lnTo>
                  <a:lnTo>
                    <a:pt x="89075" y="402934"/>
                  </a:lnTo>
                  <a:lnTo>
                    <a:pt x="68924" y="443585"/>
                  </a:lnTo>
                  <a:lnTo>
                    <a:pt x="51172" y="485565"/>
                  </a:lnTo>
                  <a:lnTo>
                    <a:pt x="35907" y="528784"/>
                  </a:lnTo>
                  <a:lnTo>
                    <a:pt x="23218" y="573153"/>
                  </a:lnTo>
                  <a:lnTo>
                    <a:pt x="13193" y="618583"/>
                  </a:lnTo>
                  <a:lnTo>
                    <a:pt x="5923" y="664985"/>
                  </a:lnTo>
                  <a:lnTo>
                    <a:pt x="1495" y="712270"/>
                  </a:lnTo>
                  <a:lnTo>
                    <a:pt x="0" y="760349"/>
                  </a:lnTo>
                  <a:lnTo>
                    <a:pt x="1495" y="808441"/>
                  </a:lnTo>
                  <a:lnTo>
                    <a:pt x="5923" y="855737"/>
                  </a:lnTo>
                  <a:lnTo>
                    <a:pt x="13193" y="902148"/>
                  </a:lnTo>
                  <a:lnTo>
                    <a:pt x="23218" y="947586"/>
                  </a:lnTo>
                  <a:lnTo>
                    <a:pt x="35907" y="991961"/>
                  </a:lnTo>
                  <a:lnTo>
                    <a:pt x="51172" y="1035184"/>
                  </a:lnTo>
                  <a:lnTo>
                    <a:pt x="68924" y="1077166"/>
                  </a:lnTo>
                  <a:lnTo>
                    <a:pt x="89075" y="1117819"/>
                  </a:lnTo>
                  <a:lnTo>
                    <a:pt x="111533" y="1157053"/>
                  </a:lnTo>
                  <a:lnTo>
                    <a:pt x="136212" y="1194778"/>
                  </a:lnTo>
                  <a:lnTo>
                    <a:pt x="163022" y="1230907"/>
                  </a:lnTo>
                  <a:lnTo>
                    <a:pt x="191874" y="1265351"/>
                  </a:lnTo>
                  <a:lnTo>
                    <a:pt x="222678" y="1298019"/>
                  </a:lnTo>
                  <a:lnTo>
                    <a:pt x="255346" y="1328823"/>
                  </a:lnTo>
                  <a:lnTo>
                    <a:pt x="289790" y="1357675"/>
                  </a:lnTo>
                  <a:lnTo>
                    <a:pt x="325919" y="1384485"/>
                  </a:lnTo>
                  <a:lnTo>
                    <a:pt x="363644" y="1409164"/>
                  </a:lnTo>
                  <a:lnTo>
                    <a:pt x="402878" y="1431622"/>
                  </a:lnTo>
                  <a:lnTo>
                    <a:pt x="443531" y="1451773"/>
                  </a:lnTo>
                  <a:lnTo>
                    <a:pt x="485513" y="1469525"/>
                  </a:lnTo>
                  <a:lnTo>
                    <a:pt x="528736" y="1484790"/>
                  </a:lnTo>
                  <a:lnTo>
                    <a:pt x="573111" y="1497479"/>
                  </a:lnTo>
                  <a:lnTo>
                    <a:pt x="618549" y="1507504"/>
                  </a:lnTo>
                  <a:lnTo>
                    <a:pt x="664960" y="1514774"/>
                  </a:lnTo>
                  <a:lnTo>
                    <a:pt x="712256" y="1519202"/>
                  </a:lnTo>
                  <a:lnTo>
                    <a:pt x="760349" y="1520698"/>
                  </a:lnTo>
                  <a:lnTo>
                    <a:pt x="808427" y="1519202"/>
                  </a:lnTo>
                  <a:lnTo>
                    <a:pt x="855712" y="1514774"/>
                  </a:lnTo>
                  <a:lnTo>
                    <a:pt x="902114" y="1507504"/>
                  </a:lnTo>
                  <a:lnTo>
                    <a:pt x="947544" y="1497479"/>
                  </a:lnTo>
                  <a:lnTo>
                    <a:pt x="991913" y="1484790"/>
                  </a:lnTo>
                  <a:lnTo>
                    <a:pt x="1035132" y="1469525"/>
                  </a:lnTo>
                  <a:lnTo>
                    <a:pt x="1077112" y="1451773"/>
                  </a:lnTo>
                  <a:lnTo>
                    <a:pt x="1117763" y="1431622"/>
                  </a:lnTo>
                  <a:lnTo>
                    <a:pt x="1156996" y="1409164"/>
                  </a:lnTo>
                  <a:lnTo>
                    <a:pt x="1194723" y="1384485"/>
                  </a:lnTo>
                  <a:lnTo>
                    <a:pt x="1230854" y="1357675"/>
                  </a:lnTo>
                  <a:lnTo>
                    <a:pt x="1265300" y="1328823"/>
                  </a:lnTo>
                  <a:lnTo>
                    <a:pt x="1297971" y="1298019"/>
                  </a:lnTo>
                  <a:lnTo>
                    <a:pt x="1328780" y="1265351"/>
                  </a:lnTo>
                  <a:lnTo>
                    <a:pt x="1357636" y="1230907"/>
                  </a:lnTo>
                  <a:lnTo>
                    <a:pt x="1384450" y="1194778"/>
                  </a:lnTo>
                  <a:lnTo>
                    <a:pt x="1409134" y="1157053"/>
                  </a:lnTo>
                  <a:lnTo>
                    <a:pt x="1431597" y="1117819"/>
                  </a:lnTo>
                  <a:lnTo>
                    <a:pt x="1451752" y="1077166"/>
                  </a:lnTo>
                  <a:lnTo>
                    <a:pt x="1469509" y="1035184"/>
                  </a:lnTo>
                  <a:lnTo>
                    <a:pt x="1484779" y="991961"/>
                  </a:lnTo>
                  <a:lnTo>
                    <a:pt x="1497472" y="947586"/>
                  </a:lnTo>
                  <a:lnTo>
                    <a:pt x="1507499" y="902148"/>
                  </a:lnTo>
                  <a:lnTo>
                    <a:pt x="1514772" y="855737"/>
                  </a:lnTo>
                  <a:lnTo>
                    <a:pt x="1519201" y="808441"/>
                  </a:lnTo>
                  <a:lnTo>
                    <a:pt x="1520698" y="760349"/>
                  </a:lnTo>
                  <a:lnTo>
                    <a:pt x="1519201" y="712270"/>
                  </a:lnTo>
                  <a:lnTo>
                    <a:pt x="1514772" y="664985"/>
                  </a:lnTo>
                  <a:lnTo>
                    <a:pt x="1507499" y="618583"/>
                  </a:lnTo>
                  <a:lnTo>
                    <a:pt x="1497472" y="573153"/>
                  </a:lnTo>
                  <a:lnTo>
                    <a:pt x="1484779" y="528784"/>
                  </a:lnTo>
                  <a:lnTo>
                    <a:pt x="1469509" y="485565"/>
                  </a:lnTo>
                  <a:lnTo>
                    <a:pt x="1451752" y="443585"/>
                  </a:lnTo>
                  <a:lnTo>
                    <a:pt x="1431597" y="402934"/>
                  </a:lnTo>
                  <a:lnTo>
                    <a:pt x="1409134" y="363701"/>
                  </a:lnTo>
                  <a:lnTo>
                    <a:pt x="1384450" y="325974"/>
                  </a:lnTo>
                  <a:lnTo>
                    <a:pt x="1357636" y="289843"/>
                  </a:lnTo>
                  <a:lnTo>
                    <a:pt x="1328780" y="255397"/>
                  </a:lnTo>
                  <a:lnTo>
                    <a:pt x="1297971" y="222726"/>
                  </a:lnTo>
                  <a:lnTo>
                    <a:pt x="1265300" y="191917"/>
                  </a:lnTo>
                  <a:lnTo>
                    <a:pt x="1230854" y="163061"/>
                  </a:lnTo>
                  <a:lnTo>
                    <a:pt x="1194723" y="136247"/>
                  </a:lnTo>
                  <a:lnTo>
                    <a:pt x="1156996" y="111563"/>
                  </a:lnTo>
                  <a:lnTo>
                    <a:pt x="1117763" y="89100"/>
                  </a:lnTo>
                  <a:lnTo>
                    <a:pt x="1077112" y="68945"/>
                  </a:lnTo>
                  <a:lnTo>
                    <a:pt x="1035132" y="51188"/>
                  </a:lnTo>
                  <a:lnTo>
                    <a:pt x="991913" y="35918"/>
                  </a:lnTo>
                  <a:lnTo>
                    <a:pt x="947544" y="23225"/>
                  </a:lnTo>
                  <a:lnTo>
                    <a:pt x="902114" y="13198"/>
                  </a:lnTo>
                  <a:lnTo>
                    <a:pt x="855712" y="5925"/>
                  </a:lnTo>
                  <a:lnTo>
                    <a:pt x="808427" y="1496"/>
                  </a:lnTo>
                  <a:lnTo>
                    <a:pt x="760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11501" y="2252599"/>
            <a:ext cx="653415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C41C1C"/>
                </a:solidFill>
                <a:latin typeface="Century Gothic"/>
                <a:cs typeface="Century Gothic"/>
              </a:rPr>
              <a:t>30</a:t>
            </a:r>
            <a:endParaRPr sz="4400" dirty="0">
              <a:latin typeface="Century Gothic"/>
              <a:cs typeface="Century Gothic"/>
            </a:endParaRPr>
          </a:p>
          <a:p>
            <a:pPr marL="24765">
              <a:lnSpc>
                <a:spcPct val="100000"/>
              </a:lnSpc>
              <a:spcBef>
                <a:spcPts val="45"/>
              </a:spcBef>
            </a:pPr>
            <a:r>
              <a:rPr sz="2000" b="1" spc="-20" dirty="0">
                <a:solidFill>
                  <a:srgbClr val="C41C1C"/>
                </a:solidFill>
                <a:latin typeface="Century Gothic"/>
                <a:cs typeface="Century Gothic"/>
              </a:rPr>
              <a:t>Days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6636" y="4215510"/>
            <a:ext cx="2298700" cy="89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44261" y="1804923"/>
            <a:ext cx="1901189" cy="1927225"/>
            <a:chOff x="5144261" y="1804923"/>
            <a:chExt cx="1901189" cy="1927225"/>
          </a:xfrm>
        </p:grpSpPr>
        <p:sp>
          <p:nvSpPr>
            <p:cNvPr id="10" name="object 10"/>
            <p:cNvSpPr/>
            <p:nvPr/>
          </p:nvSpPr>
          <p:spPr>
            <a:xfrm>
              <a:off x="5144262" y="1804923"/>
              <a:ext cx="1901189" cy="1927225"/>
            </a:xfrm>
            <a:custGeom>
              <a:avLst/>
              <a:gdLst/>
              <a:ahLst/>
              <a:cxnLst/>
              <a:rect l="l" t="t" r="r" b="b"/>
              <a:pathLst>
                <a:path w="1901190" h="1927225">
                  <a:moveTo>
                    <a:pt x="1900936" y="987425"/>
                  </a:moveTo>
                  <a:lnTo>
                    <a:pt x="1899767" y="936625"/>
                  </a:lnTo>
                  <a:lnTo>
                    <a:pt x="1896313" y="885825"/>
                  </a:lnTo>
                  <a:lnTo>
                    <a:pt x="1890623" y="847725"/>
                  </a:lnTo>
                  <a:lnTo>
                    <a:pt x="1882749" y="796925"/>
                  </a:lnTo>
                  <a:lnTo>
                    <a:pt x="1872754" y="758825"/>
                  </a:lnTo>
                  <a:lnTo>
                    <a:pt x="1862074" y="713854"/>
                  </a:lnTo>
                  <a:lnTo>
                    <a:pt x="1862074" y="987425"/>
                  </a:lnTo>
                  <a:lnTo>
                    <a:pt x="1860804" y="1025525"/>
                  </a:lnTo>
                  <a:lnTo>
                    <a:pt x="1857057" y="1076325"/>
                  </a:lnTo>
                  <a:lnTo>
                    <a:pt x="1850885" y="1127125"/>
                  </a:lnTo>
                  <a:lnTo>
                    <a:pt x="1842350" y="1177925"/>
                  </a:lnTo>
                  <a:lnTo>
                    <a:pt x="1831530" y="1216025"/>
                  </a:lnTo>
                  <a:lnTo>
                    <a:pt x="1818462" y="1266825"/>
                  </a:lnTo>
                  <a:lnTo>
                    <a:pt x="1803234" y="1304925"/>
                  </a:lnTo>
                  <a:lnTo>
                    <a:pt x="1785899" y="1343025"/>
                  </a:lnTo>
                  <a:lnTo>
                    <a:pt x="1766506" y="1393825"/>
                  </a:lnTo>
                  <a:lnTo>
                    <a:pt x="1745145" y="1431925"/>
                  </a:lnTo>
                  <a:lnTo>
                    <a:pt x="1721866" y="1470025"/>
                  </a:lnTo>
                  <a:lnTo>
                    <a:pt x="1696732" y="1508125"/>
                  </a:lnTo>
                  <a:lnTo>
                    <a:pt x="1669796" y="1546225"/>
                  </a:lnTo>
                  <a:lnTo>
                    <a:pt x="1641144" y="1584325"/>
                  </a:lnTo>
                  <a:lnTo>
                    <a:pt x="1610817" y="1609725"/>
                  </a:lnTo>
                  <a:lnTo>
                    <a:pt x="1578889" y="1647825"/>
                  </a:lnTo>
                  <a:lnTo>
                    <a:pt x="1545424" y="1673225"/>
                  </a:lnTo>
                  <a:lnTo>
                    <a:pt x="1510474" y="1698625"/>
                  </a:lnTo>
                  <a:lnTo>
                    <a:pt x="1474114" y="1724025"/>
                  </a:lnTo>
                  <a:lnTo>
                    <a:pt x="1436408" y="1749425"/>
                  </a:lnTo>
                  <a:lnTo>
                    <a:pt x="1397406" y="1774825"/>
                  </a:lnTo>
                  <a:lnTo>
                    <a:pt x="1357185" y="1800225"/>
                  </a:lnTo>
                  <a:lnTo>
                    <a:pt x="1315808" y="1812925"/>
                  </a:lnTo>
                  <a:lnTo>
                    <a:pt x="1273314" y="1838325"/>
                  </a:lnTo>
                  <a:lnTo>
                    <a:pt x="1229804" y="1851025"/>
                  </a:lnTo>
                  <a:lnTo>
                    <a:pt x="1093660" y="1889125"/>
                  </a:lnTo>
                  <a:lnTo>
                    <a:pt x="807262" y="1889125"/>
                  </a:lnTo>
                  <a:lnTo>
                    <a:pt x="671131" y="1851025"/>
                  </a:lnTo>
                  <a:lnTo>
                    <a:pt x="627621" y="1838325"/>
                  </a:lnTo>
                  <a:lnTo>
                    <a:pt x="585139" y="1812925"/>
                  </a:lnTo>
                  <a:lnTo>
                    <a:pt x="543763" y="1800225"/>
                  </a:lnTo>
                  <a:lnTo>
                    <a:pt x="503542" y="1774825"/>
                  </a:lnTo>
                  <a:lnTo>
                    <a:pt x="464553" y="1749425"/>
                  </a:lnTo>
                  <a:lnTo>
                    <a:pt x="426847" y="1724025"/>
                  </a:lnTo>
                  <a:lnTo>
                    <a:pt x="390499" y="1698625"/>
                  </a:lnTo>
                  <a:lnTo>
                    <a:pt x="355549" y="1673225"/>
                  </a:lnTo>
                  <a:lnTo>
                    <a:pt x="322097" y="1647825"/>
                  </a:lnTo>
                  <a:lnTo>
                    <a:pt x="290169" y="1609725"/>
                  </a:lnTo>
                  <a:lnTo>
                    <a:pt x="259854" y="1584325"/>
                  </a:lnTo>
                  <a:lnTo>
                    <a:pt x="231203" y="1546225"/>
                  </a:lnTo>
                  <a:lnTo>
                    <a:pt x="204279" y="1508125"/>
                  </a:lnTo>
                  <a:lnTo>
                    <a:pt x="179146" y="1470025"/>
                  </a:lnTo>
                  <a:lnTo>
                    <a:pt x="155867" y="1431925"/>
                  </a:lnTo>
                  <a:lnTo>
                    <a:pt x="134505" y="1393825"/>
                  </a:lnTo>
                  <a:lnTo>
                    <a:pt x="115138" y="1343025"/>
                  </a:lnTo>
                  <a:lnTo>
                    <a:pt x="97802" y="1304925"/>
                  </a:lnTo>
                  <a:lnTo>
                    <a:pt x="82575" y="1266825"/>
                  </a:lnTo>
                  <a:lnTo>
                    <a:pt x="69519" y="1216025"/>
                  </a:lnTo>
                  <a:lnTo>
                    <a:pt x="58686" y="1177925"/>
                  </a:lnTo>
                  <a:lnTo>
                    <a:pt x="50165" y="1127125"/>
                  </a:lnTo>
                  <a:lnTo>
                    <a:pt x="43992" y="1076325"/>
                  </a:lnTo>
                  <a:lnTo>
                    <a:pt x="40246" y="1025525"/>
                  </a:lnTo>
                  <a:lnTo>
                    <a:pt x="38989" y="987425"/>
                  </a:lnTo>
                  <a:lnTo>
                    <a:pt x="40246" y="936625"/>
                  </a:lnTo>
                  <a:lnTo>
                    <a:pt x="43992" y="885825"/>
                  </a:lnTo>
                  <a:lnTo>
                    <a:pt x="50165" y="835025"/>
                  </a:lnTo>
                  <a:lnTo>
                    <a:pt x="58686" y="796925"/>
                  </a:lnTo>
                  <a:lnTo>
                    <a:pt x="69519" y="746125"/>
                  </a:lnTo>
                  <a:lnTo>
                    <a:pt x="82575" y="708025"/>
                  </a:lnTo>
                  <a:lnTo>
                    <a:pt x="97802" y="657225"/>
                  </a:lnTo>
                  <a:lnTo>
                    <a:pt x="115138" y="619125"/>
                  </a:lnTo>
                  <a:lnTo>
                    <a:pt x="134505" y="581025"/>
                  </a:lnTo>
                  <a:lnTo>
                    <a:pt x="155867" y="530225"/>
                  </a:lnTo>
                  <a:lnTo>
                    <a:pt x="179146" y="492125"/>
                  </a:lnTo>
                  <a:lnTo>
                    <a:pt x="204279" y="454025"/>
                  </a:lnTo>
                  <a:lnTo>
                    <a:pt x="231203" y="428625"/>
                  </a:lnTo>
                  <a:lnTo>
                    <a:pt x="259854" y="390525"/>
                  </a:lnTo>
                  <a:lnTo>
                    <a:pt x="290169" y="352425"/>
                  </a:lnTo>
                  <a:lnTo>
                    <a:pt x="322097" y="327025"/>
                  </a:lnTo>
                  <a:lnTo>
                    <a:pt x="355549" y="288925"/>
                  </a:lnTo>
                  <a:lnTo>
                    <a:pt x="390499" y="263525"/>
                  </a:lnTo>
                  <a:lnTo>
                    <a:pt x="426847" y="238125"/>
                  </a:lnTo>
                  <a:lnTo>
                    <a:pt x="464553" y="212725"/>
                  </a:lnTo>
                  <a:lnTo>
                    <a:pt x="503542" y="187325"/>
                  </a:lnTo>
                  <a:lnTo>
                    <a:pt x="535927" y="166878"/>
                  </a:lnTo>
                  <a:lnTo>
                    <a:pt x="543560" y="184531"/>
                  </a:lnTo>
                  <a:lnTo>
                    <a:pt x="569087" y="170942"/>
                  </a:lnTo>
                  <a:lnTo>
                    <a:pt x="613244" y="153784"/>
                  </a:lnTo>
                  <a:lnTo>
                    <a:pt x="658431" y="138709"/>
                  </a:lnTo>
                  <a:lnTo>
                    <a:pt x="704596" y="125793"/>
                  </a:lnTo>
                  <a:lnTo>
                    <a:pt x="751662" y="115100"/>
                  </a:lnTo>
                  <a:lnTo>
                    <a:pt x="799566" y="106680"/>
                  </a:lnTo>
                  <a:lnTo>
                    <a:pt x="848245" y="100584"/>
                  </a:lnTo>
                  <a:lnTo>
                    <a:pt x="897636" y="96888"/>
                  </a:lnTo>
                  <a:lnTo>
                    <a:pt x="947674" y="95631"/>
                  </a:lnTo>
                  <a:lnTo>
                    <a:pt x="997737" y="96888"/>
                  </a:lnTo>
                  <a:lnTo>
                    <a:pt x="1047153" y="100584"/>
                  </a:lnTo>
                  <a:lnTo>
                    <a:pt x="1095832" y="106680"/>
                  </a:lnTo>
                  <a:lnTo>
                    <a:pt x="1143736" y="115100"/>
                  </a:lnTo>
                  <a:lnTo>
                    <a:pt x="1190802" y="125793"/>
                  </a:lnTo>
                  <a:lnTo>
                    <a:pt x="1236967" y="138709"/>
                  </a:lnTo>
                  <a:lnTo>
                    <a:pt x="1282179" y="153784"/>
                  </a:lnTo>
                  <a:lnTo>
                    <a:pt x="1326388" y="170942"/>
                  </a:lnTo>
                  <a:lnTo>
                    <a:pt x="1362329" y="190246"/>
                  </a:lnTo>
                  <a:lnTo>
                    <a:pt x="1369923" y="169976"/>
                  </a:lnTo>
                  <a:lnTo>
                    <a:pt x="1436408" y="212725"/>
                  </a:lnTo>
                  <a:lnTo>
                    <a:pt x="1474114" y="238125"/>
                  </a:lnTo>
                  <a:lnTo>
                    <a:pt x="1510474" y="263525"/>
                  </a:lnTo>
                  <a:lnTo>
                    <a:pt x="1545424" y="288925"/>
                  </a:lnTo>
                  <a:lnTo>
                    <a:pt x="1578889" y="327025"/>
                  </a:lnTo>
                  <a:lnTo>
                    <a:pt x="1610817" y="352425"/>
                  </a:lnTo>
                  <a:lnTo>
                    <a:pt x="1641144" y="390525"/>
                  </a:lnTo>
                  <a:lnTo>
                    <a:pt x="1669796" y="428625"/>
                  </a:lnTo>
                  <a:lnTo>
                    <a:pt x="1696732" y="454025"/>
                  </a:lnTo>
                  <a:lnTo>
                    <a:pt x="1721866" y="492125"/>
                  </a:lnTo>
                  <a:lnTo>
                    <a:pt x="1745145" y="530225"/>
                  </a:lnTo>
                  <a:lnTo>
                    <a:pt x="1766506" y="581025"/>
                  </a:lnTo>
                  <a:lnTo>
                    <a:pt x="1785899" y="619125"/>
                  </a:lnTo>
                  <a:lnTo>
                    <a:pt x="1803234" y="657225"/>
                  </a:lnTo>
                  <a:lnTo>
                    <a:pt x="1818462" y="708025"/>
                  </a:lnTo>
                  <a:lnTo>
                    <a:pt x="1831530" y="746125"/>
                  </a:lnTo>
                  <a:lnTo>
                    <a:pt x="1842350" y="796925"/>
                  </a:lnTo>
                  <a:lnTo>
                    <a:pt x="1850885" y="835025"/>
                  </a:lnTo>
                  <a:lnTo>
                    <a:pt x="1857057" y="885825"/>
                  </a:lnTo>
                  <a:lnTo>
                    <a:pt x="1860804" y="936625"/>
                  </a:lnTo>
                  <a:lnTo>
                    <a:pt x="1862074" y="987425"/>
                  </a:lnTo>
                  <a:lnTo>
                    <a:pt x="1862074" y="713854"/>
                  </a:lnTo>
                  <a:lnTo>
                    <a:pt x="1860689" y="708025"/>
                  </a:lnTo>
                  <a:lnTo>
                    <a:pt x="1846592" y="669925"/>
                  </a:lnTo>
                  <a:lnTo>
                    <a:pt x="1830539" y="619125"/>
                  </a:lnTo>
                  <a:lnTo>
                    <a:pt x="1812582" y="581025"/>
                  </a:lnTo>
                  <a:lnTo>
                    <a:pt x="1792770" y="542925"/>
                  </a:lnTo>
                  <a:lnTo>
                    <a:pt x="1771154" y="504825"/>
                  </a:lnTo>
                  <a:lnTo>
                    <a:pt x="1747799" y="466725"/>
                  </a:lnTo>
                  <a:lnTo>
                    <a:pt x="1722742" y="428625"/>
                  </a:lnTo>
                  <a:lnTo>
                    <a:pt x="1696059" y="390525"/>
                  </a:lnTo>
                  <a:lnTo>
                    <a:pt x="1667776" y="365125"/>
                  </a:lnTo>
                  <a:lnTo>
                    <a:pt x="1637982" y="327025"/>
                  </a:lnTo>
                  <a:lnTo>
                    <a:pt x="1606715" y="301625"/>
                  </a:lnTo>
                  <a:lnTo>
                    <a:pt x="1574025" y="263525"/>
                  </a:lnTo>
                  <a:lnTo>
                    <a:pt x="1539963" y="238125"/>
                  </a:lnTo>
                  <a:lnTo>
                    <a:pt x="1504607" y="212725"/>
                  </a:lnTo>
                  <a:lnTo>
                    <a:pt x="1467980" y="187325"/>
                  </a:lnTo>
                  <a:lnTo>
                    <a:pt x="1430159" y="161925"/>
                  </a:lnTo>
                  <a:lnTo>
                    <a:pt x="1391196" y="136525"/>
                  </a:lnTo>
                  <a:lnTo>
                    <a:pt x="1383372" y="134048"/>
                  </a:lnTo>
                  <a:lnTo>
                    <a:pt x="1396111" y="100076"/>
                  </a:lnTo>
                  <a:lnTo>
                    <a:pt x="1315427" y="64058"/>
                  </a:lnTo>
                  <a:lnTo>
                    <a:pt x="1265745" y="47472"/>
                  </a:lnTo>
                  <a:lnTo>
                    <a:pt x="1214996" y="33261"/>
                  </a:lnTo>
                  <a:lnTo>
                    <a:pt x="1163256" y="21463"/>
                  </a:lnTo>
                  <a:lnTo>
                    <a:pt x="1110576" y="12179"/>
                  </a:lnTo>
                  <a:lnTo>
                    <a:pt x="1057046" y="5461"/>
                  </a:lnTo>
                  <a:lnTo>
                    <a:pt x="1002715" y="1384"/>
                  </a:lnTo>
                  <a:lnTo>
                    <a:pt x="947674" y="0"/>
                  </a:lnTo>
                  <a:lnTo>
                    <a:pt x="892619" y="1384"/>
                  </a:lnTo>
                  <a:lnTo>
                    <a:pt x="838288" y="5461"/>
                  </a:lnTo>
                  <a:lnTo>
                    <a:pt x="784758" y="12179"/>
                  </a:lnTo>
                  <a:lnTo>
                    <a:pt x="732091" y="21463"/>
                  </a:lnTo>
                  <a:lnTo>
                    <a:pt x="680339" y="33261"/>
                  </a:lnTo>
                  <a:lnTo>
                    <a:pt x="629589" y="47472"/>
                  </a:lnTo>
                  <a:lnTo>
                    <a:pt x="579907" y="64058"/>
                  </a:lnTo>
                  <a:lnTo>
                    <a:pt x="531368" y="82931"/>
                  </a:lnTo>
                  <a:lnTo>
                    <a:pt x="505587" y="96647"/>
                  </a:lnTo>
                  <a:lnTo>
                    <a:pt x="521233" y="132880"/>
                  </a:lnTo>
                  <a:lnTo>
                    <a:pt x="509727" y="136525"/>
                  </a:lnTo>
                  <a:lnTo>
                    <a:pt x="470763" y="161925"/>
                  </a:lnTo>
                  <a:lnTo>
                    <a:pt x="432943" y="187325"/>
                  </a:lnTo>
                  <a:lnTo>
                    <a:pt x="396316" y="212725"/>
                  </a:lnTo>
                  <a:lnTo>
                    <a:pt x="360959" y="238125"/>
                  </a:lnTo>
                  <a:lnTo>
                    <a:pt x="326898" y="263525"/>
                  </a:lnTo>
                  <a:lnTo>
                    <a:pt x="294208" y="301625"/>
                  </a:lnTo>
                  <a:lnTo>
                    <a:pt x="262940" y="327025"/>
                  </a:lnTo>
                  <a:lnTo>
                    <a:pt x="233146" y="365125"/>
                  </a:lnTo>
                  <a:lnTo>
                    <a:pt x="204863" y="390525"/>
                  </a:lnTo>
                  <a:lnTo>
                    <a:pt x="178181" y="428625"/>
                  </a:lnTo>
                  <a:lnTo>
                    <a:pt x="153123" y="466725"/>
                  </a:lnTo>
                  <a:lnTo>
                    <a:pt x="129768" y="504825"/>
                  </a:lnTo>
                  <a:lnTo>
                    <a:pt x="108153" y="542925"/>
                  </a:lnTo>
                  <a:lnTo>
                    <a:pt x="88341" y="581025"/>
                  </a:lnTo>
                  <a:lnTo>
                    <a:pt x="70383" y="619125"/>
                  </a:lnTo>
                  <a:lnTo>
                    <a:pt x="54330" y="669925"/>
                  </a:lnTo>
                  <a:lnTo>
                    <a:pt x="40233" y="708025"/>
                  </a:lnTo>
                  <a:lnTo>
                    <a:pt x="28168" y="758825"/>
                  </a:lnTo>
                  <a:lnTo>
                    <a:pt x="18173" y="796925"/>
                  </a:lnTo>
                  <a:lnTo>
                    <a:pt x="10299" y="847725"/>
                  </a:lnTo>
                  <a:lnTo>
                    <a:pt x="4610" y="885825"/>
                  </a:lnTo>
                  <a:lnTo>
                    <a:pt x="1155" y="936625"/>
                  </a:lnTo>
                  <a:lnTo>
                    <a:pt x="0" y="987425"/>
                  </a:lnTo>
                  <a:lnTo>
                    <a:pt x="1155" y="1025525"/>
                  </a:lnTo>
                  <a:lnTo>
                    <a:pt x="4610" y="1076325"/>
                  </a:lnTo>
                  <a:lnTo>
                    <a:pt x="10299" y="1127125"/>
                  </a:lnTo>
                  <a:lnTo>
                    <a:pt x="18173" y="1165225"/>
                  </a:lnTo>
                  <a:lnTo>
                    <a:pt x="28168" y="1216025"/>
                  </a:lnTo>
                  <a:lnTo>
                    <a:pt x="40233" y="1254125"/>
                  </a:lnTo>
                  <a:lnTo>
                    <a:pt x="54330" y="1304925"/>
                  </a:lnTo>
                  <a:lnTo>
                    <a:pt x="70383" y="1343025"/>
                  </a:lnTo>
                  <a:lnTo>
                    <a:pt x="88341" y="1381125"/>
                  </a:lnTo>
                  <a:lnTo>
                    <a:pt x="108153" y="1419225"/>
                  </a:lnTo>
                  <a:lnTo>
                    <a:pt x="129768" y="1457325"/>
                  </a:lnTo>
                  <a:lnTo>
                    <a:pt x="153123" y="1495425"/>
                  </a:lnTo>
                  <a:lnTo>
                    <a:pt x="178181" y="1533525"/>
                  </a:lnTo>
                  <a:lnTo>
                    <a:pt x="204863" y="1571625"/>
                  </a:lnTo>
                  <a:lnTo>
                    <a:pt x="233146" y="1609725"/>
                  </a:lnTo>
                  <a:lnTo>
                    <a:pt x="262940" y="1635125"/>
                  </a:lnTo>
                  <a:lnTo>
                    <a:pt x="294208" y="1673225"/>
                  </a:lnTo>
                  <a:lnTo>
                    <a:pt x="326898" y="1698625"/>
                  </a:lnTo>
                  <a:lnTo>
                    <a:pt x="360959" y="1724025"/>
                  </a:lnTo>
                  <a:lnTo>
                    <a:pt x="396316" y="1749425"/>
                  </a:lnTo>
                  <a:lnTo>
                    <a:pt x="432943" y="1774825"/>
                  </a:lnTo>
                  <a:lnTo>
                    <a:pt x="470763" y="1800225"/>
                  </a:lnTo>
                  <a:lnTo>
                    <a:pt x="509727" y="1825625"/>
                  </a:lnTo>
                  <a:lnTo>
                    <a:pt x="549783" y="1851025"/>
                  </a:lnTo>
                  <a:lnTo>
                    <a:pt x="590880" y="1863725"/>
                  </a:lnTo>
                  <a:lnTo>
                    <a:pt x="675970" y="1889125"/>
                  </a:lnTo>
                  <a:lnTo>
                    <a:pt x="810018" y="1927225"/>
                  </a:lnTo>
                  <a:lnTo>
                    <a:pt x="1090904" y="1927225"/>
                  </a:lnTo>
                  <a:lnTo>
                    <a:pt x="1224953" y="1889125"/>
                  </a:lnTo>
                  <a:lnTo>
                    <a:pt x="1310043" y="1863725"/>
                  </a:lnTo>
                  <a:lnTo>
                    <a:pt x="1351140" y="1851025"/>
                  </a:lnTo>
                  <a:lnTo>
                    <a:pt x="1391196" y="1825625"/>
                  </a:lnTo>
                  <a:lnTo>
                    <a:pt x="1430159" y="1800225"/>
                  </a:lnTo>
                  <a:lnTo>
                    <a:pt x="1467980" y="1774825"/>
                  </a:lnTo>
                  <a:lnTo>
                    <a:pt x="1504607" y="1749425"/>
                  </a:lnTo>
                  <a:lnTo>
                    <a:pt x="1539963" y="1724025"/>
                  </a:lnTo>
                  <a:lnTo>
                    <a:pt x="1574025" y="1698625"/>
                  </a:lnTo>
                  <a:lnTo>
                    <a:pt x="1606715" y="1673225"/>
                  </a:lnTo>
                  <a:lnTo>
                    <a:pt x="1637982" y="1635125"/>
                  </a:lnTo>
                  <a:lnTo>
                    <a:pt x="1667776" y="1609725"/>
                  </a:lnTo>
                  <a:lnTo>
                    <a:pt x="1696059" y="1571625"/>
                  </a:lnTo>
                  <a:lnTo>
                    <a:pt x="1722742" y="1533525"/>
                  </a:lnTo>
                  <a:lnTo>
                    <a:pt x="1747799" y="1495425"/>
                  </a:lnTo>
                  <a:lnTo>
                    <a:pt x="1771154" y="1457325"/>
                  </a:lnTo>
                  <a:lnTo>
                    <a:pt x="1792770" y="1419225"/>
                  </a:lnTo>
                  <a:lnTo>
                    <a:pt x="1812582" y="1381125"/>
                  </a:lnTo>
                  <a:lnTo>
                    <a:pt x="1830539" y="1343025"/>
                  </a:lnTo>
                  <a:lnTo>
                    <a:pt x="1846592" y="1304925"/>
                  </a:lnTo>
                  <a:lnTo>
                    <a:pt x="1860689" y="1254125"/>
                  </a:lnTo>
                  <a:lnTo>
                    <a:pt x="1872754" y="1216025"/>
                  </a:lnTo>
                  <a:lnTo>
                    <a:pt x="1882749" y="1165225"/>
                  </a:lnTo>
                  <a:lnTo>
                    <a:pt x="1890623" y="1127125"/>
                  </a:lnTo>
                  <a:lnTo>
                    <a:pt x="1896313" y="1076325"/>
                  </a:lnTo>
                  <a:lnTo>
                    <a:pt x="1899767" y="1025525"/>
                  </a:lnTo>
                  <a:lnTo>
                    <a:pt x="1900936" y="98742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4751" y="1927859"/>
              <a:ext cx="1677924" cy="16764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5396" y="2008250"/>
              <a:ext cx="1520825" cy="1520825"/>
            </a:xfrm>
            <a:custGeom>
              <a:avLst/>
              <a:gdLst/>
              <a:ahLst/>
              <a:cxnLst/>
              <a:rect l="l" t="t" r="r" b="b"/>
              <a:pathLst>
                <a:path w="1520825" h="1520825">
                  <a:moveTo>
                    <a:pt x="760349" y="0"/>
                  </a:moveTo>
                  <a:lnTo>
                    <a:pt x="712256" y="1496"/>
                  </a:lnTo>
                  <a:lnTo>
                    <a:pt x="664960" y="5925"/>
                  </a:lnTo>
                  <a:lnTo>
                    <a:pt x="618549" y="13198"/>
                  </a:lnTo>
                  <a:lnTo>
                    <a:pt x="573111" y="23225"/>
                  </a:lnTo>
                  <a:lnTo>
                    <a:pt x="528736" y="35918"/>
                  </a:lnTo>
                  <a:lnTo>
                    <a:pt x="485513" y="51188"/>
                  </a:lnTo>
                  <a:lnTo>
                    <a:pt x="443531" y="68945"/>
                  </a:lnTo>
                  <a:lnTo>
                    <a:pt x="402878" y="89100"/>
                  </a:lnTo>
                  <a:lnTo>
                    <a:pt x="363644" y="111563"/>
                  </a:lnTo>
                  <a:lnTo>
                    <a:pt x="325919" y="136247"/>
                  </a:lnTo>
                  <a:lnTo>
                    <a:pt x="289790" y="163061"/>
                  </a:lnTo>
                  <a:lnTo>
                    <a:pt x="255346" y="191917"/>
                  </a:lnTo>
                  <a:lnTo>
                    <a:pt x="222678" y="222726"/>
                  </a:lnTo>
                  <a:lnTo>
                    <a:pt x="191874" y="255397"/>
                  </a:lnTo>
                  <a:lnTo>
                    <a:pt x="163022" y="289843"/>
                  </a:lnTo>
                  <a:lnTo>
                    <a:pt x="136212" y="325974"/>
                  </a:lnTo>
                  <a:lnTo>
                    <a:pt x="111533" y="363701"/>
                  </a:lnTo>
                  <a:lnTo>
                    <a:pt x="89075" y="402934"/>
                  </a:lnTo>
                  <a:lnTo>
                    <a:pt x="68924" y="443585"/>
                  </a:lnTo>
                  <a:lnTo>
                    <a:pt x="51172" y="485565"/>
                  </a:lnTo>
                  <a:lnTo>
                    <a:pt x="35907" y="528784"/>
                  </a:lnTo>
                  <a:lnTo>
                    <a:pt x="23218" y="573153"/>
                  </a:lnTo>
                  <a:lnTo>
                    <a:pt x="13193" y="618583"/>
                  </a:lnTo>
                  <a:lnTo>
                    <a:pt x="5923" y="664985"/>
                  </a:lnTo>
                  <a:lnTo>
                    <a:pt x="1495" y="712270"/>
                  </a:lnTo>
                  <a:lnTo>
                    <a:pt x="0" y="760349"/>
                  </a:lnTo>
                  <a:lnTo>
                    <a:pt x="1495" y="808441"/>
                  </a:lnTo>
                  <a:lnTo>
                    <a:pt x="5923" y="855737"/>
                  </a:lnTo>
                  <a:lnTo>
                    <a:pt x="13193" y="902148"/>
                  </a:lnTo>
                  <a:lnTo>
                    <a:pt x="23218" y="947586"/>
                  </a:lnTo>
                  <a:lnTo>
                    <a:pt x="35907" y="991961"/>
                  </a:lnTo>
                  <a:lnTo>
                    <a:pt x="51172" y="1035184"/>
                  </a:lnTo>
                  <a:lnTo>
                    <a:pt x="68924" y="1077166"/>
                  </a:lnTo>
                  <a:lnTo>
                    <a:pt x="89075" y="1117819"/>
                  </a:lnTo>
                  <a:lnTo>
                    <a:pt x="111533" y="1157053"/>
                  </a:lnTo>
                  <a:lnTo>
                    <a:pt x="136212" y="1194778"/>
                  </a:lnTo>
                  <a:lnTo>
                    <a:pt x="163022" y="1230907"/>
                  </a:lnTo>
                  <a:lnTo>
                    <a:pt x="191874" y="1265351"/>
                  </a:lnTo>
                  <a:lnTo>
                    <a:pt x="222678" y="1298019"/>
                  </a:lnTo>
                  <a:lnTo>
                    <a:pt x="255346" y="1328823"/>
                  </a:lnTo>
                  <a:lnTo>
                    <a:pt x="289790" y="1357675"/>
                  </a:lnTo>
                  <a:lnTo>
                    <a:pt x="325919" y="1384485"/>
                  </a:lnTo>
                  <a:lnTo>
                    <a:pt x="363644" y="1409164"/>
                  </a:lnTo>
                  <a:lnTo>
                    <a:pt x="402878" y="1431622"/>
                  </a:lnTo>
                  <a:lnTo>
                    <a:pt x="443531" y="1451773"/>
                  </a:lnTo>
                  <a:lnTo>
                    <a:pt x="485513" y="1469525"/>
                  </a:lnTo>
                  <a:lnTo>
                    <a:pt x="528736" y="1484790"/>
                  </a:lnTo>
                  <a:lnTo>
                    <a:pt x="573111" y="1497479"/>
                  </a:lnTo>
                  <a:lnTo>
                    <a:pt x="618549" y="1507504"/>
                  </a:lnTo>
                  <a:lnTo>
                    <a:pt x="664960" y="1514774"/>
                  </a:lnTo>
                  <a:lnTo>
                    <a:pt x="712256" y="1519202"/>
                  </a:lnTo>
                  <a:lnTo>
                    <a:pt x="760349" y="1520698"/>
                  </a:lnTo>
                  <a:lnTo>
                    <a:pt x="808427" y="1519202"/>
                  </a:lnTo>
                  <a:lnTo>
                    <a:pt x="855712" y="1514774"/>
                  </a:lnTo>
                  <a:lnTo>
                    <a:pt x="902114" y="1507504"/>
                  </a:lnTo>
                  <a:lnTo>
                    <a:pt x="947544" y="1497479"/>
                  </a:lnTo>
                  <a:lnTo>
                    <a:pt x="991913" y="1484790"/>
                  </a:lnTo>
                  <a:lnTo>
                    <a:pt x="1035132" y="1469525"/>
                  </a:lnTo>
                  <a:lnTo>
                    <a:pt x="1077112" y="1451773"/>
                  </a:lnTo>
                  <a:lnTo>
                    <a:pt x="1117763" y="1431622"/>
                  </a:lnTo>
                  <a:lnTo>
                    <a:pt x="1156996" y="1409164"/>
                  </a:lnTo>
                  <a:lnTo>
                    <a:pt x="1194723" y="1384485"/>
                  </a:lnTo>
                  <a:lnTo>
                    <a:pt x="1230854" y="1357675"/>
                  </a:lnTo>
                  <a:lnTo>
                    <a:pt x="1265300" y="1328823"/>
                  </a:lnTo>
                  <a:lnTo>
                    <a:pt x="1297971" y="1298019"/>
                  </a:lnTo>
                  <a:lnTo>
                    <a:pt x="1328780" y="1265351"/>
                  </a:lnTo>
                  <a:lnTo>
                    <a:pt x="1357636" y="1230907"/>
                  </a:lnTo>
                  <a:lnTo>
                    <a:pt x="1384450" y="1194778"/>
                  </a:lnTo>
                  <a:lnTo>
                    <a:pt x="1409134" y="1157053"/>
                  </a:lnTo>
                  <a:lnTo>
                    <a:pt x="1431597" y="1117819"/>
                  </a:lnTo>
                  <a:lnTo>
                    <a:pt x="1451752" y="1077166"/>
                  </a:lnTo>
                  <a:lnTo>
                    <a:pt x="1469509" y="1035184"/>
                  </a:lnTo>
                  <a:lnTo>
                    <a:pt x="1484779" y="991961"/>
                  </a:lnTo>
                  <a:lnTo>
                    <a:pt x="1497472" y="947586"/>
                  </a:lnTo>
                  <a:lnTo>
                    <a:pt x="1507499" y="902148"/>
                  </a:lnTo>
                  <a:lnTo>
                    <a:pt x="1514772" y="855737"/>
                  </a:lnTo>
                  <a:lnTo>
                    <a:pt x="1519201" y="808441"/>
                  </a:lnTo>
                  <a:lnTo>
                    <a:pt x="1520698" y="760349"/>
                  </a:lnTo>
                  <a:lnTo>
                    <a:pt x="1519201" y="712270"/>
                  </a:lnTo>
                  <a:lnTo>
                    <a:pt x="1514772" y="664985"/>
                  </a:lnTo>
                  <a:lnTo>
                    <a:pt x="1507499" y="618583"/>
                  </a:lnTo>
                  <a:lnTo>
                    <a:pt x="1497472" y="573153"/>
                  </a:lnTo>
                  <a:lnTo>
                    <a:pt x="1484779" y="528784"/>
                  </a:lnTo>
                  <a:lnTo>
                    <a:pt x="1469509" y="485565"/>
                  </a:lnTo>
                  <a:lnTo>
                    <a:pt x="1451752" y="443585"/>
                  </a:lnTo>
                  <a:lnTo>
                    <a:pt x="1431597" y="402934"/>
                  </a:lnTo>
                  <a:lnTo>
                    <a:pt x="1409134" y="363701"/>
                  </a:lnTo>
                  <a:lnTo>
                    <a:pt x="1384450" y="325974"/>
                  </a:lnTo>
                  <a:lnTo>
                    <a:pt x="1357636" y="289843"/>
                  </a:lnTo>
                  <a:lnTo>
                    <a:pt x="1328780" y="255397"/>
                  </a:lnTo>
                  <a:lnTo>
                    <a:pt x="1297971" y="222726"/>
                  </a:lnTo>
                  <a:lnTo>
                    <a:pt x="1265300" y="191917"/>
                  </a:lnTo>
                  <a:lnTo>
                    <a:pt x="1230854" y="163061"/>
                  </a:lnTo>
                  <a:lnTo>
                    <a:pt x="1194723" y="136247"/>
                  </a:lnTo>
                  <a:lnTo>
                    <a:pt x="1156996" y="111563"/>
                  </a:lnTo>
                  <a:lnTo>
                    <a:pt x="1117763" y="89100"/>
                  </a:lnTo>
                  <a:lnTo>
                    <a:pt x="1077112" y="68945"/>
                  </a:lnTo>
                  <a:lnTo>
                    <a:pt x="1035132" y="51188"/>
                  </a:lnTo>
                  <a:lnTo>
                    <a:pt x="991913" y="35918"/>
                  </a:lnTo>
                  <a:lnTo>
                    <a:pt x="947544" y="23225"/>
                  </a:lnTo>
                  <a:lnTo>
                    <a:pt x="902114" y="13198"/>
                  </a:lnTo>
                  <a:lnTo>
                    <a:pt x="855712" y="5925"/>
                  </a:lnTo>
                  <a:lnTo>
                    <a:pt x="808427" y="1496"/>
                  </a:lnTo>
                  <a:lnTo>
                    <a:pt x="760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68721" y="2252599"/>
            <a:ext cx="653415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212121"/>
                </a:solidFill>
                <a:latin typeface="Century Gothic"/>
                <a:cs typeface="Century Gothic"/>
              </a:rPr>
              <a:t>60</a:t>
            </a:r>
            <a:endParaRPr sz="4400" dirty="0">
              <a:latin typeface="Century Gothic"/>
              <a:cs typeface="Century Gothic"/>
            </a:endParaRPr>
          </a:p>
          <a:p>
            <a:pPr marL="24765">
              <a:lnSpc>
                <a:spcPct val="100000"/>
              </a:lnSpc>
              <a:spcBef>
                <a:spcPts val="45"/>
              </a:spcBef>
            </a:pPr>
            <a:r>
              <a:rPr sz="2000" b="1" spc="-20" dirty="0">
                <a:solidFill>
                  <a:srgbClr val="212121"/>
                </a:solidFill>
                <a:latin typeface="Century Gothic"/>
                <a:cs typeface="Century Gothic"/>
              </a:rPr>
              <a:t>Days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44871" y="4215510"/>
            <a:ext cx="2298700" cy="89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802116" y="1804923"/>
            <a:ext cx="1901189" cy="1927225"/>
            <a:chOff x="8802116" y="1804923"/>
            <a:chExt cx="1901189" cy="1927225"/>
          </a:xfrm>
        </p:grpSpPr>
        <p:sp>
          <p:nvSpPr>
            <p:cNvPr id="16" name="object 16"/>
            <p:cNvSpPr/>
            <p:nvPr/>
          </p:nvSpPr>
          <p:spPr>
            <a:xfrm>
              <a:off x="8802116" y="1804923"/>
              <a:ext cx="1901189" cy="1927225"/>
            </a:xfrm>
            <a:custGeom>
              <a:avLst/>
              <a:gdLst/>
              <a:ahLst/>
              <a:cxnLst/>
              <a:rect l="l" t="t" r="r" b="b"/>
              <a:pathLst>
                <a:path w="1901190" h="1927225">
                  <a:moveTo>
                    <a:pt x="1900936" y="987425"/>
                  </a:moveTo>
                  <a:lnTo>
                    <a:pt x="1899767" y="936625"/>
                  </a:lnTo>
                  <a:lnTo>
                    <a:pt x="1896313" y="885825"/>
                  </a:lnTo>
                  <a:lnTo>
                    <a:pt x="1890623" y="847725"/>
                  </a:lnTo>
                  <a:lnTo>
                    <a:pt x="1882749" y="796925"/>
                  </a:lnTo>
                  <a:lnTo>
                    <a:pt x="1872754" y="758825"/>
                  </a:lnTo>
                  <a:lnTo>
                    <a:pt x="1861947" y="713320"/>
                  </a:lnTo>
                  <a:lnTo>
                    <a:pt x="1861947" y="987425"/>
                  </a:lnTo>
                  <a:lnTo>
                    <a:pt x="1860677" y="1025525"/>
                  </a:lnTo>
                  <a:lnTo>
                    <a:pt x="1856930" y="1076325"/>
                  </a:lnTo>
                  <a:lnTo>
                    <a:pt x="1850758" y="1127125"/>
                  </a:lnTo>
                  <a:lnTo>
                    <a:pt x="1842236" y="1177925"/>
                  </a:lnTo>
                  <a:lnTo>
                    <a:pt x="1831403" y="1216025"/>
                  </a:lnTo>
                  <a:lnTo>
                    <a:pt x="1818347" y="1266825"/>
                  </a:lnTo>
                  <a:lnTo>
                    <a:pt x="1803120" y="1304925"/>
                  </a:lnTo>
                  <a:lnTo>
                    <a:pt x="1785785" y="1343025"/>
                  </a:lnTo>
                  <a:lnTo>
                    <a:pt x="1766417" y="1393825"/>
                  </a:lnTo>
                  <a:lnTo>
                    <a:pt x="1745056" y="1431925"/>
                  </a:lnTo>
                  <a:lnTo>
                    <a:pt x="1721777" y="1470025"/>
                  </a:lnTo>
                  <a:lnTo>
                    <a:pt x="1696643" y="1508125"/>
                  </a:lnTo>
                  <a:lnTo>
                    <a:pt x="1669719" y="1546225"/>
                  </a:lnTo>
                  <a:lnTo>
                    <a:pt x="1641068" y="1584325"/>
                  </a:lnTo>
                  <a:lnTo>
                    <a:pt x="1610753" y="1609725"/>
                  </a:lnTo>
                  <a:lnTo>
                    <a:pt x="1578825" y="1647825"/>
                  </a:lnTo>
                  <a:lnTo>
                    <a:pt x="1545374" y="1673225"/>
                  </a:lnTo>
                  <a:lnTo>
                    <a:pt x="1510423" y="1698625"/>
                  </a:lnTo>
                  <a:lnTo>
                    <a:pt x="1474076" y="1724025"/>
                  </a:lnTo>
                  <a:lnTo>
                    <a:pt x="1436370" y="1749425"/>
                  </a:lnTo>
                  <a:lnTo>
                    <a:pt x="1397381" y="1774825"/>
                  </a:lnTo>
                  <a:lnTo>
                    <a:pt x="1357160" y="1800225"/>
                  </a:lnTo>
                  <a:lnTo>
                    <a:pt x="1315783" y="1812925"/>
                  </a:lnTo>
                  <a:lnTo>
                    <a:pt x="1273302" y="1838325"/>
                  </a:lnTo>
                  <a:lnTo>
                    <a:pt x="1229791" y="1851025"/>
                  </a:lnTo>
                  <a:lnTo>
                    <a:pt x="1093660" y="1889125"/>
                  </a:lnTo>
                  <a:lnTo>
                    <a:pt x="807262" y="1889125"/>
                  </a:lnTo>
                  <a:lnTo>
                    <a:pt x="671131" y="1851025"/>
                  </a:lnTo>
                  <a:lnTo>
                    <a:pt x="627621" y="1838325"/>
                  </a:lnTo>
                  <a:lnTo>
                    <a:pt x="585139" y="1812925"/>
                  </a:lnTo>
                  <a:lnTo>
                    <a:pt x="543763" y="1800225"/>
                  </a:lnTo>
                  <a:lnTo>
                    <a:pt x="503542" y="1774825"/>
                  </a:lnTo>
                  <a:lnTo>
                    <a:pt x="464553" y="1749425"/>
                  </a:lnTo>
                  <a:lnTo>
                    <a:pt x="426847" y="1724025"/>
                  </a:lnTo>
                  <a:lnTo>
                    <a:pt x="390499" y="1698625"/>
                  </a:lnTo>
                  <a:lnTo>
                    <a:pt x="355549" y="1673225"/>
                  </a:lnTo>
                  <a:lnTo>
                    <a:pt x="322097" y="1647825"/>
                  </a:lnTo>
                  <a:lnTo>
                    <a:pt x="290169" y="1609725"/>
                  </a:lnTo>
                  <a:lnTo>
                    <a:pt x="259854" y="1584325"/>
                  </a:lnTo>
                  <a:lnTo>
                    <a:pt x="231203" y="1546225"/>
                  </a:lnTo>
                  <a:lnTo>
                    <a:pt x="204279" y="1508125"/>
                  </a:lnTo>
                  <a:lnTo>
                    <a:pt x="179146" y="1470025"/>
                  </a:lnTo>
                  <a:lnTo>
                    <a:pt x="155867" y="1431925"/>
                  </a:lnTo>
                  <a:lnTo>
                    <a:pt x="134505" y="1393825"/>
                  </a:lnTo>
                  <a:lnTo>
                    <a:pt x="115138" y="1343025"/>
                  </a:lnTo>
                  <a:lnTo>
                    <a:pt x="97802" y="1304925"/>
                  </a:lnTo>
                  <a:lnTo>
                    <a:pt x="82575" y="1266825"/>
                  </a:lnTo>
                  <a:lnTo>
                    <a:pt x="69519" y="1216025"/>
                  </a:lnTo>
                  <a:lnTo>
                    <a:pt x="58686" y="1177925"/>
                  </a:lnTo>
                  <a:lnTo>
                    <a:pt x="50165" y="1127125"/>
                  </a:lnTo>
                  <a:lnTo>
                    <a:pt x="43992" y="1076325"/>
                  </a:lnTo>
                  <a:lnTo>
                    <a:pt x="40246" y="1025525"/>
                  </a:lnTo>
                  <a:lnTo>
                    <a:pt x="38989" y="987425"/>
                  </a:lnTo>
                  <a:lnTo>
                    <a:pt x="40246" y="936625"/>
                  </a:lnTo>
                  <a:lnTo>
                    <a:pt x="43992" y="885825"/>
                  </a:lnTo>
                  <a:lnTo>
                    <a:pt x="50165" y="835025"/>
                  </a:lnTo>
                  <a:lnTo>
                    <a:pt x="58686" y="796925"/>
                  </a:lnTo>
                  <a:lnTo>
                    <a:pt x="69519" y="746125"/>
                  </a:lnTo>
                  <a:lnTo>
                    <a:pt x="82575" y="708025"/>
                  </a:lnTo>
                  <a:lnTo>
                    <a:pt x="97802" y="657225"/>
                  </a:lnTo>
                  <a:lnTo>
                    <a:pt x="115138" y="619125"/>
                  </a:lnTo>
                  <a:lnTo>
                    <a:pt x="134505" y="581025"/>
                  </a:lnTo>
                  <a:lnTo>
                    <a:pt x="155867" y="530225"/>
                  </a:lnTo>
                  <a:lnTo>
                    <a:pt x="179146" y="492125"/>
                  </a:lnTo>
                  <a:lnTo>
                    <a:pt x="204279" y="454025"/>
                  </a:lnTo>
                  <a:lnTo>
                    <a:pt x="231203" y="428625"/>
                  </a:lnTo>
                  <a:lnTo>
                    <a:pt x="259854" y="390525"/>
                  </a:lnTo>
                  <a:lnTo>
                    <a:pt x="290169" y="352425"/>
                  </a:lnTo>
                  <a:lnTo>
                    <a:pt x="322097" y="327025"/>
                  </a:lnTo>
                  <a:lnTo>
                    <a:pt x="355549" y="288925"/>
                  </a:lnTo>
                  <a:lnTo>
                    <a:pt x="390499" y="263525"/>
                  </a:lnTo>
                  <a:lnTo>
                    <a:pt x="426847" y="238125"/>
                  </a:lnTo>
                  <a:lnTo>
                    <a:pt x="464553" y="212725"/>
                  </a:lnTo>
                  <a:lnTo>
                    <a:pt x="503542" y="187325"/>
                  </a:lnTo>
                  <a:lnTo>
                    <a:pt x="535927" y="166878"/>
                  </a:lnTo>
                  <a:lnTo>
                    <a:pt x="543560" y="184531"/>
                  </a:lnTo>
                  <a:lnTo>
                    <a:pt x="569087" y="170942"/>
                  </a:lnTo>
                  <a:lnTo>
                    <a:pt x="613232" y="153784"/>
                  </a:lnTo>
                  <a:lnTo>
                    <a:pt x="658418" y="138709"/>
                  </a:lnTo>
                  <a:lnTo>
                    <a:pt x="704557" y="125793"/>
                  </a:lnTo>
                  <a:lnTo>
                    <a:pt x="751611" y="115100"/>
                  </a:lnTo>
                  <a:lnTo>
                    <a:pt x="799503" y="106680"/>
                  </a:lnTo>
                  <a:lnTo>
                    <a:pt x="848182" y="100584"/>
                  </a:lnTo>
                  <a:lnTo>
                    <a:pt x="897597" y="96888"/>
                  </a:lnTo>
                  <a:lnTo>
                    <a:pt x="947674" y="95631"/>
                  </a:lnTo>
                  <a:lnTo>
                    <a:pt x="997737" y="96888"/>
                  </a:lnTo>
                  <a:lnTo>
                    <a:pt x="1047153" y="100584"/>
                  </a:lnTo>
                  <a:lnTo>
                    <a:pt x="1095832" y="106680"/>
                  </a:lnTo>
                  <a:lnTo>
                    <a:pt x="1143723" y="115100"/>
                  </a:lnTo>
                  <a:lnTo>
                    <a:pt x="1190777" y="125793"/>
                  </a:lnTo>
                  <a:lnTo>
                    <a:pt x="1236916" y="138709"/>
                  </a:lnTo>
                  <a:lnTo>
                    <a:pt x="1282103" y="153784"/>
                  </a:lnTo>
                  <a:lnTo>
                    <a:pt x="1326261" y="170942"/>
                  </a:lnTo>
                  <a:lnTo>
                    <a:pt x="1362329" y="190246"/>
                  </a:lnTo>
                  <a:lnTo>
                    <a:pt x="1369910" y="169989"/>
                  </a:lnTo>
                  <a:lnTo>
                    <a:pt x="1436370" y="212725"/>
                  </a:lnTo>
                  <a:lnTo>
                    <a:pt x="1474076" y="238125"/>
                  </a:lnTo>
                  <a:lnTo>
                    <a:pt x="1510423" y="263525"/>
                  </a:lnTo>
                  <a:lnTo>
                    <a:pt x="1545374" y="288925"/>
                  </a:lnTo>
                  <a:lnTo>
                    <a:pt x="1578825" y="327025"/>
                  </a:lnTo>
                  <a:lnTo>
                    <a:pt x="1610753" y="352425"/>
                  </a:lnTo>
                  <a:lnTo>
                    <a:pt x="1641068" y="390525"/>
                  </a:lnTo>
                  <a:lnTo>
                    <a:pt x="1669719" y="428625"/>
                  </a:lnTo>
                  <a:lnTo>
                    <a:pt x="1696643" y="454025"/>
                  </a:lnTo>
                  <a:lnTo>
                    <a:pt x="1721777" y="492125"/>
                  </a:lnTo>
                  <a:lnTo>
                    <a:pt x="1745056" y="530225"/>
                  </a:lnTo>
                  <a:lnTo>
                    <a:pt x="1766417" y="581025"/>
                  </a:lnTo>
                  <a:lnTo>
                    <a:pt x="1785785" y="619125"/>
                  </a:lnTo>
                  <a:lnTo>
                    <a:pt x="1803120" y="657225"/>
                  </a:lnTo>
                  <a:lnTo>
                    <a:pt x="1818347" y="708025"/>
                  </a:lnTo>
                  <a:lnTo>
                    <a:pt x="1831403" y="746125"/>
                  </a:lnTo>
                  <a:lnTo>
                    <a:pt x="1842236" y="796925"/>
                  </a:lnTo>
                  <a:lnTo>
                    <a:pt x="1850758" y="835025"/>
                  </a:lnTo>
                  <a:lnTo>
                    <a:pt x="1856930" y="885825"/>
                  </a:lnTo>
                  <a:lnTo>
                    <a:pt x="1860677" y="936625"/>
                  </a:lnTo>
                  <a:lnTo>
                    <a:pt x="1861947" y="987425"/>
                  </a:lnTo>
                  <a:lnTo>
                    <a:pt x="1861947" y="713320"/>
                  </a:lnTo>
                  <a:lnTo>
                    <a:pt x="1860689" y="708025"/>
                  </a:lnTo>
                  <a:lnTo>
                    <a:pt x="1846592" y="669925"/>
                  </a:lnTo>
                  <a:lnTo>
                    <a:pt x="1830539" y="619125"/>
                  </a:lnTo>
                  <a:lnTo>
                    <a:pt x="1812582" y="581025"/>
                  </a:lnTo>
                  <a:lnTo>
                    <a:pt x="1792770" y="542925"/>
                  </a:lnTo>
                  <a:lnTo>
                    <a:pt x="1771154" y="504825"/>
                  </a:lnTo>
                  <a:lnTo>
                    <a:pt x="1747799" y="466725"/>
                  </a:lnTo>
                  <a:lnTo>
                    <a:pt x="1722742" y="428625"/>
                  </a:lnTo>
                  <a:lnTo>
                    <a:pt x="1696059" y="390525"/>
                  </a:lnTo>
                  <a:lnTo>
                    <a:pt x="1667776" y="365125"/>
                  </a:lnTo>
                  <a:lnTo>
                    <a:pt x="1637982" y="327025"/>
                  </a:lnTo>
                  <a:lnTo>
                    <a:pt x="1606715" y="301625"/>
                  </a:lnTo>
                  <a:lnTo>
                    <a:pt x="1574025" y="263525"/>
                  </a:lnTo>
                  <a:lnTo>
                    <a:pt x="1539963" y="238125"/>
                  </a:lnTo>
                  <a:lnTo>
                    <a:pt x="1504607" y="212725"/>
                  </a:lnTo>
                  <a:lnTo>
                    <a:pt x="1467980" y="187325"/>
                  </a:lnTo>
                  <a:lnTo>
                    <a:pt x="1430159" y="161925"/>
                  </a:lnTo>
                  <a:lnTo>
                    <a:pt x="1391196" y="136525"/>
                  </a:lnTo>
                  <a:lnTo>
                    <a:pt x="1383372" y="134048"/>
                  </a:lnTo>
                  <a:lnTo>
                    <a:pt x="1396111" y="100076"/>
                  </a:lnTo>
                  <a:lnTo>
                    <a:pt x="1315427" y="64058"/>
                  </a:lnTo>
                  <a:lnTo>
                    <a:pt x="1265745" y="47472"/>
                  </a:lnTo>
                  <a:lnTo>
                    <a:pt x="1214996" y="33261"/>
                  </a:lnTo>
                  <a:lnTo>
                    <a:pt x="1163256" y="21463"/>
                  </a:lnTo>
                  <a:lnTo>
                    <a:pt x="1110576" y="12179"/>
                  </a:lnTo>
                  <a:lnTo>
                    <a:pt x="1057046" y="5461"/>
                  </a:lnTo>
                  <a:lnTo>
                    <a:pt x="1002715" y="1384"/>
                  </a:lnTo>
                  <a:lnTo>
                    <a:pt x="947674" y="0"/>
                  </a:lnTo>
                  <a:lnTo>
                    <a:pt x="892619" y="1384"/>
                  </a:lnTo>
                  <a:lnTo>
                    <a:pt x="838288" y="5461"/>
                  </a:lnTo>
                  <a:lnTo>
                    <a:pt x="784758" y="12179"/>
                  </a:lnTo>
                  <a:lnTo>
                    <a:pt x="732091" y="21463"/>
                  </a:lnTo>
                  <a:lnTo>
                    <a:pt x="680339" y="33261"/>
                  </a:lnTo>
                  <a:lnTo>
                    <a:pt x="629589" y="47472"/>
                  </a:lnTo>
                  <a:lnTo>
                    <a:pt x="579907" y="64058"/>
                  </a:lnTo>
                  <a:lnTo>
                    <a:pt x="531368" y="82931"/>
                  </a:lnTo>
                  <a:lnTo>
                    <a:pt x="505587" y="96647"/>
                  </a:lnTo>
                  <a:lnTo>
                    <a:pt x="521233" y="132880"/>
                  </a:lnTo>
                  <a:lnTo>
                    <a:pt x="509727" y="136525"/>
                  </a:lnTo>
                  <a:lnTo>
                    <a:pt x="470763" y="161925"/>
                  </a:lnTo>
                  <a:lnTo>
                    <a:pt x="432943" y="187325"/>
                  </a:lnTo>
                  <a:lnTo>
                    <a:pt x="396316" y="212725"/>
                  </a:lnTo>
                  <a:lnTo>
                    <a:pt x="360959" y="238125"/>
                  </a:lnTo>
                  <a:lnTo>
                    <a:pt x="326898" y="263525"/>
                  </a:lnTo>
                  <a:lnTo>
                    <a:pt x="294208" y="301625"/>
                  </a:lnTo>
                  <a:lnTo>
                    <a:pt x="262940" y="327025"/>
                  </a:lnTo>
                  <a:lnTo>
                    <a:pt x="233146" y="365125"/>
                  </a:lnTo>
                  <a:lnTo>
                    <a:pt x="204863" y="390525"/>
                  </a:lnTo>
                  <a:lnTo>
                    <a:pt x="178181" y="428625"/>
                  </a:lnTo>
                  <a:lnTo>
                    <a:pt x="153123" y="466725"/>
                  </a:lnTo>
                  <a:lnTo>
                    <a:pt x="129768" y="504825"/>
                  </a:lnTo>
                  <a:lnTo>
                    <a:pt x="108153" y="542925"/>
                  </a:lnTo>
                  <a:lnTo>
                    <a:pt x="88341" y="581025"/>
                  </a:lnTo>
                  <a:lnTo>
                    <a:pt x="70383" y="619125"/>
                  </a:lnTo>
                  <a:lnTo>
                    <a:pt x="54330" y="669925"/>
                  </a:lnTo>
                  <a:lnTo>
                    <a:pt x="40233" y="708025"/>
                  </a:lnTo>
                  <a:lnTo>
                    <a:pt x="28168" y="758825"/>
                  </a:lnTo>
                  <a:lnTo>
                    <a:pt x="18173" y="796925"/>
                  </a:lnTo>
                  <a:lnTo>
                    <a:pt x="10299" y="847725"/>
                  </a:lnTo>
                  <a:lnTo>
                    <a:pt x="4610" y="885825"/>
                  </a:lnTo>
                  <a:lnTo>
                    <a:pt x="1155" y="936625"/>
                  </a:lnTo>
                  <a:lnTo>
                    <a:pt x="0" y="987425"/>
                  </a:lnTo>
                  <a:lnTo>
                    <a:pt x="1155" y="1025525"/>
                  </a:lnTo>
                  <a:lnTo>
                    <a:pt x="4610" y="1076325"/>
                  </a:lnTo>
                  <a:lnTo>
                    <a:pt x="10299" y="1127125"/>
                  </a:lnTo>
                  <a:lnTo>
                    <a:pt x="18173" y="1165225"/>
                  </a:lnTo>
                  <a:lnTo>
                    <a:pt x="28168" y="1216025"/>
                  </a:lnTo>
                  <a:lnTo>
                    <a:pt x="40233" y="1254125"/>
                  </a:lnTo>
                  <a:lnTo>
                    <a:pt x="54330" y="1304925"/>
                  </a:lnTo>
                  <a:lnTo>
                    <a:pt x="70383" y="1343025"/>
                  </a:lnTo>
                  <a:lnTo>
                    <a:pt x="88341" y="1381125"/>
                  </a:lnTo>
                  <a:lnTo>
                    <a:pt x="108153" y="1419225"/>
                  </a:lnTo>
                  <a:lnTo>
                    <a:pt x="129768" y="1457325"/>
                  </a:lnTo>
                  <a:lnTo>
                    <a:pt x="153123" y="1495425"/>
                  </a:lnTo>
                  <a:lnTo>
                    <a:pt x="178181" y="1533525"/>
                  </a:lnTo>
                  <a:lnTo>
                    <a:pt x="204863" y="1571625"/>
                  </a:lnTo>
                  <a:lnTo>
                    <a:pt x="233146" y="1609725"/>
                  </a:lnTo>
                  <a:lnTo>
                    <a:pt x="262940" y="1635125"/>
                  </a:lnTo>
                  <a:lnTo>
                    <a:pt x="294208" y="1673225"/>
                  </a:lnTo>
                  <a:lnTo>
                    <a:pt x="326898" y="1698625"/>
                  </a:lnTo>
                  <a:lnTo>
                    <a:pt x="360959" y="1724025"/>
                  </a:lnTo>
                  <a:lnTo>
                    <a:pt x="396316" y="1749425"/>
                  </a:lnTo>
                  <a:lnTo>
                    <a:pt x="432943" y="1774825"/>
                  </a:lnTo>
                  <a:lnTo>
                    <a:pt x="470763" y="1800225"/>
                  </a:lnTo>
                  <a:lnTo>
                    <a:pt x="509727" y="1825625"/>
                  </a:lnTo>
                  <a:lnTo>
                    <a:pt x="549783" y="1851025"/>
                  </a:lnTo>
                  <a:lnTo>
                    <a:pt x="590880" y="1863725"/>
                  </a:lnTo>
                  <a:lnTo>
                    <a:pt x="675970" y="1889125"/>
                  </a:lnTo>
                  <a:lnTo>
                    <a:pt x="810018" y="1927225"/>
                  </a:lnTo>
                  <a:lnTo>
                    <a:pt x="1090904" y="1927225"/>
                  </a:lnTo>
                  <a:lnTo>
                    <a:pt x="1224953" y="1889125"/>
                  </a:lnTo>
                  <a:lnTo>
                    <a:pt x="1310043" y="1863725"/>
                  </a:lnTo>
                  <a:lnTo>
                    <a:pt x="1351140" y="1851025"/>
                  </a:lnTo>
                  <a:lnTo>
                    <a:pt x="1391196" y="1825625"/>
                  </a:lnTo>
                  <a:lnTo>
                    <a:pt x="1430159" y="1800225"/>
                  </a:lnTo>
                  <a:lnTo>
                    <a:pt x="1467980" y="1774825"/>
                  </a:lnTo>
                  <a:lnTo>
                    <a:pt x="1504607" y="1749425"/>
                  </a:lnTo>
                  <a:lnTo>
                    <a:pt x="1539963" y="1724025"/>
                  </a:lnTo>
                  <a:lnTo>
                    <a:pt x="1574025" y="1698625"/>
                  </a:lnTo>
                  <a:lnTo>
                    <a:pt x="1606715" y="1673225"/>
                  </a:lnTo>
                  <a:lnTo>
                    <a:pt x="1637982" y="1635125"/>
                  </a:lnTo>
                  <a:lnTo>
                    <a:pt x="1667776" y="1609725"/>
                  </a:lnTo>
                  <a:lnTo>
                    <a:pt x="1696059" y="1571625"/>
                  </a:lnTo>
                  <a:lnTo>
                    <a:pt x="1722742" y="1533525"/>
                  </a:lnTo>
                  <a:lnTo>
                    <a:pt x="1747799" y="1495425"/>
                  </a:lnTo>
                  <a:lnTo>
                    <a:pt x="1771154" y="1457325"/>
                  </a:lnTo>
                  <a:lnTo>
                    <a:pt x="1792770" y="1419225"/>
                  </a:lnTo>
                  <a:lnTo>
                    <a:pt x="1812582" y="1381125"/>
                  </a:lnTo>
                  <a:lnTo>
                    <a:pt x="1830539" y="1343025"/>
                  </a:lnTo>
                  <a:lnTo>
                    <a:pt x="1846592" y="1304925"/>
                  </a:lnTo>
                  <a:lnTo>
                    <a:pt x="1860689" y="1254125"/>
                  </a:lnTo>
                  <a:lnTo>
                    <a:pt x="1872754" y="1216025"/>
                  </a:lnTo>
                  <a:lnTo>
                    <a:pt x="1882749" y="1165225"/>
                  </a:lnTo>
                  <a:lnTo>
                    <a:pt x="1890623" y="1127125"/>
                  </a:lnTo>
                  <a:lnTo>
                    <a:pt x="1896313" y="1076325"/>
                  </a:lnTo>
                  <a:lnTo>
                    <a:pt x="1899767" y="1025525"/>
                  </a:lnTo>
                  <a:lnTo>
                    <a:pt x="1900936" y="98742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2352" y="1927859"/>
              <a:ext cx="1677924" cy="16764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993251" y="2008250"/>
              <a:ext cx="1520825" cy="1520825"/>
            </a:xfrm>
            <a:custGeom>
              <a:avLst/>
              <a:gdLst/>
              <a:ahLst/>
              <a:cxnLst/>
              <a:rect l="l" t="t" r="r" b="b"/>
              <a:pathLst>
                <a:path w="1520825" h="1520825">
                  <a:moveTo>
                    <a:pt x="760349" y="0"/>
                  </a:moveTo>
                  <a:lnTo>
                    <a:pt x="712256" y="1496"/>
                  </a:lnTo>
                  <a:lnTo>
                    <a:pt x="664960" y="5925"/>
                  </a:lnTo>
                  <a:lnTo>
                    <a:pt x="618549" y="13198"/>
                  </a:lnTo>
                  <a:lnTo>
                    <a:pt x="573111" y="23225"/>
                  </a:lnTo>
                  <a:lnTo>
                    <a:pt x="528736" y="35918"/>
                  </a:lnTo>
                  <a:lnTo>
                    <a:pt x="485513" y="51188"/>
                  </a:lnTo>
                  <a:lnTo>
                    <a:pt x="443531" y="68945"/>
                  </a:lnTo>
                  <a:lnTo>
                    <a:pt x="402878" y="89100"/>
                  </a:lnTo>
                  <a:lnTo>
                    <a:pt x="363644" y="111563"/>
                  </a:lnTo>
                  <a:lnTo>
                    <a:pt x="325919" y="136247"/>
                  </a:lnTo>
                  <a:lnTo>
                    <a:pt x="289790" y="163061"/>
                  </a:lnTo>
                  <a:lnTo>
                    <a:pt x="255346" y="191917"/>
                  </a:lnTo>
                  <a:lnTo>
                    <a:pt x="222678" y="222726"/>
                  </a:lnTo>
                  <a:lnTo>
                    <a:pt x="191874" y="255397"/>
                  </a:lnTo>
                  <a:lnTo>
                    <a:pt x="163022" y="289843"/>
                  </a:lnTo>
                  <a:lnTo>
                    <a:pt x="136212" y="325974"/>
                  </a:lnTo>
                  <a:lnTo>
                    <a:pt x="111533" y="363701"/>
                  </a:lnTo>
                  <a:lnTo>
                    <a:pt x="89075" y="402934"/>
                  </a:lnTo>
                  <a:lnTo>
                    <a:pt x="68924" y="443585"/>
                  </a:lnTo>
                  <a:lnTo>
                    <a:pt x="51172" y="485565"/>
                  </a:lnTo>
                  <a:lnTo>
                    <a:pt x="35907" y="528784"/>
                  </a:lnTo>
                  <a:lnTo>
                    <a:pt x="23218" y="573153"/>
                  </a:lnTo>
                  <a:lnTo>
                    <a:pt x="13193" y="618583"/>
                  </a:lnTo>
                  <a:lnTo>
                    <a:pt x="5923" y="664985"/>
                  </a:lnTo>
                  <a:lnTo>
                    <a:pt x="1495" y="712270"/>
                  </a:lnTo>
                  <a:lnTo>
                    <a:pt x="0" y="760349"/>
                  </a:lnTo>
                  <a:lnTo>
                    <a:pt x="1495" y="808441"/>
                  </a:lnTo>
                  <a:lnTo>
                    <a:pt x="5923" y="855737"/>
                  </a:lnTo>
                  <a:lnTo>
                    <a:pt x="13193" y="902148"/>
                  </a:lnTo>
                  <a:lnTo>
                    <a:pt x="23218" y="947586"/>
                  </a:lnTo>
                  <a:lnTo>
                    <a:pt x="35907" y="991961"/>
                  </a:lnTo>
                  <a:lnTo>
                    <a:pt x="51172" y="1035184"/>
                  </a:lnTo>
                  <a:lnTo>
                    <a:pt x="68924" y="1077166"/>
                  </a:lnTo>
                  <a:lnTo>
                    <a:pt x="89075" y="1117819"/>
                  </a:lnTo>
                  <a:lnTo>
                    <a:pt x="111533" y="1157053"/>
                  </a:lnTo>
                  <a:lnTo>
                    <a:pt x="136212" y="1194778"/>
                  </a:lnTo>
                  <a:lnTo>
                    <a:pt x="163022" y="1230907"/>
                  </a:lnTo>
                  <a:lnTo>
                    <a:pt x="191874" y="1265351"/>
                  </a:lnTo>
                  <a:lnTo>
                    <a:pt x="222678" y="1298019"/>
                  </a:lnTo>
                  <a:lnTo>
                    <a:pt x="255346" y="1328823"/>
                  </a:lnTo>
                  <a:lnTo>
                    <a:pt x="289790" y="1357675"/>
                  </a:lnTo>
                  <a:lnTo>
                    <a:pt x="325919" y="1384485"/>
                  </a:lnTo>
                  <a:lnTo>
                    <a:pt x="363644" y="1409164"/>
                  </a:lnTo>
                  <a:lnTo>
                    <a:pt x="402878" y="1431622"/>
                  </a:lnTo>
                  <a:lnTo>
                    <a:pt x="443531" y="1451773"/>
                  </a:lnTo>
                  <a:lnTo>
                    <a:pt x="485513" y="1469525"/>
                  </a:lnTo>
                  <a:lnTo>
                    <a:pt x="528736" y="1484790"/>
                  </a:lnTo>
                  <a:lnTo>
                    <a:pt x="573111" y="1497479"/>
                  </a:lnTo>
                  <a:lnTo>
                    <a:pt x="618549" y="1507504"/>
                  </a:lnTo>
                  <a:lnTo>
                    <a:pt x="664960" y="1514774"/>
                  </a:lnTo>
                  <a:lnTo>
                    <a:pt x="712256" y="1519202"/>
                  </a:lnTo>
                  <a:lnTo>
                    <a:pt x="760349" y="1520698"/>
                  </a:lnTo>
                  <a:lnTo>
                    <a:pt x="808427" y="1519202"/>
                  </a:lnTo>
                  <a:lnTo>
                    <a:pt x="855712" y="1514774"/>
                  </a:lnTo>
                  <a:lnTo>
                    <a:pt x="902114" y="1507504"/>
                  </a:lnTo>
                  <a:lnTo>
                    <a:pt x="947544" y="1497479"/>
                  </a:lnTo>
                  <a:lnTo>
                    <a:pt x="991913" y="1484790"/>
                  </a:lnTo>
                  <a:lnTo>
                    <a:pt x="1035132" y="1469525"/>
                  </a:lnTo>
                  <a:lnTo>
                    <a:pt x="1077112" y="1451773"/>
                  </a:lnTo>
                  <a:lnTo>
                    <a:pt x="1117763" y="1431622"/>
                  </a:lnTo>
                  <a:lnTo>
                    <a:pt x="1156996" y="1409164"/>
                  </a:lnTo>
                  <a:lnTo>
                    <a:pt x="1194723" y="1384485"/>
                  </a:lnTo>
                  <a:lnTo>
                    <a:pt x="1230854" y="1357675"/>
                  </a:lnTo>
                  <a:lnTo>
                    <a:pt x="1265300" y="1328823"/>
                  </a:lnTo>
                  <a:lnTo>
                    <a:pt x="1297971" y="1298019"/>
                  </a:lnTo>
                  <a:lnTo>
                    <a:pt x="1328780" y="1265351"/>
                  </a:lnTo>
                  <a:lnTo>
                    <a:pt x="1357636" y="1230907"/>
                  </a:lnTo>
                  <a:lnTo>
                    <a:pt x="1384450" y="1194778"/>
                  </a:lnTo>
                  <a:lnTo>
                    <a:pt x="1409134" y="1157053"/>
                  </a:lnTo>
                  <a:lnTo>
                    <a:pt x="1431597" y="1117819"/>
                  </a:lnTo>
                  <a:lnTo>
                    <a:pt x="1451752" y="1077166"/>
                  </a:lnTo>
                  <a:lnTo>
                    <a:pt x="1469509" y="1035184"/>
                  </a:lnTo>
                  <a:lnTo>
                    <a:pt x="1484779" y="991961"/>
                  </a:lnTo>
                  <a:lnTo>
                    <a:pt x="1497472" y="947586"/>
                  </a:lnTo>
                  <a:lnTo>
                    <a:pt x="1507499" y="902148"/>
                  </a:lnTo>
                  <a:lnTo>
                    <a:pt x="1514772" y="855737"/>
                  </a:lnTo>
                  <a:lnTo>
                    <a:pt x="1519201" y="808441"/>
                  </a:lnTo>
                  <a:lnTo>
                    <a:pt x="1520698" y="760349"/>
                  </a:lnTo>
                  <a:lnTo>
                    <a:pt x="1519201" y="712270"/>
                  </a:lnTo>
                  <a:lnTo>
                    <a:pt x="1514772" y="664985"/>
                  </a:lnTo>
                  <a:lnTo>
                    <a:pt x="1507499" y="618583"/>
                  </a:lnTo>
                  <a:lnTo>
                    <a:pt x="1497472" y="573153"/>
                  </a:lnTo>
                  <a:lnTo>
                    <a:pt x="1484779" y="528784"/>
                  </a:lnTo>
                  <a:lnTo>
                    <a:pt x="1469509" y="485565"/>
                  </a:lnTo>
                  <a:lnTo>
                    <a:pt x="1451752" y="443585"/>
                  </a:lnTo>
                  <a:lnTo>
                    <a:pt x="1431597" y="402934"/>
                  </a:lnTo>
                  <a:lnTo>
                    <a:pt x="1409134" y="363701"/>
                  </a:lnTo>
                  <a:lnTo>
                    <a:pt x="1384450" y="325974"/>
                  </a:lnTo>
                  <a:lnTo>
                    <a:pt x="1357636" y="289843"/>
                  </a:lnTo>
                  <a:lnTo>
                    <a:pt x="1328780" y="255397"/>
                  </a:lnTo>
                  <a:lnTo>
                    <a:pt x="1297971" y="222726"/>
                  </a:lnTo>
                  <a:lnTo>
                    <a:pt x="1265300" y="191917"/>
                  </a:lnTo>
                  <a:lnTo>
                    <a:pt x="1230854" y="163061"/>
                  </a:lnTo>
                  <a:lnTo>
                    <a:pt x="1194723" y="136247"/>
                  </a:lnTo>
                  <a:lnTo>
                    <a:pt x="1156996" y="111563"/>
                  </a:lnTo>
                  <a:lnTo>
                    <a:pt x="1117763" y="89100"/>
                  </a:lnTo>
                  <a:lnTo>
                    <a:pt x="1077112" y="68945"/>
                  </a:lnTo>
                  <a:lnTo>
                    <a:pt x="1035132" y="51188"/>
                  </a:lnTo>
                  <a:lnTo>
                    <a:pt x="991913" y="35918"/>
                  </a:lnTo>
                  <a:lnTo>
                    <a:pt x="947544" y="23225"/>
                  </a:lnTo>
                  <a:lnTo>
                    <a:pt x="902114" y="13198"/>
                  </a:lnTo>
                  <a:lnTo>
                    <a:pt x="855712" y="5925"/>
                  </a:lnTo>
                  <a:lnTo>
                    <a:pt x="808427" y="1496"/>
                  </a:lnTo>
                  <a:lnTo>
                    <a:pt x="760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427209" y="2252599"/>
            <a:ext cx="652780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25" dirty="0">
                <a:solidFill>
                  <a:srgbClr val="C41C1C"/>
                </a:solidFill>
                <a:latin typeface="Century Gothic"/>
                <a:cs typeface="Century Gothic"/>
              </a:rPr>
              <a:t>90</a:t>
            </a:r>
            <a:endParaRPr sz="4400" dirty="0">
              <a:latin typeface="Century Gothic"/>
              <a:cs typeface="Century Gothic"/>
            </a:endParaRPr>
          </a:p>
          <a:p>
            <a:pPr marL="24765">
              <a:lnSpc>
                <a:spcPct val="100000"/>
              </a:lnSpc>
              <a:spcBef>
                <a:spcPts val="45"/>
              </a:spcBef>
            </a:pPr>
            <a:r>
              <a:rPr sz="2000" b="1" spc="-20" dirty="0">
                <a:solidFill>
                  <a:srgbClr val="C41C1C"/>
                </a:solidFill>
                <a:latin typeface="Century Gothic"/>
                <a:cs typeface="Century Gothic"/>
              </a:rPr>
              <a:t>Days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8603106" y="4215510"/>
            <a:ext cx="2298700" cy="89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Your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Text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Here</a:t>
            </a:r>
            <a:endParaRPr sz="1400" dirty="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855"/>
              </a:spcBef>
            </a:pP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slide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100%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editable.</a:t>
            </a:r>
            <a:r>
              <a:rPr sz="1200" spc="-8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Adapt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your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needs</a:t>
            </a:r>
            <a:r>
              <a:rPr sz="1200" spc="-4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capture</a:t>
            </a:r>
            <a:r>
              <a:rPr sz="1200" spc="-3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2C2C2C"/>
                </a:solidFill>
                <a:latin typeface="Arial"/>
                <a:cs typeface="Arial"/>
              </a:rPr>
              <a:t>your </a:t>
            </a:r>
            <a:r>
              <a:rPr sz="1200" dirty="0">
                <a:solidFill>
                  <a:srgbClr val="2C2C2C"/>
                </a:solidFill>
                <a:latin typeface="Arial"/>
                <a:cs typeface="Arial"/>
              </a:rPr>
              <a:t>audience's</a:t>
            </a:r>
            <a:r>
              <a:rPr sz="1200" spc="-6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C2C2C"/>
                </a:solidFill>
                <a:latin typeface="Arial"/>
                <a:cs typeface="Arial"/>
              </a:rPr>
              <a:t>attention.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Weekly</a:t>
            </a:r>
            <a:r>
              <a:rPr spc="-60" dirty="0"/>
              <a:t> </a:t>
            </a:r>
            <a:r>
              <a:rPr dirty="0"/>
              <a:t>Timeline</a:t>
            </a:r>
            <a:r>
              <a:rPr spc="-5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Task</a:t>
            </a:r>
            <a:r>
              <a:rPr spc="-25" dirty="0"/>
              <a:t> </a:t>
            </a:r>
            <a:r>
              <a:rPr spc="-20" dirty="0"/>
              <a:t>Name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200" y="2534704"/>
            <a:ext cx="4115435" cy="929640"/>
            <a:chOff x="1981200" y="2534704"/>
            <a:chExt cx="4115435" cy="929640"/>
          </a:xfrm>
        </p:grpSpPr>
        <p:sp>
          <p:nvSpPr>
            <p:cNvPr id="4" name="object 4"/>
            <p:cNvSpPr/>
            <p:nvPr/>
          </p:nvSpPr>
          <p:spPr>
            <a:xfrm>
              <a:off x="1981200" y="2534703"/>
              <a:ext cx="4114800" cy="929640"/>
            </a:xfrm>
            <a:custGeom>
              <a:avLst/>
              <a:gdLst/>
              <a:ahLst/>
              <a:cxnLst/>
              <a:rect l="l" t="t" r="r" b="b"/>
              <a:pathLst>
                <a:path w="4114800" h="929639">
                  <a:moveTo>
                    <a:pt x="4114800" y="0"/>
                  </a:moveTo>
                  <a:lnTo>
                    <a:pt x="2743200" y="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929220"/>
                  </a:lnTo>
                  <a:lnTo>
                    <a:pt x="1371600" y="929220"/>
                  </a:lnTo>
                  <a:lnTo>
                    <a:pt x="2743200" y="929220"/>
                  </a:lnTo>
                  <a:lnTo>
                    <a:pt x="4114800" y="92922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433066" y="2936747"/>
              <a:ext cx="3663315" cy="114300"/>
            </a:xfrm>
            <a:custGeom>
              <a:avLst/>
              <a:gdLst/>
              <a:ahLst/>
              <a:cxnLst/>
              <a:rect l="l" t="t" r="r" b="b"/>
              <a:pathLst>
                <a:path w="3663315" h="114300">
                  <a:moveTo>
                    <a:pt x="3548887" y="0"/>
                  </a:moveTo>
                  <a:lnTo>
                    <a:pt x="3548887" y="114300"/>
                  </a:lnTo>
                  <a:lnTo>
                    <a:pt x="3625087" y="76200"/>
                  </a:lnTo>
                  <a:lnTo>
                    <a:pt x="3567937" y="76200"/>
                  </a:lnTo>
                  <a:lnTo>
                    <a:pt x="3567937" y="38100"/>
                  </a:lnTo>
                  <a:lnTo>
                    <a:pt x="3625087" y="38100"/>
                  </a:lnTo>
                  <a:lnTo>
                    <a:pt x="3548887" y="0"/>
                  </a:lnTo>
                  <a:close/>
                </a:path>
                <a:path w="3663315" h="114300">
                  <a:moveTo>
                    <a:pt x="354888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3548887" y="76200"/>
                  </a:lnTo>
                  <a:lnTo>
                    <a:pt x="3548887" y="38100"/>
                  </a:lnTo>
                  <a:close/>
                </a:path>
                <a:path w="3663315" h="114300">
                  <a:moveTo>
                    <a:pt x="3625087" y="38100"/>
                  </a:moveTo>
                  <a:lnTo>
                    <a:pt x="3567937" y="38100"/>
                  </a:lnTo>
                  <a:lnTo>
                    <a:pt x="3567937" y="76200"/>
                  </a:lnTo>
                  <a:lnTo>
                    <a:pt x="3625087" y="76200"/>
                  </a:lnTo>
                  <a:lnTo>
                    <a:pt x="3663187" y="57150"/>
                  </a:lnTo>
                  <a:lnTo>
                    <a:pt x="3625087" y="3810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81200" y="4393095"/>
            <a:ext cx="6858000" cy="929640"/>
            <a:chOff x="1981200" y="4393095"/>
            <a:chExt cx="6858000" cy="929640"/>
          </a:xfrm>
        </p:grpSpPr>
        <p:sp>
          <p:nvSpPr>
            <p:cNvPr id="7" name="object 7"/>
            <p:cNvSpPr/>
            <p:nvPr/>
          </p:nvSpPr>
          <p:spPr>
            <a:xfrm>
              <a:off x="1981200" y="4393094"/>
              <a:ext cx="6858000" cy="929640"/>
            </a:xfrm>
            <a:custGeom>
              <a:avLst/>
              <a:gdLst/>
              <a:ahLst/>
              <a:cxnLst/>
              <a:rect l="l" t="t" r="r" b="b"/>
              <a:pathLst>
                <a:path w="6858000" h="929639">
                  <a:moveTo>
                    <a:pt x="6858000" y="0"/>
                  </a:moveTo>
                  <a:lnTo>
                    <a:pt x="6858000" y="0"/>
                  </a:lnTo>
                  <a:lnTo>
                    <a:pt x="0" y="0"/>
                  </a:lnTo>
                  <a:lnTo>
                    <a:pt x="0" y="929220"/>
                  </a:lnTo>
                  <a:lnTo>
                    <a:pt x="6858000" y="92922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2433066" y="4794503"/>
              <a:ext cx="5763260" cy="114300"/>
            </a:xfrm>
            <a:custGeom>
              <a:avLst/>
              <a:gdLst/>
              <a:ahLst/>
              <a:cxnLst/>
              <a:rect l="l" t="t" r="r" b="b"/>
              <a:pathLst>
                <a:path w="5763259" h="114300">
                  <a:moveTo>
                    <a:pt x="5648959" y="0"/>
                  </a:moveTo>
                  <a:lnTo>
                    <a:pt x="5648959" y="114300"/>
                  </a:lnTo>
                  <a:lnTo>
                    <a:pt x="5725159" y="76200"/>
                  </a:lnTo>
                  <a:lnTo>
                    <a:pt x="5668009" y="76200"/>
                  </a:lnTo>
                  <a:lnTo>
                    <a:pt x="5668009" y="38100"/>
                  </a:lnTo>
                  <a:lnTo>
                    <a:pt x="5725159" y="38100"/>
                  </a:lnTo>
                  <a:lnTo>
                    <a:pt x="5648959" y="0"/>
                  </a:lnTo>
                  <a:close/>
                </a:path>
                <a:path w="5763259" h="114300">
                  <a:moveTo>
                    <a:pt x="564895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5648959" y="76200"/>
                  </a:lnTo>
                  <a:lnTo>
                    <a:pt x="5648959" y="38100"/>
                  </a:lnTo>
                  <a:close/>
                </a:path>
                <a:path w="5763259" h="114300">
                  <a:moveTo>
                    <a:pt x="5725159" y="38100"/>
                  </a:moveTo>
                  <a:lnTo>
                    <a:pt x="5668009" y="38100"/>
                  </a:lnTo>
                  <a:lnTo>
                    <a:pt x="5668009" y="76200"/>
                  </a:lnTo>
                  <a:lnTo>
                    <a:pt x="5725159" y="76200"/>
                  </a:lnTo>
                  <a:lnTo>
                    <a:pt x="5763259" y="57150"/>
                  </a:lnTo>
                  <a:lnTo>
                    <a:pt x="5725159" y="38100"/>
                  </a:lnTo>
                  <a:close/>
                </a:path>
              </a:pathLst>
            </a:custGeom>
            <a:solidFill>
              <a:srgbClr val="C41C1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/>
          <p:nvPr/>
        </p:nvSpPr>
        <p:spPr>
          <a:xfrm>
            <a:off x="2433066" y="2007107"/>
            <a:ext cx="5492115" cy="114300"/>
          </a:xfrm>
          <a:custGeom>
            <a:avLst/>
            <a:gdLst/>
            <a:ahLst/>
            <a:cxnLst/>
            <a:rect l="l" t="t" r="r" b="b"/>
            <a:pathLst>
              <a:path w="5492115" h="114300">
                <a:moveTo>
                  <a:pt x="5377687" y="0"/>
                </a:moveTo>
                <a:lnTo>
                  <a:pt x="5377687" y="114300"/>
                </a:lnTo>
                <a:lnTo>
                  <a:pt x="5453887" y="76200"/>
                </a:lnTo>
                <a:lnTo>
                  <a:pt x="5396737" y="76200"/>
                </a:lnTo>
                <a:lnTo>
                  <a:pt x="5396737" y="38100"/>
                </a:lnTo>
                <a:lnTo>
                  <a:pt x="5453887" y="38100"/>
                </a:lnTo>
                <a:lnTo>
                  <a:pt x="5377687" y="0"/>
                </a:lnTo>
                <a:close/>
              </a:path>
              <a:path w="5492115" h="114300">
                <a:moveTo>
                  <a:pt x="537768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377687" y="76200"/>
                </a:lnTo>
                <a:lnTo>
                  <a:pt x="5377687" y="38100"/>
                </a:lnTo>
                <a:close/>
              </a:path>
              <a:path w="5492115" h="114300">
                <a:moveTo>
                  <a:pt x="5453887" y="38100"/>
                </a:moveTo>
                <a:lnTo>
                  <a:pt x="5396737" y="38100"/>
                </a:lnTo>
                <a:lnTo>
                  <a:pt x="5396737" y="76200"/>
                </a:lnTo>
                <a:lnTo>
                  <a:pt x="5453887" y="76200"/>
                </a:lnTo>
                <a:lnTo>
                  <a:pt x="5491987" y="57150"/>
                </a:lnTo>
                <a:lnTo>
                  <a:pt x="5453887" y="3810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2433066" y="5724144"/>
            <a:ext cx="5327015" cy="114300"/>
          </a:xfrm>
          <a:custGeom>
            <a:avLst/>
            <a:gdLst/>
            <a:ahLst/>
            <a:cxnLst/>
            <a:rect l="l" t="t" r="r" b="b"/>
            <a:pathLst>
              <a:path w="5327015" h="114300">
                <a:moveTo>
                  <a:pt x="5212714" y="0"/>
                </a:moveTo>
                <a:lnTo>
                  <a:pt x="5212714" y="114299"/>
                </a:lnTo>
                <a:lnTo>
                  <a:pt x="5288914" y="76199"/>
                </a:lnTo>
                <a:lnTo>
                  <a:pt x="5231764" y="76199"/>
                </a:lnTo>
                <a:lnTo>
                  <a:pt x="5231764" y="38099"/>
                </a:lnTo>
                <a:lnTo>
                  <a:pt x="5288914" y="38099"/>
                </a:lnTo>
                <a:lnTo>
                  <a:pt x="5212714" y="0"/>
                </a:lnTo>
                <a:close/>
              </a:path>
              <a:path w="5327015" h="114300">
                <a:moveTo>
                  <a:pt x="5212714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212714" y="76199"/>
                </a:lnTo>
                <a:lnTo>
                  <a:pt x="5212714" y="38099"/>
                </a:lnTo>
                <a:close/>
              </a:path>
              <a:path w="5327015" h="114300">
                <a:moveTo>
                  <a:pt x="5288914" y="38099"/>
                </a:moveTo>
                <a:lnTo>
                  <a:pt x="5231764" y="38099"/>
                </a:lnTo>
                <a:lnTo>
                  <a:pt x="5231764" y="76199"/>
                </a:lnTo>
                <a:lnTo>
                  <a:pt x="5288914" y="76199"/>
                </a:lnTo>
                <a:lnTo>
                  <a:pt x="5327014" y="57149"/>
                </a:lnTo>
                <a:lnTo>
                  <a:pt x="5288914" y="38099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09600" y="1117638"/>
          <a:ext cx="10972800" cy="5126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1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Monday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3175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Tuesday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Wednesday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Thursday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Friday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Saturday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spc="-1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Sunday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r>
                        <a:rPr sz="1400" b="1" spc="-35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Here</a:t>
                      </a:r>
                      <a:endParaRPr sz="14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5113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1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Here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Here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r>
                        <a:rPr sz="1400" b="1" spc="-35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Here</a:t>
                      </a:r>
                      <a:endParaRPr sz="14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5113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59245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Here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Here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r>
                        <a:rPr sz="1400" b="1" spc="-5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Here</a:t>
                      </a:r>
                      <a:endParaRPr sz="14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51130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271145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Here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Here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r>
                        <a:rPr sz="1400" b="1" spc="-35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Here</a:t>
                      </a:r>
                      <a:endParaRPr sz="14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5176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37211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Here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900" b="1" spc="-50" dirty="0">
                          <a:latin typeface="Arial"/>
                          <a:cs typeface="Arial"/>
                        </a:rPr>
                        <a:t>-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900" b="1" spc="-50" dirty="0">
                          <a:latin typeface="Arial"/>
                          <a:cs typeface="Arial"/>
                        </a:rPr>
                        <a:t>-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3175">
                      <a:solidFill>
                        <a:srgbClr val="D9D9D9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Name</a:t>
                      </a:r>
                      <a:r>
                        <a:rPr sz="1400" b="1" spc="-35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0D0D0D"/>
                          </a:solidFill>
                          <a:latin typeface="Century Gothic"/>
                          <a:cs typeface="Century Gothic"/>
                        </a:rPr>
                        <a:t>Here</a:t>
                      </a:r>
                      <a:endParaRPr sz="1400" dirty="0">
                        <a:latin typeface="Century Gothic"/>
                        <a:cs typeface="Century Gothic"/>
                      </a:endParaRPr>
                    </a:p>
                  </a:txBody>
                  <a:tcPr marL="0" marR="0" marT="151765" marB="0">
                    <a:lnR w="3175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720090">
                        <a:lnSpc>
                          <a:spcPct val="10000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Here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spc="-50" dirty="0">
                          <a:latin typeface="Arial"/>
                          <a:cs typeface="Arial"/>
                        </a:rPr>
                        <a:t>-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Text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latin typeface="Arial"/>
                          <a:cs typeface="Arial"/>
                        </a:rPr>
                        <a:t>Here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75">
                      <a:solidFill>
                        <a:srgbClr val="D9D9D9"/>
                      </a:solidFill>
                      <a:prstDash val="solid"/>
                    </a:lnL>
                    <a:lnT w="3175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21212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433066" y="3864864"/>
            <a:ext cx="5763260" cy="114300"/>
          </a:xfrm>
          <a:custGeom>
            <a:avLst/>
            <a:gdLst/>
            <a:ahLst/>
            <a:cxnLst/>
            <a:rect l="l" t="t" r="r" b="b"/>
            <a:pathLst>
              <a:path w="5763259" h="114300">
                <a:moveTo>
                  <a:pt x="5648959" y="0"/>
                </a:moveTo>
                <a:lnTo>
                  <a:pt x="5648959" y="114300"/>
                </a:lnTo>
                <a:lnTo>
                  <a:pt x="5725159" y="76200"/>
                </a:lnTo>
                <a:lnTo>
                  <a:pt x="5668009" y="76200"/>
                </a:lnTo>
                <a:lnTo>
                  <a:pt x="5668009" y="38100"/>
                </a:lnTo>
                <a:lnTo>
                  <a:pt x="5725159" y="38100"/>
                </a:lnTo>
                <a:lnTo>
                  <a:pt x="5648959" y="0"/>
                </a:lnTo>
                <a:close/>
              </a:path>
              <a:path w="5763259" h="114300">
                <a:moveTo>
                  <a:pt x="56489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648959" y="76200"/>
                </a:lnTo>
                <a:lnTo>
                  <a:pt x="5648959" y="38100"/>
                </a:lnTo>
                <a:close/>
              </a:path>
              <a:path w="5763259" h="114300">
                <a:moveTo>
                  <a:pt x="5725159" y="38100"/>
                </a:moveTo>
                <a:lnTo>
                  <a:pt x="5668009" y="38100"/>
                </a:lnTo>
                <a:lnTo>
                  <a:pt x="5668009" y="76200"/>
                </a:lnTo>
                <a:lnTo>
                  <a:pt x="5725159" y="76200"/>
                </a:lnTo>
                <a:lnTo>
                  <a:pt x="5763259" y="57150"/>
                </a:lnTo>
                <a:lnTo>
                  <a:pt x="5725159" y="38100"/>
                </a:lnTo>
                <a:close/>
              </a:path>
            </a:pathLst>
          </a:custGeom>
          <a:solidFill>
            <a:srgbClr val="C41C1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3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C2C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2154</Words>
  <Application>Microsoft Office PowerPoint</Application>
  <PresentationFormat>Widescreen</PresentationFormat>
  <Paragraphs>797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Century Gothic</vt:lpstr>
      <vt:lpstr>Mangal</vt:lpstr>
      <vt:lpstr>Times New Roman</vt:lpstr>
      <vt:lpstr>Office Theme</vt:lpstr>
      <vt:lpstr>BUSINESS</vt:lpstr>
      <vt:lpstr>Cover Letter for Business Concept Funding</vt:lpstr>
      <vt:lpstr>Table of Contents</vt:lpstr>
      <vt:lpstr>Introduction for Business Concept Funding</vt:lpstr>
      <vt:lpstr>PowerPoint Presentation</vt:lpstr>
      <vt:lpstr>Market Opportunity in Business Concept Funding</vt:lpstr>
      <vt:lpstr>Investment Opportunity for Business Concept Funding</vt:lpstr>
      <vt:lpstr>SWOT Analysis in Business Concept Funding</vt:lpstr>
      <vt:lpstr>Porter’s Five Forces Model in Business Concept Funding</vt:lpstr>
      <vt:lpstr>Selecting Target Audience in Business Concept Funding</vt:lpstr>
      <vt:lpstr>Product Roadmap in Business Concept Funding</vt:lpstr>
      <vt:lpstr>Product Lifecycle in Business Concept Funding</vt:lpstr>
      <vt:lpstr>Product Market Map in Business Concept Funding</vt:lpstr>
      <vt:lpstr>Future Benefits to Investors</vt:lpstr>
      <vt:lpstr>Cost Benefit Analysis for Marketing Strategies in Business Concept Funding</vt:lpstr>
      <vt:lpstr>Budget Allocation in Business Concept Funding</vt:lpstr>
      <vt:lpstr>Investment in Business Concept Funding(1/3)</vt:lpstr>
      <vt:lpstr>Investment in Business Concept Funding(2/3)</vt:lpstr>
      <vt:lpstr>Investment in Business Concept Funding(3/3)</vt:lpstr>
      <vt:lpstr>Funding Summary for Business Concept Funding</vt:lpstr>
      <vt:lpstr>Next Steps</vt:lpstr>
      <vt:lpstr>Contact Us</vt:lpstr>
      <vt:lpstr>Additional Slides</vt:lpstr>
      <vt:lpstr>Target Audience This slide is 100% editable. Adapt it to your needs and capture your audience's attention.</vt:lpstr>
      <vt:lpstr>Our Mission</vt:lpstr>
      <vt:lpstr>Roadmap for Process Flow</vt:lpstr>
      <vt:lpstr>30 60 90 Days Plan</vt:lpstr>
      <vt:lpstr>Weekly Timeline with Task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projector</dc:creator>
  <cp:lastModifiedBy>Nor Hanina Zainal Abidin</cp:lastModifiedBy>
  <cp:revision>2</cp:revision>
  <dcterms:created xsi:type="dcterms:W3CDTF">2025-06-08T01:20:31Z</dcterms:created>
  <dcterms:modified xsi:type="dcterms:W3CDTF">2025-10-17T04:57:39Z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2019-10-24T00:00:00Z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2025-06-08T00:00:00Z</vt:filetime>
  </property>
  <property fmtid="{D5CDD505-2E9C-101B-9397-08002B2CF9AE}" pid="5" name="Producer">
    <vt:lpwstr>Microsoft® PowerPoint® for Office 365; modified using iTextSharp 5.0.5 (c) 1T3XT BVBA</vt:lpwstr>
  </property>
</Properties>
</file>